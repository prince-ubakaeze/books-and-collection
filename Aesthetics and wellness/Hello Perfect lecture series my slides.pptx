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5"/>
  </p:notesMasterIdLst>
  <p:sldIdLst>
    <p:sldId id="256" r:id="rId2"/>
    <p:sldId id="415" r:id="rId3"/>
    <p:sldId id="395" r:id="rId4"/>
    <p:sldId id="482" r:id="rId5"/>
    <p:sldId id="301" r:id="rId6"/>
    <p:sldId id="302" r:id="rId7"/>
    <p:sldId id="484" r:id="rId8"/>
    <p:sldId id="269" r:id="rId9"/>
    <p:sldId id="268" r:id="rId10"/>
    <p:sldId id="494" r:id="rId11"/>
    <p:sldId id="317" r:id="rId12"/>
    <p:sldId id="495" r:id="rId13"/>
    <p:sldId id="322" r:id="rId14"/>
    <p:sldId id="288" r:id="rId15"/>
    <p:sldId id="292" r:id="rId16"/>
    <p:sldId id="306" r:id="rId17"/>
    <p:sldId id="329" r:id="rId18"/>
    <p:sldId id="457" r:id="rId19"/>
    <p:sldId id="257" r:id="rId20"/>
    <p:sldId id="277" r:id="rId21"/>
    <p:sldId id="303" r:id="rId22"/>
    <p:sldId id="299" r:id="rId23"/>
    <p:sldId id="340" r:id="rId24"/>
    <p:sldId id="331" r:id="rId25"/>
    <p:sldId id="332" r:id="rId26"/>
    <p:sldId id="375" r:id="rId27"/>
    <p:sldId id="337" r:id="rId28"/>
    <p:sldId id="343" r:id="rId29"/>
    <p:sldId id="278" r:id="rId30"/>
    <p:sldId id="481" r:id="rId31"/>
    <p:sldId id="300" r:id="rId32"/>
    <p:sldId id="280" r:id="rId33"/>
    <p:sldId id="342" r:id="rId34"/>
    <p:sldId id="460" r:id="rId35"/>
    <p:sldId id="377" r:id="rId36"/>
    <p:sldId id="396" r:id="rId37"/>
    <p:sldId id="404" r:id="rId38"/>
    <p:sldId id="380" r:id="rId39"/>
    <p:sldId id="273" r:id="rId40"/>
    <p:sldId id="401" r:id="rId41"/>
    <p:sldId id="398" r:id="rId42"/>
    <p:sldId id="399" r:id="rId43"/>
    <p:sldId id="400" r:id="rId44"/>
    <p:sldId id="402" r:id="rId45"/>
    <p:sldId id="461" r:id="rId46"/>
    <p:sldId id="418" r:id="rId47"/>
    <p:sldId id="405" r:id="rId48"/>
    <p:sldId id="419" r:id="rId49"/>
    <p:sldId id="406" r:id="rId50"/>
    <p:sldId id="410" r:id="rId51"/>
    <p:sldId id="479" r:id="rId52"/>
    <p:sldId id="480" r:id="rId53"/>
    <p:sldId id="417" r:id="rId54"/>
    <p:sldId id="411" r:id="rId55"/>
    <p:sldId id="421" r:id="rId56"/>
    <p:sldId id="422" r:id="rId57"/>
    <p:sldId id="407" r:id="rId58"/>
    <p:sldId id="412" r:id="rId59"/>
    <p:sldId id="413" r:id="rId60"/>
    <p:sldId id="414" r:id="rId61"/>
    <p:sldId id="462" r:id="rId62"/>
    <p:sldId id="409" r:id="rId63"/>
    <p:sldId id="392" r:id="rId64"/>
    <p:sldId id="470" r:id="rId65"/>
    <p:sldId id="471" r:id="rId66"/>
    <p:sldId id="472" r:id="rId67"/>
    <p:sldId id="473" r:id="rId68"/>
    <p:sldId id="262" r:id="rId69"/>
    <p:sldId id="394" r:id="rId70"/>
    <p:sldId id="475" r:id="rId71"/>
    <p:sldId id="474" r:id="rId72"/>
    <p:sldId id="266" r:id="rId73"/>
    <p:sldId id="289" r:id="rId74"/>
    <p:sldId id="259" r:id="rId75"/>
    <p:sldId id="274" r:id="rId76"/>
    <p:sldId id="275" r:id="rId77"/>
    <p:sldId id="387" r:id="rId78"/>
    <p:sldId id="330" r:id="rId79"/>
    <p:sldId id="315" r:id="rId80"/>
    <p:sldId id="260" r:id="rId81"/>
    <p:sldId id="477" r:id="rId82"/>
    <p:sldId id="476" r:id="rId83"/>
    <p:sldId id="478" r:id="rId84"/>
    <p:sldId id="465" r:id="rId85"/>
    <p:sldId id="496" r:id="rId86"/>
    <p:sldId id="327" r:id="rId87"/>
    <p:sldId id="333" r:id="rId88"/>
    <p:sldId id="341" r:id="rId89"/>
    <p:sldId id="497" r:id="rId90"/>
    <p:sldId id="344" r:id="rId91"/>
    <p:sldId id="498" r:id="rId92"/>
    <p:sldId id="356" r:id="rId93"/>
    <p:sldId id="345" r:id="rId94"/>
    <p:sldId id="346" r:id="rId95"/>
    <p:sldId id="357" r:id="rId96"/>
    <p:sldId id="358" r:id="rId97"/>
    <p:sldId id="372" r:id="rId98"/>
    <p:sldId id="362" r:id="rId99"/>
    <p:sldId id="363" r:id="rId100"/>
    <p:sldId id="364" r:id="rId101"/>
    <p:sldId id="365" r:id="rId102"/>
    <p:sldId id="499" r:id="rId103"/>
    <p:sldId id="424" r:id="rId104"/>
    <p:sldId id="466" r:id="rId105"/>
    <p:sldId id="425" r:id="rId106"/>
    <p:sldId id="426" r:id="rId107"/>
    <p:sldId id="427" r:id="rId108"/>
    <p:sldId id="434" r:id="rId109"/>
    <p:sldId id="428" r:id="rId110"/>
    <p:sldId id="467" r:id="rId111"/>
    <p:sldId id="468" r:id="rId112"/>
    <p:sldId id="429" r:id="rId113"/>
    <p:sldId id="435" r:id="rId114"/>
    <p:sldId id="430" r:id="rId115"/>
    <p:sldId id="469" r:id="rId116"/>
    <p:sldId id="464" r:id="rId117"/>
    <p:sldId id="432" r:id="rId118"/>
    <p:sldId id="433" r:id="rId119"/>
    <p:sldId id="438" r:id="rId120"/>
    <p:sldId id="458" r:id="rId121"/>
    <p:sldId id="445" r:id="rId122"/>
    <p:sldId id="446" r:id="rId123"/>
    <p:sldId id="440" r:id="rId124"/>
    <p:sldId id="459" r:id="rId125"/>
    <p:sldId id="442" r:id="rId126"/>
    <p:sldId id="447" r:id="rId127"/>
    <p:sldId id="441" r:id="rId128"/>
    <p:sldId id="439" r:id="rId129"/>
    <p:sldId id="448" r:id="rId130"/>
    <p:sldId id="449" r:id="rId131"/>
    <p:sldId id="463" r:id="rId132"/>
    <p:sldId id="451" r:id="rId133"/>
    <p:sldId id="450" r:id="rId1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687D10-A45A-4CDB-B808-65E05681F04E}" v="135" dt="2026-05-31T21:20:16.8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orah Suleman" userId="634b21d8b0bd131d" providerId="LiveId" clId="{F67C2F77-D5D6-4CAF-8CFA-758AF64B2473}"/>
    <pc:docChg chg="undo redo custSel addSld delSld modSld sldOrd">
      <pc:chgData name="Deborah Suleman" userId="634b21d8b0bd131d" providerId="LiveId" clId="{F67C2F77-D5D6-4CAF-8CFA-758AF64B2473}" dt="2026-05-31T21:29:29.256" v="4387" actId="20577"/>
      <pc:docMkLst>
        <pc:docMk/>
      </pc:docMkLst>
      <pc:sldChg chg="modSp mod">
        <pc:chgData name="Deborah Suleman" userId="634b21d8b0bd131d" providerId="LiveId" clId="{F67C2F77-D5D6-4CAF-8CFA-758AF64B2473}" dt="2026-05-28T13:57:44.674" v="769" actId="20577"/>
        <pc:sldMkLst>
          <pc:docMk/>
          <pc:sldMk cId="3005207085" sldId="256"/>
        </pc:sldMkLst>
        <pc:spChg chg="mod">
          <ac:chgData name="Deborah Suleman" userId="634b21d8b0bd131d" providerId="LiveId" clId="{F67C2F77-D5D6-4CAF-8CFA-758AF64B2473}" dt="2026-05-28T13:57:02.306" v="741" actId="20577"/>
          <ac:spMkLst>
            <pc:docMk/>
            <pc:sldMk cId="3005207085" sldId="256"/>
            <ac:spMk id="2" creationId="{85CC3142-9EB4-39A8-4FC9-D2805D8F2DD7}"/>
          </ac:spMkLst>
        </pc:spChg>
        <pc:spChg chg="mod">
          <ac:chgData name="Deborah Suleman" userId="634b21d8b0bd131d" providerId="LiveId" clId="{F67C2F77-D5D6-4CAF-8CFA-758AF64B2473}" dt="2026-05-28T13:57:44.674" v="769" actId="20577"/>
          <ac:spMkLst>
            <pc:docMk/>
            <pc:sldMk cId="3005207085" sldId="256"/>
            <ac:spMk id="3" creationId="{69E598BC-2C0D-9E82-746A-64E38BC236F2}"/>
          </ac:spMkLst>
        </pc:spChg>
      </pc:sldChg>
      <pc:sldChg chg="addSp modSp mod setBg">
        <pc:chgData name="Deborah Suleman" userId="634b21d8b0bd131d" providerId="LiveId" clId="{F67C2F77-D5D6-4CAF-8CFA-758AF64B2473}" dt="2026-05-31T18:45:50.317" v="3885" actId="1076"/>
        <pc:sldMkLst>
          <pc:docMk/>
          <pc:sldMk cId="4067678554" sldId="257"/>
        </pc:sldMkLst>
        <pc:spChg chg="mod">
          <ac:chgData name="Deborah Suleman" userId="634b21d8b0bd131d" providerId="LiveId" clId="{F67C2F77-D5D6-4CAF-8CFA-758AF64B2473}" dt="2026-05-31T18:45:50.317" v="3885" actId="1076"/>
          <ac:spMkLst>
            <pc:docMk/>
            <pc:sldMk cId="4067678554" sldId="257"/>
            <ac:spMk id="2" creationId="{FAD1C17C-7B93-6EF0-BAEC-96ABD48EB120}"/>
          </ac:spMkLst>
        </pc:spChg>
        <pc:spChg chg="mod">
          <ac:chgData name="Deborah Suleman" userId="634b21d8b0bd131d" providerId="LiveId" clId="{F67C2F77-D5D6-4CAF-8CFA-758AF64B2473}" dt="2026-05-31T18:45:39.104" v="3882" actId="21"/>
          <ac:spMkLst>
            <pc:docMk/>
            <pc:sldMk cId="4067678554" sldId="257"/>
            <ac:spMk id="3" creationId="{7004620A-37A1-D273-A509-E616D1F4A1E0}"/>
          </ac:spMkLst>
        </pc:spChg>
        <pc:spChg chg="add">
          <ac:chgData name="Deborah Suleman" userId="634b21d8b0bd131d" providerId="LiveId" clId="{F67C2F77-D5D6-4CAF-8CFA-758AF64B2473}" dt="2026-05-31T18:45:20.068" v="3880" actId="26606"/>
          <ac:spMkLst>
            <pc:docMk/>
            <pc:sldMk cId="4067678554" sldId="257"/>
            <ac:spMk id="8" creationId="{3AD318CC-E2A8-4E27-9548-A047A78999B1}"/>
          </ac:spMkLst>
        </pc:spChg>
        <pc:spChg chg="add">
          <ac:chgData name="Deborah Suleman" userId="634b21d8b0bd131d" providerId="LiveId" clId="{F67C2F77-D5D6-4CAF-8CFA-758AF64B2473}" dt="2026-05-31T18:45:20.068" v="3880" actId="26606"/>
          <ac:spMkLst>
            <pc:docMk/>
            <pc:sldMk cId="4067678554" sldId="257"/>
            <ac:spMk id="14" creationId="{2C1BBA94-3F40-40AA-8BB9-E69E25E537C1}"/>
          </ac:spMkLst>
        </pc:spChg>
        <pc:grpChg chg="add">
          <ac:chgData name="Deborah Suleman" userId="634b21d8b0bd131d" providerId="LiveId" clId="{F67C2F77-D5D6-4CAF-8CFA-758AF64B2473}" dt="2026-05-31T18:45:20.068" v="3880" actId="26606"/>
          <ac:grpSpMkLst>
            <pc:docMk/>
            <pc:sldMk cId="4067678554" sldId="257"/>
            <ac:grpSpMk id="10" creationId="{B14B560F-9DD7-4302-A60B-EBD3EF59B073}"/>
          </ac:grpSpMkLst>
        </pc:grpChg>
      </pc:sldChg>
      <pc:sldChg chg="modSp add del mod">
        <pc:chgData name="Deborah Suleman" userId="634b21d8b0bd131d" providerId="LiveId" clId="{F67C2F77-D5D6-4CAF-8CFA-758AF64B2473}" dt="2026-05-31T12:18:30.807" v="2877" actId="2696"/>
        <pc:sldMkLst>
          <pc:docMk/>
          <pc:sldMk cId="1519638787" sldId="258"/>
        </pc:sldMkLst>
      </pc:sldChg>
      <pc:sldChg chg="modSp add del mod">
        <pc:chgData name="Deborah Suleman" userId="634b21d8b0bd131d" providerId="LiveId" clId="{F67C2F77-D5D6-4CAF-8CFA-758AF64B2473}" dt="2026-05-31T12:21:19.999" v="2912" actId="2696"/>
        <pc:sldMkLst>
          <pc:docMk/>
          <pc:sldMk cId="1670716517" sldId="258"/>
        </pc:sldMkLst>
        <pc:spChg chg="mod">
          <ac:chgData name="Deborah Suleman" userId="634b21d8b0bd131d" providerId="LiveId" clId="{F67C2F77-D5D6-4CAF-8CFA-758AF64B2473}" dt="2026-05-31T12:19:09.544" v="2880" actId="20577"/>
          <ac:spMkLst>
            <pc:docMk/>
            <pc:sldMk cId="1670716517" sldId="258"/>
            <ac:spMk id="3" creationId="{00000000-0000-0000-0000-000000000000}"/>
          </ac:spMkLst>
        </pc:spChg>
      </pc:sldChg>
      <pc:sldChg chg="addSp delSp modSp add mod setBg">
        <pc:chgData name="Deborah Suleman" userId="634b21d8b0bd131d" providerId="LiveId" clId="{F67C2F77-D5D6-4CAF-8CFA-758AF64B2473}" dt="2026-05-31T16:22:31.764" v="3633" actId="255"/>
        <pc:sldMkLst>
          <pc:docMk/>
          <pc:sldMk cId="3050630730" sldId="259"/>
        </pc:sldMkLst>
        <pc:spChg chg="mod">
          <ac:chgData name="Deborah Suleman" userId="634b21d8b0bd131d" providerId="LiveId" clId="{F67C2F77-D5D6-4CAF-8CFA-758AF64B2473}" dt="2026-05-31T16:22:23.388" v="3632" actId="26606"/>
          <ac:spMkLst>
            <pc:docMk/>
            <pc:sldMk cId="3050630730" sldId="259"/>
            <ac:spMk id="2" creationId="{00000000-0000-0000-0000-000000000000}"/>
          </ac:spMkLst>
        </pc:spChg>
        <pc:spChg chg="add del mod">
          <ac:chgData name="Deborah Suleman" userId="634b21d8b0bd131d" providerId="LiveId" clId="{F67C2F77-D5D6-4CAF-8CFA-758AF64B2473}" dt="2026-05-31T16:22:23.388" v="3632" actId="26606"/>
          <ac:spMkLst>
            <pc:docMk/>
            <pc:sldMk cId="3050630730" sldId="259"/>
            <ac:spMk id="3" creationId="{00000000-0000-0000-0000-000000000000}"/>
          </ac:spMkLst>
        </pc:spChg>
        <pc:spChg chg="add del">
          <ac:chgData name="Deborah Suleman" userId="634b21d8b0bd131d" providerId="LiveId" clId="{F67C2F77-D5D6-4CAF-8CFA-758AF64B2473}" dt="2026-05-31T16:22:20.647" v="3629" actId="26606"/>
          <ac:spMkLst>
            <pc:docMk/>
            <pc:sldMk cId="3050630730" sldId="259"/>
            <ac:spMk id="8" creationId="{09588DA8-065E-4F6F-8EFD-43104AB2E0CF}"/>
          </ac:spMkLst>
        </pc:spChg>
        <pc:spChg chg="add del">
          <ac:chgData name="Deborah Suleman" userId="634b21d8b0bd131d" providerId="LiveId" clId="{F67C2F77-D5D6-4CAF-8CFA-758AF64B2473}" dt="2026-05-31T16:22:23.327" v="3631" actId="26606"/>
          <ac:spMkLst>
            <pc:docMk/>
            <pc:sldMk cId="3050630730" sldId="259"/>
            <ac:spMk id="9" creationId="{BACC6370-2D7E-4714-9D71-7542949D7D5D}"/>
          </ac:spMkLst>
        </pc:spChg>
        <pc:spChg chg="add del">
          <ac:chgData name="Deborah Suleman" userId="634b21d8b0bd131d" providerId="LiveId" clId="{F67C2F77-D5D6-4CAF-8CFA-758AF64B2473}" dt="2026-05-31T16:22:20.647" v="3629" actId="26606"/>
          <ac:spMkLst>
            <pc:docMk/>
            <pc:sldMk cId="3050630730" sldId="259"/>
            <ac:spMk id="10" creationId="{C4285719-470E-454C-AF62-8323075F1F5B}"/>
          </ac:spMkLst>
        </pc:spChg>
        <pc:spChg chg="add del">
          <ac:chgData name="Deborah Suleman" userId="634b21d8b0bd131d" providerId="LiveId" clId="{F67C2F77-D5D6-4CAF-8CFA-758AF64B2473}" dt="2026-05-31T16:22:23.327" v="3631" actId="26606"/>
          <ac:spMkLst>
            <pc:docMk/>
            <pc:sldMk cId="3050630730" sldId="259"/>
            <ac:spMk id="11" creationId="{256B2C21-A230-48C0-8DF1-C46611373C44}"/>
          </ac:spMkLst>
        </pc:spChg>
        <pc:spChg chg="add del">
          <ac:chgData name="Deborah Suleman" userId="634b21d8b0bd131d" providerId="LiveId" clId="{F67C2F77-D5D6-4CAF-8CFA-758AF64B2473}" dt="2026-05-31T16:22:20.647" v="3629" actId="26606"/>
          <ac:spMkLst>
            <pc:docMk/>
            <pc:sldMk cId="3050630730" sldId="259"/>
            <ac:spMk id="12" creationId="{CD9FE4EF-C4D8-49A0-B2FF-81D8DB7D8A24}"/>
          </ac:spMkLst>
        </pc:spChg>
        <pc:spChg chg="add del">
          <ac:chgData name="Deborah Suleman" userId="634b21d8b0bd131d" providerId="LiveId" clId="{F67C2F77-D5D6-4CAF-8CFA-758AF64B2473}" dt="2026-05-31T16:22:23.327" v="3631" actId="26606"/>
          <ac:spMkLst>
            <pc:docMk/>
            <pc:sldMk cId="3050630730" sldId="259"/>
            <ac:spMk id="13" creationId="{3847E18C-932D-4C95-AABA-FEC7C9499AD7}"/>
          </ac:spMkLst>
        </pc:spChg>
        <pc:spChg chg="add del">
          <ac:chgData name="Deborah Suleman" userId="634b21d8b0bd131d" providerId="LiveId" clId="{F67C2F77-D5D6-4CAF-8CFA-758AF64B2473}" dt="2026-05-31T16:22:20.647" v="3629" actId="26606"/>
          <ac:spMkLst>
            <pc:docMk/>
            <pc:sldMk cId="3050630730" sldId="259"/>
            <ac:spMk id="14" creationId="{4300840D-0A0B-4512-BACA-B439D5B9C57C}"/>
          </ac:spMkLst>
        </pc:spChg>
        <pc:spChg chg="add del">
          <ac:chgData name="Deborah Suleman" userId="634b21d8b0bd131d" providerId="LiveId" clId="{F67C2F77-D5D6-4CAF-8CFA-758AF64B2473}" dt="2026-05-31T16:22:23.327" v="3631" actId="26606"/>
          <ac:spMkLst>
            <pc:docMk/>
            <pc:sldMk cId="3050630730" sldId="259"/>
            <ac:spMk id="15" creationId="{3150CB11-0C61-439E-910F-5787759E72A0}"/>
          </ac:spMkLst>
        </pc:spChg>
        <pc:spChg chg="add del">
          <ac:chgData name="Deborah Suleman" userId="634b21d8b0bd131d" providerId="LiveId" clId="{F67C2F77-D5D6-4CAF-8CFA-758AF64B2473}" dt="2026-05-31T16:22:20.647" v="3629" actId="26606"/>
          <ac:spMkLst>
            <pc:docMk/>
            <pc:sldMk cId="3050630730" sldId="259"/>
            <ac:spMk id="16" creationId="{D2B78728-A580-49A7-84F9-6EF6F583ADE0}"/>
          </ac:spMkLst>
        </pc:spChg>
        <pc:spChg chg="add del">
          <ac:chgData name="Deborah Suleman" userId="634b21d8b0bd131d" providerId="LiveId" clId="{F67C2F77-D5D6-4CAF-8CFA-758AF64B2473}" dt="2026-05-31T16:22:23.327" v="3631" actId="26606"/>
          <ac:spMkLst>
            <pc:docMk/>
            <pc:sldMk cId="3050630730" sldId="259"/>
            <ac:spMk id="17" creationId="{43F8A58B-5155-44CE-A5FF-7647B47D0A7A}"/>
          </ac:spMkLst>
        </pc:spChg>
        <pc:spChg chg="add del">
          <ac:chgData name="Deborah Suleman" userId="634b21d8b0bd131d" providerId="LiveId" clId="{F67C2F77-D5D6-4CAF-8CFA-758AF64B2473}" dt="2026-05-31T16:22:20.647" v="3629" actId="26606"/>
          <ac:spMkLst>
            <pc:docMk/>
            <pc:sldMk cId="3050630730" sldId="259"/>
            <ac:spMk id="18" creationId="{38FAA1A1-D861-433F-88FA-1E9D6FD31D11}"/>
          </ac:spMkLst>
        </pc:spChg>
        <pc:spChg chg="add del">
          <ac:chgData name="Deborah Suleman" userId="634b21d8b0bd131d" providerId="LiveId" clId="{F67C2F77-D5D6-4CAF-8CFA-758AF64B2473}" dt="2026-05-31T16:22:23.327" v="3631" actId="26606"/>
          <ac:spMkLst>
            <pc:docMk/>
            <pc:sldMk cId="3050630730" sldId="259"/>
            <ac:spMk id="19" creationId="{443F2ACA-E6D6-4028-82DD-F03C262D5DE6}"/>
          </ac:spMkLst>
        </pc:spChg>
        <pc:spChg chg="add del">
          <ac:chgData name="Deborah Suleman" userId="634b21d8b0bd131d" providerId="LiveId" clId="{F67C2F77-D5D6-4CAF-8CFA-758AF64B2473}" dt="2026-05-31T16:22:20.647" v="3629" actId="26606"/>
          <ac:spMkLst>
            <pc:docMk/>
            <pc:sldMk cId="3050630730" sldId="259"/>
            <ac:spMk id="20" creationId="{8D71EDA1-87BF-4D5D-AB79-F346FD19278A}"/>
          </ac:spMkLst>
        </pc:spChg>
        <pc:spChg chg="add">
          <ac:chgData name="Deborah Suleman" userId="634b21d8b0bd131d" providerId="LiveId" clId="{F67C2F77-D5D6-4CAF-8CFA-758AF64B2473}" dt="2026-05-31T16:22:23.388" v="3632" actId="26606"/>
          <ac:spMkLst>
            <pc:docMk/>
            <pc:sldMk cId="3050630730" sldId="259"/>
            <ac:spMk id="21" creationId="{09588DA8-065E-4F6F-8EFD-43104AB2E0CF}"/>
          </ac:spMkLst>
        </pc:spChg>
        <pc:spChg chg="add">
          <ac:chgData name="Deborah Suleman" userId="634b21d8b0bd131d" providerId="LiveId" clId="{F67C2F77-D5D6-4CAF-8CFA-758AF64B2473}" dt="2026-05-31T16:22:23.388" v="3632" actId="26606"/>
          <ac:spMkLst>
            <pc:docMk/>
            <pc:sldMk cId="3050630730" sldId="259"/>
            <ac:spMk id="22" creationId="{C4285719-470E-454C-AF62-8323075F1F5B}"/>
          </ac:spMkLst>
        </pc:spChg>
        <pc:spChg chg="add">
          <ac:chgData name="Deborah Suleman" userId="634b21d8b0bd131d" providerId="LiveId" clId="{F67C2F77-D5D6-4CAF-8CFA-758AF64B2473}" dt="2026-05-31T16:22:23.388" v="3632" actId="26606"/>
          <ac:spMkLst>
            <pc:docMk/>
            <pc:sldMk cId="3050630730" sldId="259"/>
            <ac:spMk id="23" creationId="{CD9FE4EF-C4D8-49A0-B2FF-81D8DB7D8A24}"/>
          </ac:spMkLst>
        </pc:spChg>
        <pc:spChg chg="add">
          <ac:chgData name="Deborah Suleman" userId="634b21d8b0bd131d" providerId="LiveId" clId="{F67C2F77-D5D6-4CAF-8CFA-758AF64B2473}" dt="2026-05-31T16:22:23.388" v="3632" actId="26606"/>
          <ac:spMkLst>
            <pc:docMk/>
            <pc:sldMk cId="3050630730" sldId="259"/>
            <ac:spMk id="24" creationId="{4300840D-0A0B-4512-BACA-B439D5B9C57C}"/>
          </ac:spMkLst>
        </pc:spChg>
        <pc:spChg chg="add">
          <ac:chgData name="Deborah Suleman" userId="634b21d8b0bd131d" providerId="LiveId" clId="{F67C2F77-D5D6-4CAF-8CFA-758AF64B2473}" dt="2026-05-31T16:22:23.388" v="3632" actId="26606"/>
          <ac:spMkLst>
            <pc:docMk/>
            <pc:sldMk cId="3050630730" sldId="259"/>
            <ac:spMk id="25" creationId="{D2B78728-A580-49A7-84F9-6EF6F583ADE0}"/>
          </ac:spMkLst>
        </pc:spChg>
        <pc:spChg chg="add">
          <ac:chgData name="Deborah Suleman" userId="634b21d8b0bd131d" providerId="LiveId" clId="{F67C2F77-D5D6-4CAF-8CFA-758AF64B2473}" dt="2026-05-31T16:22:23.388" v="3632" actId="26606"/>
          <ac:spMkLst>
            <pc:docMk/>
            <pc:sldMk cId="3050630730" sldId="259"/>
            <ac:spMk id="26" creationId="{38FAA1A1-D861-433F-88FA-1E9D6FD31D11}"/>
          </ac:spMkLst>
        </pc:spChg>
        <pc:spChg chg="add">
          <ac:chgData name="Deborah Suleman" userId="634b21d8b0bd131d" providerId="LiveId" clId="{F67C2F77-D5D6-4CAF-8CFA-758AF64B2473}" dt="2026-05-31T16:22:23.388" v="3632" actId="26606"/>
          <ac:spMkLst>
            <pc:docMk/>
            <pc:sldMk cId="3050630730" sldId="259"/>
            <ac:spMk id="27" creationId="{8D71EDA1-87BF-4D5D-AB79-F346FD19278A}"/>
          </ac:spMkLst>
        </pc:spChg>
        <pc:spChg chg="add mod">
          <ac:chgData name="Deborah Suleman" userId="634b21d8b0bd131d" providerId="LiveId" clId="{F67C2F77-D5D6-4CAF-8CFA-758AF64B2473}" dt="2026-05-31T16:22:31.764" v="3633" actId="255"/>
          <ac:spMkLst>
            <pc:docMk/>
            <pc:sldMk cId="3050630730" sldId="259"/>
            <ac:spMk id="28" creationId="{00000000-0000-0000-0000-000000000000}"/>
          </ac:spMkLst>
        </pc:spChg>
        <pc:graphicFrameChg chg="add del">
          <ac:chgData name="Deborah Suleman" userId="634b21d8b0bd131d" providerId="LiveId" clId="{F67C2F77-D5D6-4CAF-8CFA-758AF64B2473}" dt="2026-05-31T16:22:23.327" v="3631" actId="26606"/>
          <ac:graphicFrameMkLst>
            <pc:docMk/>
            <pc:sldMk cId="3050630730" sldId="259"/>
            <ac:graphicFrameMk id="5" creationId="{26B455AB-6C12-CE7A-A837-D1FC533805A9}"/>
          </ac:graphicFrameMkLst>
        </pc:graphicFrameChg>
      </pc:sldChg>
      <pc:sldChg chg="add ord">
        <pc:chgData name="Deborah Suleman" userId="634b21d8b0bd131d" providerId="LiveId" clId="{F67C2F77-D5D6-4CAF-8CFA-758AF64B2473}" dt="2026-05-31T13:11:15.744" v="3055"/>
        <pc:sldMkLst>
          <pc:docMk/>
          <pc:sldMk cId="0" sldId="260"/>
        </pc:sldMkLst>
      </pc:sldChg>
      <pc:sldChg chg="add del">
        <pc:chgData name="Deborah Suleman" userId="634b21d8b0bd131d" providerId="LiveId" clId="{F67C2F77-D5D6-4CAF-8CFA-758AF64B2473}" dt="2026-05-31T19:24:28.852" v="4087" actId="2696"/>
        <pc:sldMkLst>
          <pc:docMk/>
          <pc:sldMk cId="1614446580" sldId="261"/>
        </pc:sldMkLst>
      </pc:sldChg>
      <pc:sldChg chg="add del">
        <pc:chgData name="Deborah Suleman" userId="634b21d8b0bd131d" providerId="LiveId" clId="{F67C2F77-D5D6-4CAF-8CFA-758AF64B2473}" dt="2026-05-31T12:56:34.926" v="3044" actId="2696"/>
        <pc:sldMkLst>
          <pc:docMk/>
          <pc:sldMk cId="3836382032" sldId="261"/>
        </pc:sldMkLst>
      </pc:sldChg>
      <pc:sldChg chg="addSp modSp add mod setBg">
        <pc:chgData name="Deborah Suleman" userId="634b21d8b0bd131d" providerId="LiveId" clId="{F67C2F77-D5D6-4CAF-8CFA-758AF64B2473}" dt="2026-05-31T12:36:16.713" v="2950" actId="20577"/>
        <pc:sldMkLst>
          <pc:docMk/>
          <pc:sldMk cId="3175319702" sldId="262"/>
        </pc:sldMkLst>
        <pc:spChg chg="mod">
          <ac:chgData name="Deborah Suleman" userId="634b21d8b0bd131d" providerId="LiveId" clId="{F67C2F77-D5D6-4CAF-8CFA-758AF64B2473}" dt="2026-05-31T12:32:46.855" v="2927" actId="26606"/>
          <ac:spMkLst>
            <pc:docMk/>
            <pc:sldMk cId="3175319702" sldId="262"/>
            <ac:spMk id="2" creationId="{00000000-0000-0000-0000-000000000000}"/>
          </ac:spMkLst>
        </pc:spChg>
        <pc:spChg chg="mod">
          <ac:chgData name="Deborah Suleman" userId="634b21d8b0bd131d" providerId="LiveId" clId="{F67C2F77-D5D6-4CAF-8CFA-758AF64B2473}" dt="2026-05-31T12:36:16.713" v="2950" actId="20577"/>
          <ac:spMkLst>
            <pc:docMk/>
            <pc:sldMk cId="3175319702" sldId="262"/>
            <ac:spMk id="3" creationId="{00000000-0000-0000-0000-000000000000}"/>
          </ac:spMkLst>
        </pc:spChg>
        <pc:spChg chg="add mod ord">
          <ac:chgData name="Deborah Suleman" userId="634b21d8b0bd131d" providerId="LiveId" clId="{F67C2F77-D5D6-4CAF-8CFA-758AF64B2473}" dt="2026-05-31T12:32:46.855" v="2927" actId="26606"/>
          <ac:spMkLst>
            <pc:docMk/>
            <pc:sldMk cId="3175319702" sldId="262"/>
            <ac:spMk id="5" creationId="{F282FB1C-9A3C-A506-3607-25280B9820E1}"/>
          </ac:spMkLst>
        </pc:spChg>
        <pc:spChg chg="add">
          <ac:chgData name="Deborah Suleman" userId="634b21d8b0bd131d" providerId="LiveId" clId="{F67C2F77-D5D6-4CAF-8CFA-758AF64B2473}" dt="2026-05-31T12:32:46.855" v="2927" actId="26606"/>
          <ac:spMkLst>
            <pc:docMk/>
            <pc:sldMk cId="3175319702" sldId="262"/>
            <ac:spMk id="12" creationId="{6D22FA1E-E02A-4FC5-BBA6-577D6DA0C8C8}"/>
          </ac:spMkLst>
        </pc:spChg>
        <pc:spChg chg="add">
          <ac:chgData name="Deborah Suleman" userId="634b21d8b0bd131d" providerId="LiveId" clId="{F67C2F77-D5D6-4CAF-8CFA-758AF64B2473}" dt="2026-05-31T12:32:46.855" v="2927" actId="26606"/>
          <ac:spMkLst>
            <pc:docMk/>
            <pc:sldMk cId="3175319702" sldId="262"/>
            <ac:spMk id="14" creationId="{05D27520-F270-4F3D-A46E-76A337B6E167}"/>
          </ac:spMkLst>
        </pc:spChg>
        <pc:picChg chg="add mod">
          <ac:chgData name="Deborah Suleman" userId="634b21d8b0bd131d" providerId="LiveId" clId="{F67C2F77-D5D6-4CAF-8CFA-758AF64B2473}" dt="2026-05-31T12:32:46.855" v="2927" actId="26606"/>
          <ac:picMkLst>
            <pc:docMk/>
            <pc:sldMk cId="3175319702" sldId="262"/>
            <ac:picMk id="4" creationId="{89DAE378-C5D1-1187-6389-AAEDBBF90BB5}"/>
          </ac:picMkLst>
        </pc:picChg>
        <pc:picChg chg="add mod ord">
          <ac:chgData name="Deborah Suleman" userId="634b21d8b0bd131d" providerId="LiveId" clId="{F67C2F77-D5D6-4CAF-8CFA-758AF64B2473}" dt="2026-05-31T12:34:05.045" v="2934" actId="14100"/>
          <ac:picMkLst>
            <pc:docMk/>
            <pc:sldMk cId="3175319702" sldId="262"/>
            <ac:picMk id="6" creationId="{ECC00864-E6CA-3896-1EBB-8B2F3D9A3267}"/>
          </ac:picMkLst>
        </pc:picChg>
        <pc:picChg chg="add mod">
          <ac:chgData name="Deborah Suleman" userId="634b21d8b0bd131d" providerId="LiveId" clId="{F67C2F77-D5D6-4CAF-8CFA-758AF64B2473}" dt="2026-05-31T12:33:58.960" v="2933" actId="14100"/>
          <ac:picMkLst>
            <pc:docMk/>
            <pc:sldMk cId="3175319702" sldId="262"/>
            <ac:picMk id="7" creationId="{E12AA3A5-6B30-6F60-EE91-ECC6B576CE36}"/>
          </ac:picMkLst>
        </pc:picChg>
      </pc:sldChg>
      <pc:sldChg chg="add del">
        <pc:chgData name="Deborah Suleman" userId="634b21d8b0bd131d" providerId="LiveId" clId="{F67C2F77-D5D6-4CAF-8CFA-758AF64B2473}" dt="2026-05-31T12:15:06.568" v="2858" actId="2696"/>
        <pc:sldMkLst>
          <pc:docMk/>
          <pc:sldMk cId="0" sldId="263"/>
        </pc:sldMkLst>
      </pc:sldChg>
      <pc:sldChg chg="modSp add del mod">
        <pc:chgData name="Deborah Suleman" userId="634b21d8b0bd131d" providerId="LiveId" clId="{F67C2F77-D5D6-4CAF-8CFA-758AF64B2473}" dt="2026-05-31T12:47:10.904" v="2982" actId="2696"/>
        <pc:sldMkLst>
          <pc:docMk/>
          <pc:sldMk cId="1403466670" sldId="263"/>
        </pc:sldMkLst>
        <pc:spChg chg="mod">
          <ac:chgData name="Deborah Suleman" userId="634b21d8b0bd131d" providerId="LiveId" clId="{F67C2F77-D5D6-4CAF-8CFA-758AF64B2473}" dt="2026-05-31T12:21:07.357" v="2911" actId="20577"/>
          <ac:spMkLst>
            <pc:docMk/>
            <pc:sldMk cId="1403466670" sldId="263"/>
            <ac:spMk id="3075" creationId="{E885E68D-1BF9-C09F-FD05-8F0620AD9E25}"/>
          </ac:spMkLst>
        </pc:spChg>
      </pc:sldChg>
      <pc:sldChg chg="add del">
        <pc:chgData name="Deborah Suleman" userId="634b21d8b0bd131d" providerId="LiveId" clId="{F67C2F77-D5D6-4CAF-8CFA-758AF64B2473}" dt="2026-05-31T12:43:38.148" v="2973" actId="2696"/>
        <pc:sldMkLst>
          <pc:docMk/>
          <pc:sldMk cId="3505186684" sldId="264"/>
        </pc:sldMkLst>
      </pc:sldChg>
      <pc:sldChg chg="add del">
        <pc:chgData name="Deborah Suleman" userId="634b21d8b0bd131d" providerId="LiveId" clId="{F67C2F77-D5D6-4CAF-8CFA-758AF64B2473}" dt="2026-05-31T16:14:11.513" v="3602" actId="2696"/>
        <pc:sldMkLst>
          <pc:docMk/>
          <pc:sldMk cId="1719592911" sldId="265"/>
        </pc:sldMkLst>
      </pc:sldChg>
      <pc:sldChg chg="addSp modSp add mod ord setBg">
        <pc:chgData name="Deborah Suleman" userId="634b21d8b0bd131d" providerId="LiveId" clId="{F67C2F77-D5D6-4CAF-8CFA-758AF64B2473}" dt="2026-05-31T16:21:15.560" v="3623" actId="255"/>
        <pc:sldMkLst>
          <pc:docMk/>
          <pc:sldMk cId="2570347154" sldId="266"/>
        </pc:sldMkLst>
        <pc:spChg chg="mod">
          <ac:chgData name="Deborah Suleman" userId="634b21d8b0bd131d" providerId="LiveId" clId="{F67C2F77-D5D6-4CAF-8CFA-758AF64B2473}" dt="2026-05-31T16:20:52.154" v="3622" actId="26606"/>
          <ac:spMkLst>
            <pc:docMk/>
            <pc:sldMk cId="2570347154" sldId="266"/>
            <ac:spMk id="2" creationId="{00000000-0000-0000-0000-000000000000}"/>
          </ac:spMkLst>
        </pc:spChg>
        <pc:spChg chg="mod">
          <ac:chgData name="Deborah Suleman" userId="634b21d8b0bd131d" providerId="LiveId" clId="{F67C2F77-D5D6-4CAF-8CFA-758AF64B2473}" dt="2026-05-31T16:21:15.560" v="3623" actId="255"/>
          <ac:spMkLst>
            <pc:docMk/>
            <pc:sldMk cId="2570347154" sldId="266"/>
            <ac:spMk id="3" creationId="{00000000-0000-0000-0000-000000000000}"/>
          </ac:spMkLst>
        </pc:spChg>
        <pc:spChg chg="add">
          <ac:chgData name="Deborah Suleman" userId="634b21d8b0bd131d" providerId="LiveId" clId="{F67C2F77-D5D6-4CAF-8CFA-758AF64B2473}" dt="2026-05-31T16:20:52.154" v="3622" actId="26606"/>
          <ac:spMkLst>
            <pc:docMk/>
            <pc:sldMk cId="2570347154" sldId="266"/>
            <ac:spMk id="8" creationId="{09588DA8-065E-4F6F-8EFD-43104AB2E0CF}"/>
          </ac:spMkLst>
        </pc:spChg>
        <pc:spChg chg="add">
          <ac:chgData name="Deborah Suleman" userId="634b21d8b0bd131d" providerId="LiveId" clId="{F67C2F77-D5D6-4CAF-8CFA-758AF64B2473}" dt="2026-05-31T16:20:52.154" v="3622" actId="26606"/>
          <ac:spMkLst>
            <pc:docMk/>
            <pc:sldMk cId="2570347154" sldId="266"/>
            <ac:spMk id="10" creationId="{C4285719-470E-454C-AF62-8323075F1F5B}"/>
          </ac:spMkLst>
        </pc:spChg>
        <pc:spChg chg="add">
          <ac:chgData name="Deborah Suleman" userId="634b21d8b0bd131d" providerId="LiveId" clId="{F67C2F77-D5D6-4CAF-8CFA-758AF64B2473}" dt="2026-05-31T16:20:52.154" v="3622" actId="26606"/>
          <ac:spMkLst>
            <pc:docMk/>
            <pc:sldMk cId="2570347154" sldId="266"/>
            <ac:spMk id="12" creationId="{CD9FE4EF-C4D8-49A0-B2FF-81D8DB7D8A24}"/>
          </ac:spMkLst>
        </pc:spChg>
        <pc:spChg chg="add">
          <ac:chgData name="Deborah Suleman" userId="634b21d8b0bd131d" providerId="LiveId" clId="{F67C2F77-D5D6-4CAF-8CFA-758AF64B2473}" dt="2026-05-31T16:20:52.154" v="3622" actId="26606"/>
          <ac:spMkLst>
            <pc:docMk/>
            <pc:sldMk cId="2570347154" sldId="266"/>
            <ac:spMk id="14" creationId="{4300840D-0A0B-4512-BACA-B439D5B9C57C}"/>
          </ac:spMkLst>
        </pc:spChg>
        <pc:spChg chg="add">
          <ac:chgData name="Deborah Suleman" userId="634b21d8b0bd131d" providerId="LiveId" clId="{F67C2F77-D5D6-4CAF-8CFA-758AF64B2473}" dt="2026-05-31T16:20:52.154" v="3622" actId="26606"/>
          <ac:spMkLst>
            <pc:docMk/>
            <pc:sldMk cId="2570347154" sldId="266"/>
            <ac:spMk id="16" creationId="{D2B78728-A580-49A7-84F9-6EF6F583ADE0}"/>
          </ac:spMkLst>
        </pc:spChg>
        <pc:spChg chg="add">
          <ac:chgData name="Deborah Suleman" userId="634b21d8b0bd131d" providerId="LiveId" clId="{F67C2F77-D5D6-4CAF-8CFA-758AF64B2473}" dt="2026-05-31T16:20:52.154" v="3622" actId="26606"/>
          <ac:spMkLst>
            <pc:docMk/>
            <pc:sldMk cId="2570347154" sldId="266"/>
            <ac:spMk id="18" creationId="{38FAA1A1-D861-433F-88FA-1E9D6FD31D11}"/>
          </ac:spMkLst>
        </pc:spChg>
        <pc:spChg chg="add">
          <ac:chgData name="Deborah Suleman" userId="634b21d8b0bd131d" providerId="LiveId" clId="{F67C2F77-D5D6-4CAF-8CFA-758AF64B2473}" dt="2026-05-31T16:20:52.154" v="3622" actId="26606"/>
          <ac:spMkLst>
            <pc:docMk/>
            <pc:sldMk cId="2570347154" sldId="266"/>
            <ac:spMk id="20" creationId="{8D71EDA1-87BF-4D5D-AB79-F346FD19278A}"/>
          </ac:spMkLst>
        </pc:spChg>
      </pc:sldChg>
      <pc:sldChg chg="add">
        <pc:chgData name="Deborah Suleman" userId="634b21d8b0bd131d" providerId="LiveId" clId="{F67C2F77-D5D6-4CAF-8CFA-758AF64B2473}" dt="2026-05-31T18:58:11.194" v="3886"/>
        <pc:sldMkLst>
          <pc:docMk/>
          <pc:sldMk cId="463993292" sldId="268"/>
        </pc:sldMkLst>
      </pc:sldChg>
      <pc:sldChg chg="modSp add del mod">
        <pc:chgData name="Deborah Suleman" userId="634b21d8b0bd131d" providerId="LiveId" clId="{F67C2F77-D5D6-4CAF-8CFA-758AF64B2473}" dt="2026-05-31T12:57:56.984" v="3046" actId="2696"/>
        <pc:sldMkLst>
          <pc:docMk/>
          <pc:sldMk cId="630060483" sldId="268"/>
        </pc:sldMkLst>
      </pc:sldChg>
      <pc:sldChg chg="modSp add mod">
        <pc:chgData name="Deborah Suleman" userId="634b21d8b0bd131d" providerId="LiveId" clId="{F67C2F77-D5D6-4CAF-8CFA-758AF64B2473}" dt="2026-05-31T19:05:57.377" v="3948" actId="14100"/>
        <pc:sldMkLst>
          <pc:docMk/>
          <pc:sldMk cId="1891894428" sldId="269"/>
        </pc:sldMkLst>
        <pc:spChg chg="mod">
          <ac:chgData name="Deborah Suleman" userId="634b21d8b0bd131d" providerId="LiveId" clId="{F67C2F77-D5D6-4CAF-8CFA-758AF64B2473}" dt="2026-05-31T18:58:11.579" v="3888" actId="27636"/>
          <ac:spMkLst>
            <pc:docMk/>
            <pc:sldMk cId="1891894428" sldId="269"/>
            <ac:spMk id="3" creationId="{00000000-0000-0000-0000-000000000000}"/>
          </ac:spMkLst>
        </pc:spChg>
        <pc:picChg chg="mod">
          <ac:chgData name="Deborah Suleman" userId="634b21d8b0bd131d" providerId="LiveId" clId="{F67C2F77-D5D6-4CAF-8CFA-758AF64B2473}" dt="2026-05-31T19:05:57.377" v="3948" actId="14100"/>
          <ac:picMkLst>
            <pc:docMk/>
            <pc:sldMk cId="1891894428" sldId="269"/>
            <ac:picMk id="5" creationId="{00000000-0000-0000-0000-000000000000}"/>
          </ac:picMkLst>
        </pc:picChg>
      </pc:sldChg>
      <pc:sldChg chg="modSp add del mod">
        <pc:chgData name="Deborah Suleman" userId="634b21d8b0bd131d" providerId="LiveId" clId="{F67C2F77-D5D6-4CAF-8CFA-758AF64B2473}" dt="2026-05-31T13:02:03.380" v="3049" actId="2696"/>
        <pc:sldMkLst>
          <pc:docMk/>
          <pc:sldMk cId="1835866206" sldId="270"/>
        </pc:sldMkLst>
      </pc:sldChg>
      <pc:sldChg chg="add del">
        <pc:chgData name="Deborah Suleman" userId="634b21d8b0bd131d" providerId="LiveId" clId="{F67C2F77-D5D6-4CAF-8CFA-758AF64B2473}" dt="2026-05-31T19:05:10.484" v="3947" actId="2696"/>
        <pc:sldMkLst>
          <pc:docMk/>
          <pc:sldMk cId="3206631678" sldId="270"/>
        </pc:sldMkLst>
      </pc:sldChg>
      <pc:sldChg chg="add del">
        <pc:chgData name="Deborah Suleman" userId="634b21d8b0bd131d" providerId="LiveId" clId="{F67C2F77-D5D6-4CAF-8CFA-758AF64B2473}" dt="2026-05-31T19:09:32.334" v="3950" actId="2696"/>
        <pc:sldMkLst>
          <pc:docMk/>
          <pc:sldMk cId="4134186848" sldId="271"/>
        </pc:sldMkLst>
      </pc:sldChg>
      <pc:sldChg chg="addSp modSp add mod setBg">
        <pc:chgData name="Deborah Suleman" userId="634b21d8b0bd131d" providerId="LiveId" clId="{F67C2F77-D5D6-4CAF-8CFA-758AF64B2473}" dt="2026-05-31T18:35:21.142" v="3811" actId="26606"/>
        <pc:sldMkLst>
          <pc:docMk/>
          <pc:sldMk cId="2841725322" sldId="273"/>
        </pc:sldMkLst>
        <pc:spChg chg="mod">
          <ac:chgData name="Deborah Suleman" userId="634b21d8b0bd131d" providerId="LiveId" clId="{F67C2F77-D5D6-4CAF-8CFA-758AF64B2473}" dt="2026-05-31T18:35:21.142" v="3811" actId="26606"/>
          <ac:spMkLst>
            <pc:docMk/>
            <pc:sldMk cId="2841725322" sldId="273"/>
            <ac:spMk id="2" creationId="{00000000-0000-0000-0000-000000000000}"/>
          </ac:spMkLst>
        </pc:spChg>
        <pc:spChg chg="mod">
          <ac:chgData name="Deborah Suleman" userId="634b21d8b0bd131d" providerId="LiveId" clId="{F67C2F77-D5D6-4CAF-8CFA-758AF64B2473}" dt="2026-05-31T18:35:21.142" v="3811" actId="26606"/>
          <ac:spMkLst>
            <pc:docMk/>
            <pc:sldMk cId="2841725322" sldId="273"/>
            <ac:spMk id="3" creationId="{00000000-0000-0000-0000-000000000000}"/>
          </ac:spMkLst>
        </pc:spChg>
        <pc:spChg chg="add">
          <ac:chgData name="Deborah Suleman" userId="634b21d8b0bd131d" providerId="LiveId" clId="{F67C2F77-D5D6-4CAF-8CFA-758AF64B2473}" dt="2026-05-31T18:35:21.142" v="3811" actId="26606"/>
          <ac:spMkLst>
            <pc:docMk/>
            <pc:sldMk cId="2841725322" sldId="273"/>
            <ac:spMk id="8" creationId="{907EF6B7-1338-4443-8C46-6A318D952DFD}"/>
          </ac:spMkLst>
        </pc:spChg>
        <pc:spChg chg="add">
          <ac:chgData name="Deborah Suleman" userId="634b21d8b0bd131d" providerId="LiveId" clId="{F67C2F77-D5D6-4CAF-8CFA-758AF64B2473}" dt="2026-05-31T18:35:21.142" v="3811" actId="26606"/>
          <ac:spMkLst>
            <pc:docMk/>
            <pc:sldMk cId="2841725322" sldId="273"/>
            <ac:spMk id="10" creationId="{DAAE4CDD-124C-4DCF-9584-B6033B545DD5}"/>
          </ac:spMkLst>
        </pc:spChg>
        <pc:spChg chg="add">
          <ac:chgData name="Deborah Suleman" userId="634b21d8b0bd131d" providerId="LiveId" clId="{F67C2F77-D5D6-4CAF-8CFA-758AF64B2473}" dt="2026-05-31T18:35:21.142" v="3811" actId="26606"/>
          <ac:spMkLst>
            <pc:docMk/>
            <pc:sldMk cId="2841725322" sldId="273"/>
            <ac:spMk id="12" creationId="{081E4A58-353D-44AE-B2FC-2A74E2E400F7}"/>
          </ac:spMkLst>
        </pc:spChg>
      </pc:sldChg>
      <pc:sldChg chg="add">
        <pc:chgData name="Deborah Suleman" userId="634b21d8b0bd131d" providerId="LiveId" clId="{F67C2F77-D5D6-4CAF-8CFA-758AF64B2473}" dt="2026-05-26T17:34:02.260" v="39"/>
        <pc:sldMkLst>
          <pc:docMk/>
          <pc:sldMk cId="2093613687" sldId="274"/>
        </pc:sldMkLst>
      </pc:sldChg>
      <pc:sldChg chg="modSp add mod">
        <pc:chgData name="Deborah Suleman" userId="634b21d8b0bd131d" providerId="LiveId" clId="{F67C2F77-D5D6-4CAF-8CFA-758AF64B2473}" dt="2026-05-31T16:13:56.526" v="3601" actId="20577"/>
        <pc:sldMkLst>
          <pc:docMk/>
          <pc:sldMk cId="229647351" sldId="275"/>
        </pc:sldMkLst>
        <pc:graphicFrameChg chg="modGraphic">
          <ac:chgData name="Deborah Suleman" userId="634b21d8b0bd131d" providerId="LiveId" clId="{F67C2F77-D5D6-4CAF-8CFA-758AF64B2473}" dt="2026-05-31T16:13:56.526" v="3601" actId="20577"/>
          <ac:graphicFrameMkLst>
            <pc:docMk/>
            <pc:sldMk cId="229647351" sldId="275"/>
            <ac:graphicFrameMk id="4" creationId="{00000000-0000-0000-0000-000000000000}"/>
          </ac:graphicFrameMkLst>
        </pc:graphicFrameChg>
      </pc:sldChg>
      <pc:sldChg chg="add del">
        <pc:chgData name="Deborah Suleman" userId="634b21d8b0bd131d" providerId="LiveId" clId="{F67C2F77-D5D6-4CAF-8CFA-758AF64B2473}" dt="2026-05-31T19:09:32.334" v="3950" actId="2696"/>
        <pc:sldMkLst>
          <pc:docMk/>
          <pc:sldMk cId="3020172423" sldId="276"/>
        </pc:sldMkLst>
      </pc:sldChg>
      <pc:sldChg chg="addSp modSp mod setBg">
        <pc:chgData name="Deborah Suleman" userId="634b21d8b0bd131d" providerId="LiveId" clId="{F67C2F77-D5D6-4CAF-8CFA-758AF64B2473}" dt="2026-05-31T20:05:35.251" v="4233" actId="255"/>
        <pc:sldMkLst>
          <pc:docMk/>
          <pc:sldMk cId="1693146241" sldId="277"/>
        </pc:sldMkLst>
        <pc:spChg chg="mod">
          <ac:chgData name="Deborah Suleman" userId="634b21d8b0bd131d" providerId="LiveId" clId="{F67C2F77-D5D6-4CAF-8CFA-758AF64B2473}" dt="2026-05-31T18:37:48.979" v="3815" actId="26606"/>
          <ac:spMkLst>
            <pc:docMk/>
            <pc:sldMk cId="1693146241" sldId="277"/>
            <ac:spMk id="2" creationId="{70F6D4F8-48EE-179E-6057-9BA75FA9E569}"/>
          </ac:spMkLst>
        </pc:spChg>
        <pc:spChg chg="mod">
          <ac:chgData name="Deborah Suleman" userId="634b21d8b0bd131d" providerId="LiveId" clId="{F67C2F77-D5D6-4CAF-8CFA-758AF64B2473}" dt="2026-05-31T20:05:35.251" v="4233" actId="255"/>
          <ac:spMkLst>
            <pc:docMk/>
            <pc:sldMk cId="1693146241" sldId="277"/>
            <ac:spMk id="3" creationId="{EDE275C8-6DA3-3A63-1419-BE6ADBC72941}"/>
          </ac:spMkLst>
        </pc:spChg>
        <pc:spChg chg="add">
          <ac:chgData name="Deborah Suleman" userId="634b21d8b0bd131d" providerId="LiveId" clId="{F67C2F77-D5D6-4CAF-8CFA-758AF64B2473}" dt="2026-05-31T18:37:48.979" v="3815" actId="26606"/>
          <ac:spMkLst>
            <pc:docMk/>
            <pc:sldMk cId="1693146241" sldId="277"/>
            <ac:spMk id="8" creationId="{3AD318CC-E2A8-4E27-9548-A047A78999B1}"/>
          </ac:spMkLst>
        </pc:spChg>
        <pc:spChg chg="add">
          <ac:chgData name="Deborah Suleman" userId="634b21d8b0bd131d" providerId="LiveId" clId="{F67C2F77-D5D6-4CAF-8CFA-758AF64B2473}" dt="2026-05-31T18:37:48.979" v="3815" actId="26606"/>
          <ac:spMkLst>
            <pc:docMk/>
            <pc:sldMk cId="1693146241" sldId="277"/>
            <ac:spMk id="14" creationId="{2C1BBA94-3F40-40AA-8BB9-E69E25E537C1}"/>
          </ac:spMkLst>
        </pc:spChg>
        <pc:grpChg chg="add">
          <ac:chgData name="Deborah Suleman" userId="634b21d8b0bd131d" providerId="LiveId" clId="{F67C2F77-D5D6-4CAF-8CFA-758AF64B2473}" dt="2026-05-31T18:37:48.979" v="3815" actId="26606"/>
          <ac:grpSpMkLst>
            <pc:docMk/>
            <pc:sldMk cId="1693146241" sldId="277"/>
            <ac:grpSpMk id="10" creationId="{B14B560F-9DD7-4302-A60B-EBD3EF59B073}"/>
          </ac:grpSpMkLst>
        </pc:grpChg>
      </pc:sldChg>
      <pc:sldChg chg="addSp modSp mod setBg">
        <pc:chgData name="Deborah Suleman" userId="634b21d8b0bd131d" providerId="LiveId" clId="{F67C2F77-D5D6-4CAF-8CFA-758AF64B2473}" dt="2026-05-31T20:15:22.952" v="4245" actId="20577"/>
        <pc:sldMkLst>
          <pc:docMk/>
          <pc:sldMk cId="825029707" sldId="278"/>
        </pc:sldMkLst>
        <pc:spChg chg="mod">
          <ac:chgData name="Deborah Suleman" userId="634b21d8b0bd131d" providerId="LiveId" clId="{F67C2F77-D5D6-4CAF-8CFA-758AF64B2473}" dt="2026-05-31T18:42:04" v="3850" actId="26606"/>
          <ac:spMkLst>
            <pc:docMk/>
            <pc:sldMk cId="825029707" sldId="278"/>
            <ac:spMk id="2" creationId="{EC51E2CF-C973-B7F2-7606-2837904BA109}"/>
          </ac:spMkLst>
        </pc:spChg>
        <pc:spChg chg="mod">
          <ac:chgData name="Deborah Suleman" userId="634b21d8b0bd131d" providerId="LiveId" clId="{F67C2F77-D5D6-4CAF-8CFA-758AF64B2473}" dt="2026-05-31T20:15:22.952" v="4245" actId="20577"/>
          <ac:spMkLst>
            <pc:docMk/>
            <pc:sldMk cId="825029707" sldId="278"/>
            <ac:spMk id="3" creationId="{E151D196-0358-59E6-905A-DD5821334315}"/>
          </ac:spMkLst>
        </pc:spChg>
        <pc:spChg chg="add">
          <ac:chgData name="Deborah Suleman" userId="634b21d8b0bd131d" providerId="LiveId" clId="{F67C2F77-D5D6-4CAF-8CFA-758AF64B2473}" dt="2026-05-31T18:42:04" v="3850" actId="26606"/>
          <ac:spMkLst>
            <pc:docMk/>
            <pc:sldMk cId="825029707" sldId="278"/>
            <ac:spMk id="8" creationId="{3AD318CC-E2A8-4E27-9548-A047A78999B1}"/>
          </ac:spMkLst>
        </pc:spChg>
        <pc:spChg chg="add">
          <ac:chgData name="Deborah Suleman" userId="634b21d8b0bd131d" providerId="LiveId" clId="{F67C2F77-D5D6-4CAF-8CFA-758AF64B2473}" dt="2026-05-31T18:42:04" v="3850" actId="26606"/>
          <ac:spMkLst>
            <pc:docMk/>
            <pc:sldMk cId="825029707" sldId="278"/>
            <ac:spMk id="14" creationId="{2C1BBA94-3F40-40AA-8BB9-E69E25E537C1}"/>
          </ac:spMkLst>
        </pc:spChg>
        <pc:grpChg chg="add">
          <ac:chgData name="Deborah Suleman" userId="634b21d8b0bd131d" providerId="LiveId" clId="{F67C2F77-D5D6-4CAF-8CFA-758AF64B2473}" dt="2026-05-31T18:42:04" v="3850" actId="26606"/>
          <ac:grpSpMkLst>
            <pc:docMk/>
            <pc:sldMk cId="825029707" sldId="278"/>
            <ac:grpSpMk id="10" creationId="{B14B560F-9DD7-4302-A60B-EBD3EF59B073}"/>
          </ac:grpSpMkLst>
        </pc:grpChg>
      </pc:sldChg>
      <pc:sldChg chg="add del">
        <pc:chgData name="Deborah Suleman" userId="634b21d8b0bd131d" providerId="LiveId" clId="{F67C2F77-D5D6-4CAF-8CFA-758AF64B2473}" dt="2026-05-31T13:02:08.536" v="3050" actId="2696"/>
        <pc:sldMkLst>
          <pc:docMk/>
          <pc:sldMk cId="1624585127" sldId="279"/>
        </pc:sldMkLst>
      </pc:sldChg>
      <pc:sldChg chg="add del">
        <pc:chgData name="Deborah Suleman" userId="634b21d8b0bd131d" providerId="LiveId" clId="{F67C2F77-D5D6-4CAF-8CFA-758AF64B2473}" dt="2026-05-31T19:09:37.199" v="3951" actId="2696"/>
        <pc:sldMkLst>
          <pc:docMk/>
          <pc:sldMk cId="2704942068" sldId="279"/>
        </pc:sldMkLst>
      </pc:sldChg>
      <pc:sldChg chg="addSp modSp mod setBg">
        <pc:chgData name="Deborah Suleman" userId="634b21d8b0bd131d" providerId="LiveId" clId="{F67C2F77-D5D6-4CAF-8CFA-758AF64B2473}" dt="2026-05-31T18:44:26.661" v="3877" actId="1036"/>
        <pc:sldMkLst>
          <pc:docMk/>
          <pc:sldMk cId="338116059" sldId="280"/>
        </pc:sldMkLst>
        <pc:spChg chg="mod">
          <ac:chgData name="Deborah Suleman" userId="634b21d8b0bd131d" providerId="LiveId" clId="{F67C2F77-D5D6-4CAF-8CFA-758AF64B2473}" dt="2026-05-31T18:44:26.661" v="3877" actId="1036"/>
          <ac:spMkLst>
            <pc:docMk/>
            <pc:sldMk cId="338116059" sldId="280"/>
            <ac:spMk id="2" creationId="{946059DC-B963-C312-31BF-5818CE7FC4E8}"/>
          </ac:spMkLst>
        </pc:spChg>
        <pc:spChg chg="mod">
          <ac:chgData name="Deborah Suleman" userId="634b21d8b0bd131d" providerId="LiveId" clId="{F67C2F77-D5D6-4CAF-8CFA-758AF64B2473}" dt="2026-05-31T18:44:18.670" v="3875" actId="14100"/>
          <ac:spMkLst>
            <pc:docMk/>
            <pc:sldMk cId="338116059" sldId="280"/>
            <ac:spMk id="3" creationId="{9A6AC0C1-2242-C1A1-3EB4-F7379D28F7C9}"/>
          </ac:spMkLst>
        </pc:spChg>
        <pc:spChg chg="add">
          <ac:chgData name="Deborah Suleman" userId="634b21d8b0bd131d" providerId="LiveId" clId="{F67C2F77-D5D6-4CAF-8CFA-758AF64B2473}" dt="2026-05-31T18:43:37.792" v="3870" actId="26606"/>
          <ac:spMkLst>
            <pc:docMk/>
            <pc:sldMk cId="338116059" sldId="280"/>
            <ac:spMk id="8" creationId="{3AD318CC-E2A8-4E27-9548-A047A78999B1}"/>
          </ac:spMkLst>
        </pc:spChg>
        <pc:spChg chg="add">
          <ac:chgData name="Deborah Suleman" userId="634b21d8b0bd131d" providerId="LiveId" clId="{F67C2F77-D5D6-4CAF-8CFA-758AF64B2473}" dt="2026-05-31T18:43:37.792" v="3870" actId="26606"/>
          <ac:spMkLst>
            <pc:docMk/>
            <pc:sldMk cId="338116059" sldId="280"/>
            <ac:spMk id="14" creationId="{2C1BBA94-3F40-40AA-8BB9-E69E25E537C1}"/>
          </ac:spMkLst>
        </pc:spChg>
        <pc:grpChg chg="add">
          <ac:chgData name="Deborah Suleman" userId="634b21d8b0bd131d" providerId="LiveId" clId="{F67C2F77-D5D6-4CAF-8CFA-758AF64B2473}" dt="2026-05-31T18:43:37.792" v="3870" actId="26606"/>
          <ac:grpSpMkLst>
            <pc:docMk/>
            <pc:sldMk cId="338116059" sldId="280"/>
            <ac:grpSpMk id="10" creationId="{B14B560F-9DD7-4302-A60B-EBD3EF59B073}"/>
          </ac:grpSpMkLst>
        </pc:grpChg>
      </pc:sldChg>
      <pc:sldChg chg="add del">
        <pc:chgData name="Deborah Suleman" userId="634b21d8b0bd131d" providerId="LiveId" clId="{F67C2F77-D5D6-4CAF-8CFA-758AF64B2473}" dt="2026-05-31T19:09:32.334" v="3950" actId="2696"/>
        <pc:sldMkLst>
          <pc:docMk/>
          <pc:sldMk cId="987945767" sldId="281"/>
        </pc:sldMkLst>
      </pc:sldChg>
      <pc:sldChg chg="add del">
        <pc:chgData name="Deborah Suleman" userId="634b21d8b0bd131d" providerId="LiveId" clId="{F67C2F77-D5D6-4CAF-8CFA-758AF64B2473}" dt="2026-05-31T13:02:12.374" v="3051" actId="2696"/>
        <pc:sldMkLst>
          <pc:docMk/>
          <pc:sldMk cId="3122022884" sldId="281"/>
        </pc:sldMkLst>
      </pc:sldChg>
      <pc:sldChg chg="modSp add del mod">
        <pc:chgData name="Deborah Suleman" userId="634b21d8b0bd131d" providerId="LiveId" clId="{F67C2F77-D5D6-4CAF-8CFA-758AF64B2473}" dt="2026-05-31T19:21:46.712" v="4076" actId="2696"/>
        <pc:sldMkLst>
          <pc:docMk/>
          <pc:sldMk cId="180372676" sldId="282"/>
        </pc:sldMkLst>
        <pc:spChg chg="mod">
          <ac:chgData name="Deborah Suleman" userId="634b21d8b0bd131d" providerId="LiveId" clId="{F67C2F77-D5D6-4CAF-8CFA-758AF64B2473}" dt="2026-05-31T19:10:45.159" v="3994" actId="20577"/>
          <ac:spMkLst>
            <pc:docMk/>
            <pc:sldMk cId="180372676" sldId="282"/>
            <ac:spMk id="2" creationId="{00000000-0000-0000-0000-000000000000}"/>
          </ac:spMkLst>
        </pc:spChg>
        <pc:spChg chg="mod">
          <ac:chgData name="Deborah Suleman" userId="634b21d8b0bd131d" providerId="LiveId" clId="{F67C2F77-D5D6-4CAF-8CFA-758AF64B2473}" dt="2026-05-31T18:58:11.625" v="3889" actId="27636"/>
          <ac:spMkLst>
            <pc:docMk/>
            <pc:sldMk cId="180372676" sldId="282"/>
            <ac:spMk id="3" creationId="{00000000-0000-0000-0000-000000000000}"/>
          </ac:spMkLst>
        </pc:spChg>
        <pc:picChg chg="mod">
          <ac:chgData name="Deborah Suleman" userId="634b21d8b0bd131d" providerId="LiveId" clId="{F67C2F77-D5D6-4CAF-8CFA-758AF64B2473}" dt="2026-05-31T19:10:58.863" v="3996" actId="1076"/>
          <ac:picMkLst>
            <pc:docMk/>
            <pc:sldMk cId="180372676" sldId="282"/>
            <ac:picMk id="5" creationId="{00000000-0000-0000-0000-000000000000}"/>
          </ac:picMkLst>
        </pc:picChg>
      </pc:sldChg>
      <pc:sldChg chg="add del">
        <pc:chgData name="Deborah Suleman" userId="634b21d8b0bd131d" providerId="LiveId" clId="{F67C2F77-D5D6-4CAF-8CFA-758AF64B2473}" dt="2026-05-31T13:02:22.904" v="3053" actId="2696"/>
        <pc:sldMkLst>
          <pc:docMk/>
          <pc:sldMk cId="730866371" sldId="282"/>
        </pc:sldMkLst>
      </pc:sldChg>
      <pc:sldChg chg="modSp add del mod">
        <pc:chgData name="Deborah Suleman" userId="634b21d8b0bd131d" providerId="LiveId" clId="{F67C2F77-D5D6-4CAF-8CFA-758AF64B2473}" dt="2026-05-31T12:42:29.679" v="2970" actId="2696"/>
        <pc:sldMkLst>
          <pc:docMk/>
          <pc:sldMk cId="0" sldId="283"/>
        </pc:sldMkLst>
      </pc:sldChg>
      <pc:sldChg chg="add del">
        <pc:chgData name="Deborah Suleman" userId="634b21d8b0bd131d" providerId="LiveId" clId="{F67C2F77-D5D6-4CAF-8CFA-758AF64B2473}" dt="2026-05-31T19:22:25.860" v="4078" actId="2696"/>
        <pc:sldMkLst>
          <pc:docMk/>
          <pc:sldMk cId="3604037886" sldId="283"/>
        </pc:sldMkLst>
      </pc:sldChg>
      <pc:sldChg chg="modSp add del mod">
        <pc:chgData name="Deborah Suleman" userId="634b21d8b0bd131d" providerId="LiveId" clId="{F67C2F77-D5D6-4CAF-8CFA-758AF64B2473}" dt="2026-05-31T12:55:42.157" v="3032" actId="2696"/>
        <pc:sldMkLst>
          <pc:docMk/>
          <pc:sldMk cId="0" sldId="284"/>
        </pc:sldMkLst>
        <pc:spChg chg="mod">
          <ac:chgData name="Deborah Suleman" userId="634b21d8b0bd131d" providerId="LiveId" clId="{F67C2F77-D5D6-4CAF-8CFA-758AF64B2473}" dt="2026-05-31T12:54:50.991" v="3009" actId="207"/>
          <ac:spMkLst>
            <pc:docMk/>
            <pc:sldMk cId="0" sldId="284"/>
            <ac:spMk id="2" creationId="{A8827B5C-AD16-1CFE-F87F-0ECC9D64EB70}"/>
          </ac:spMkLst>
        </pc:spChg>
        <pc:spChg chg="mod">
          <ac:chgData name="Deborah Suleman" userId="634b21d8b0bd131d" providerId="LiveId" clId="{F67C2F77-D5D6-4CAF-8CFA-758AF64B2473}" dt="2026-05-31T12:54:40.743" v="3008" actId="12"/>
          <ac:spMkLst>
            <pc:docMk/>
            <pc:sldMk cId="0" sldId="284"/>
            <ac:spMk id="3" creationId="{B2BACA3C-4A80-260D-A008-86E97AE73331}"/>
          </ac:spMkLst>
        </pc:spChg>
      </pc:sldChg>
      <pc:sldChg chg="modSp add del mod">
        <pc:chgData name="Deborah Suleman" userId="634b21d8b0bd131d" providerId="LiveId" clId="{F67C2F77-D5D6-4CAF-8CFA-758AF64B2473}" dt="2026-05-31T19:22:02.344" v="4077" actId="2696"/>
        <pc:sldMkLst>
          <pc:docMk/>
          <pc:sldMk cId="1273744030" sldId="284"/>
        </pc:sldMkLst>
        <pc:spChg chg="mod">
          <ac:chgData name="Deborah Suleman" userId="634b21d8b0bd131d" providerId="LiveId" clId="{F67C2F77-D5D6-4CAF-8CFA-758AF64B2473}" dt="2026-05-31T19:21:33.469" v="4074" actId="21"/>
          <ac:spMkLst>
            <pc:docMk/>
            <pc:sldMk cId="1273744030" sldId="284"/>
            <ac:spMk id="2" creationId="{00000000-0000-0000-0000-000000000000}"/>
          </ac:spMkLst>
        </pc:spChg>
      </pc:sldChg>
      <pc:sldChg chg="add del">
        <pc:chgData name="Deborah Suleman" userId="634b21d8b0bd131d" providerId="LiveId" clId="{F67C2F77-D5D6-4CAF-8CFA-758AF64B2473}" dt="2026-05-31T13:49:58.159" v="3079" actId="2696"/>
        <pc:sldMkLst>
          <pc:docMk/>
          <pc:sldMk cId="4199985525" sldId="286"/>
        </pc:sldMkLst>
      </pc:sldChg>
      <pc:sldChg chg="add del">
        <pc:chgData name="Deborah Suleman" userId="634b21d8b0bd131d" providerId="LiveId" clId="{F67C2F77-D5D6-4CAF-8CFA-758AF64B2473}" dt="2026-05-31T19:24:49.746" v="4089" actId="2696"/>
        <pc:sldMkLst>
          <pc:docMk/>
          <pc:sldMk cId="1963693899" sldId="287"/>
        </pc:sldMkLst>
      </pc:sldChg>
      <pc:sldChg chg="addSp delSp modSp add mod">
        <pc:chgData name="Deborah Suleman" userId="634b21d8b0bd131d" providerId="LiveId" clId="{F67C2F77-D5D6-4CAF-8CFA-758AF64B2473}" dt="2026-05-31T19:48:15.520" v="4223" actId="113"/>
        <pc:sldMkLst>
          <pc:docMk/>
          <pc:sldMk cId="2302300987" sldId="288"/>
        </pc:sldMkLst>
        <pc:spChg chg="mod">
          <ac:chgData name="Deborah Suleman" userId="634b21d8b0bd131d" providerId="LiveId" clId="{F67C2F77-D5D6-4CAF-8CFA-758AF64B2473}" dt="2026-05-31T19:48:15.520" v="4223" actId="113"/>
          <ac:spMkLst>
            <pc:docMk/>
            <pc:sldMk cId="2302300987" sldId="288"/>
            <ac:spMk id="3" creationId="{00000000-0000-0000-0000-000000000000}"/>
          </ac:spMkLst>
        </pc:spChg>
        <pc:spChg chg="add del mod">
          <ac:chgData name="Deborah Suleman" userId="634b21d8b0bd131d" providerId="LiveId" clId="{F67C2F77-D5D6-4CAF-8CFA-758AF64B2473}" dt="2026-05-31T19:43:47.729" v="4102"/>
          <ac:spMkLst>
            <pc:docMk/>
            <pc:sldMk cId="2302300987" sldId="288"/>
            <ac:spMk id="6" creationId="{6540CB7E-68F0-5A92-6DD1-D9479061EAE8}"/>
          </ac:spMkLst>
        </pc:spChg>
        <pc:picChg chg="del">
          <ac:chgData name="Deborah Suleman" userId="634b21d8b0bd131d" providerId="LiveId" clId="{F67C2F77-D5D6-4CAF-8CFA-758AF64B2473}" dt="2026-05-31T19:43:41.194" v="4100" actId="478"/>
          <ac:picMkLst>
            <pc:docMk/>
            <pc:sldMk cId="2302300987" sldId="288"/>
            <ac:picMk id="5" creationId="{00000000-0000-0000-0000-000000000000}"/>
          </ac:picMkLst>
        </pc:picChg>
        <pc:picChg chg="add mod">
          <ac:chgData name="Deborah Suleman" userId="634b21d8b0bd131d" providerId="LiveId" clId="{F67C2F77-D5D6-4CAF-8CFA-758AF64B2473}" dt="2026-05-31T19:44:11.595" v="4107" actId="14100"/>
          <ac:picMkLst>
            <pc:docMk/>
            <pc:sldMk cId="2302300987" sldId="288"/>
            <ac:picMk id="7" creationId="{5E009ABD-754E-63BB-2FEC-B853CC5DB2EA}"/>
          </ac:picMkLst>
        </pc:picChg>
      </pc:sldChg>
      <pc:sldChg chg="addSp delSp modSp add mod setBg">
        <pc:chgData name="Deborah Suleman" userId="634b21d8b0bd131d" providerId="LiveId" clId="{F67C2F77-D5D6-4CAF-8CFA-758AF64B2473}" dt="2026-05-31T16:21:56.608" v="3627" actId="255"/>
        <pc:sldMkLst>
          <pc:docMk/>
          <pc:sldMk cId="3094541108" sldId="289"/>
        </pc:sldMkLst>
        <pc:spChg chg="mod">
          <ac:chgData name="Deborah Suleman" userId="634b21d8b0bd131d" providerId="LiveId" clId="{F67C2F77-D5D6-4CAF-8CFA-758AF64B2473}" dt="2026-05-31T16:21:44.392" v="3626" actId="26606"/>
          <ac:spMkLst>
            <pc:docMk/>
            <pc:sldMk cId="3094541108" sldId="289"/>
            <ac:spMk id="2" creationId="{00000000-0000-0000-0000-000000000000}"/>
          </ac:spMkLst>
        </pc:spChg>
        <pc:spChg chg="add del">
          <ac:chgData name="Deborah Suleman" userId="634b21d8b0bd131d" providerId="LiveId" clId="{F67C2F77-D5D6-4CAF-8CFA-758AF64B2473}" dt="2026-05-31T16:21:44.392" v="3626" actId="26606"/>
          <ac:spMkLst>
            <pc:docMk/>
            <pc:sldMk cId="3094541108" sldId="289"/>
            <ac:spMk id="3" creationId="{00000000-0000-0000-0000-000000000000}"/>
          </ac:spMkLst>
        </pc:spChg>
        <pc:spChg chg="add">
          <ac:chgData name="Deborah Suleman" userId="634b21d8b0bd131d" providerId="LiveId" clId="{F67C2F77-D5D6-4CAF-8CFA-758AF64B2473}" dt="2026-05-31T16:21:44.392" v="3626" actId="26606"/>
          <ac:spMkLst>
            <pc:docMk/>
            <pc:sldMk cId="3094541108" sldId="289"/>
            <ac:spMk id="8" creationId="{09588DA8-065E-4F6F-8EFD-43104AB2E0CF}"/>
          </ac:spMkLst>
        </pc:spChg>
        <pc:spChg chg="add del">
          <ac:chgData name="Deborah Suleman" userId="634b21d8b0bd131d" providerId="LiveId" clId="{F67C2F77-D5D6-4CAF-8CFA-758AF64B2473}" dt="2026-05-31T16:21:44.367" v="3625" actId="26606"/>
          <ac:spMkLst>
            <pc:docMk/>
            <pc:sldMk cId="3094541108" sldId="289"/>
            <ac:spMk id="9" creationId="{BACC6370-2D7E-4714-9D71-7542949D7D5D}"/>
          </ac:spMkLst>
        </pc:spChg>
        <pc:spChg chg="add">
          <ac:chgData name="Deborah Suleman" userId="634b21d8b0bd131d" providerId="LiveId" clId="{F67C2F77-D5D6-4CAF-8CFA-758AF64B2473}" dt="2026-05-31T16:21:44.392" v="3626" actId="26606"/>
          <ac:spMkLst>
            <pc:docMk/>
            <pc:sldMk cId="3094541108" sldId="289"/>
            <ac:spMk id="10" creationId="{C4285719-470E-454C-AF62-8323075F1F5B}"/>
          </ac:spMkLst>
        </pc:spChg>
        <pc:spChg chg="add del">
          <ac:chgData name="Deborah Suleman" userId="634b21d8b0bd131d" providerId="LiveId" clId="{F67C2F77-D5D6-4CAF-8CFA-758AF64B2473}" dt="2026-05-31T16:21:44.367" v="3625" actId="26606"/>
          <ac:spMkLst>
            <pc:docMk/>
            <pc:sldMk cId="3094541108" sldId="289"/>
            <ac:spMk id="11" creationId="{256B2C21-A230-48C0-8DF1-C46611373C44}"/>
          </ac:spMkLst>
        </pc:spChg>
        <pc:spChg chg="add">
          <ac:chgData name="Deborah Suleman" userId="634b21d8b0bd131d" providerId="LiveId" clId="{F67C2F77-D5D6-4CAF-8CFA-758AF64B2473}" dt="2026-05-31T16:21:44.392" v="3626" actId="26606"/>
          <ac:spMkLst>
            <pc:docMk/>
            <pc:sldMk cId="3094541108" sldId="289"/>
            <ac:spMk id="12" creationId="{CD9FE4EF-C4D8-49A0-B2FF-81D8DB7D8A24}"/>
          </ac:spMkLst>
        </pc:spChg>
        <pc:spChg chg="add del">
          <ac:chgData name="Deborah Suleman" userId="634b21d8b0bd131d" providerId="LiveId" clId="{F67C2F77-D5D6-4CAF-8CFA-758AF64B2473}" dt="2026-05-31T16:21:44.367" v="3625" actId="26606"/>
          <ac:spMkLst>
            <pc:docMk/>
            <pc:sldMk cId="3094541108" sldId="289"/>
            <ac:spMk id="13" creationId="{3847E18C-932D-4C95-AABA-FEC7C9499AD7}"/>
          </ac:spMkLst>
        </pc:spChg>
        <pc:spChg chg="add">
          <ac:chgData name="Deborah Suleman" userId="634b21d8b0bd131d" providerId="LiveId" clId="{F67C2F77-D5D6-4CAF-8CFA-758AF64B2473}" dt="2026-05-31T16:21:44.392" v="3626" actId="26606"/>
          <ac:spMkLst>
            <pc:docMk/>
            <pc:sldMk cId="3094541108" sldId="289"/>
            <ac:spMk id="14" creationId="{4300840D-0A0B-4512-BACA-B439D5B9C57C}"/>
          </ac:spMkLst>
        </pc:spChg>
        <pc:spChg chg="add del">
          <ac:chgData name="Deborah Suleman" userId="634b21d8b0bd131d" providerId="LiveId" clId="{F67C2F77-D5D6-4CAF-8CFA-758AF64B2473}" dt="2026-05-31T16:21:44.367" v="3625" actId="26606"/>
          <ac:spMkLst>
            <pc:docMk/>
            <pc:sldMk cId="3094541108" sldId="289"/>
            <ac:spMk id="15" creationId="{3150CB11-0C61-439E-910F-5787759E72A0}"/>
          </ac:spMkLst>
        </pc:spChg>
        <pc:spChg chg="add">
          <ac:chgData name="Deborah Suleman" userId="634b21d8b0bd131d" providerId="LiveId" clId="{F67C2F77-D5D6-4CAF-8CFA-758AF64B2473}" dt="2026-05-31T16:21:44.392" v="3626" actId="26606"/>
          <ac:spMkLst>
            <pc:docMk/>
            <pc:sldMk cId="3094541108" sldId="289"/>
            <ac:spMk id="16" creationId="{D2B78728-A580-49A7-84F9-6EF6F583ADE0}"/>
          </ac:spMkLst>
        </pc:spChg>
        <pc:spChg chg="add del">
          <ac:chgData name="Deborah Suleman" userId="634b21d8b0bd131d" providerId="LiveId" clId="{F67C2F77-D5D6-4CAF-8CFA-758AF64B2473}" dt="2026-05-31T16:21:44.367" v="3625" actId="26606"/>
          <ac:spMkLst>
            <pc:docMk/>
            <pc:sldMk cId="3094541108" sldId="289"/>
            <ac:spMk id="17" creationId="{43F8A58B-5155-44CE-A5FF-7647B47D0A7A}"/>
          </ac:spMkLst>
        </pc:spChg>
        <pc:spChg chg="add">
          <ac:chgData name="Deborah Suleman" userId="634b21d8b0bd131d" providerId="LiveId" clId="{F67C2F77-D5D6-4CAF-8CFA-758AF64B2473}" dt="2026-05-31T16:21:44.392" v="3626" actId="26606"/>
          <ac:spMkLst>
            <pc:docMk/>
            <pc:sldMk cId="3094541108" sldId="289"/>
            <ac:spMk id="18" creationId="{38FAA1A1-D861-433F-88FA-1E9D6FD31D11}"/>
          </ac:spMkLst>
        </pc:spChg>
        <pc:spChg chg="add del">
          <ac:chgData name="Deborah Suleman" userId="634b21d8b0bd131d" providerId="LiveId" clId="{F67C2F77-D5D6-4CAF-8CFA-758AF64B2473}" dt="2026-05-31T16:21:44.367" v="3625" actId="26606"/>
          <ac:spMkLst>
            <pc:docMk/>
            <pc:sldMk cId="3094541108" sldId="289"/>
            <ac:spMk id="19" creationId="{443F2ACA-E6D6-4028-82DD-F03C262D5DE6}"/>
          </ac:spMkLst>
        </pc:spChg>
        <pc:spChg chg="add">
          <ac:chgData name="Deborah Suleman" userId="634b21d8b0bd131d" providerId="LiveId" clId="{F67C2F77-D5D6-4CAF-8CFA-758AF64B2473}" dt="2026-05-31T16:21:44.392" v="3626" actId="26606"/>
          <ac:spMkLst>
            <pc:docMk/>
            <pc:sldMk cId="3094541108" sldId="289"/>
            <ac:spMk id="20" creationId="{8D71EDA1-87BF-4D5D-AB79-F346FD19278A}"/>
          </ac:spMkLst>
        </pc:spChg>
        <pc:spChg chg="add mod">
          <ac:chgData name="Deborah Suleman" userId="634b21d8b0bd131d" providerId="LiveId" clId="{F67C2F77-D5D6-4CAF-8CFA-758AF64B2473}" dt="2026-05-31T16:21:56.608" v="3627" actId="255"/>
          <ac:spMkLst>
            <pc:docMk/>
            <pc:sldMk cId="3094541108" sldId="289"/>
            <ac:spMk id="21" creationId="{00000000-0000-0000-0000-000000000000}"/>
          </ac:spMkLst>
        </pc:spChg>
        <pc:graphicFrameChg chg="add del">
          <ac:chgData name="Deborah Suleman" userId="634b21d8b0bd131d" providerId="LiveId" clId="{F67C2F77-D5D6-4CAF-8CFA-758AF64B2473}" dt="2026-05-31T16:21:44.367" v="3625" actId="26606"/>
          <ac:graphicFrameMkLst>
            <pc:docMk/>
            <pc:sldMk cId="3094541108" sldId="289"/>
            <ac:graphicFrameMk id="5" creationId="{DF7425D5-AA9F-8A92-B31A-1804F7A59FF4}"/>
          </ac:graphicFrameMkLst>
        </pc:graphicFrameChg>
      </pc:sldChg>
      <pc:sldChg chg="add del">
        <pc:chgData name="Deborah Suleman" userId="634b21d8b0bd131d" providerId="LiveId" clId="{F67C2F77-D5D6-4CAF-8CFA-758AF64B2473}" dt="2026-05-31T19:44:45.281" v="4144" actId="2696"/>
        <pc:sldMkLst>
          <pc:docMk/>
          <pc:sldMk cId="3187540265" sldId="290"/>
        </pc:sldMkLst>
      </pc:sldChg>
      <pc:sldChg chg="add del">
        <pc:chgData name="Deborah Suleman" userId="634b21d8b0bd131d" providerId="LiveId" clId="{F67C2F77-D5D6-4CAF-8CFA-758AF64B2473}" dt="2026-05-31T19:46:08.368" v="4168" actId="2696"/>
        <pc:sldMkLst>
          <pc:docMk/>
          <pc:sldMk cId="3274295650" sldId="291"/>
        </pc:sldMkLst>
      </pc:sldChg>
      <pc:sldChg chg="add">
        <pc:chgData name="Deborah Suleman" userId="634b21d8b0bd131d" providerId="LiveId" clId="{F67C2F77-D5D6-4CAF-8CFA-758AF64B2473}" dt="2026-05-31T18:58:11.194" v="3886"/>
        <pc:sldMkLst>
          <pc:docMk/>
          <pc:sldMk cId="114294661" sldId="292"/>
        </pc:sldMkLst>
      </pc:sldChg>
      <pc:sldChg chg="add del">
        <pc:chgData name="Deborah Suleman" userId="634b21d8b0bd131d" providerId="LiveId" clId="{F67C2F77-D5D6-4CAF-8CFA-758AF64B2473}" dt="2026-05-31T12:39:38.143" v="2964" actId="2696"/>
        <pc:sldMkLst>
          <pc:docMk/>
          <pc:sldMk cId="0" sldId="293"/>
        </pc:sldMkLst>
      </pc:sldChg>
      <pc:sldChg chg="add del">
        <pc:chgData name="Deborah Suleman" userId="634b21d8b0bd131d" providerId="LiveId" clId="{F67C2F77-D5D6-4CAF-8CFA-758AF64B2473}" dt="2026-05-31T19:46:28.741" v="4169" actId="2696"/>
        <pc:sldMkLst>
          <pc:docMk/>
          <pc:sldMk cId="3030039505" sldId="293"/>
        </pc:sldMkLst>
      </pc:sldChg>
      <pc:sldChg chg="addSp modSp add del mod">
        <pc:chgData name="Deborah Suleman" userId="634b21d8b0bd131d" providerId="LiveId" clId="{F67C2F77-D5D6-4CAF-8CFA-758AF64B2473}" dt="2026-05-31T12:39:33.609" v="2963" actId="2696"/>
        <pc:sldMkLst>
          <pc:docMk/>
          <pc:sldMk cId="0" sldId="294"/>
        </pc:sldMkLst>
        <pc:spChg chg="mod">
          <ac:chgData name="Deborah Suleman" userId="634b21d8b0bd131d" providerId="LiveId" clId="{F67C2F77-D5D6-4CAF-8CFA-758AF64B2473}" dt="2026-05-31T12:17:19.481" v="2876" actId="20577"/>
          <ac:spMkLst>
            <pc:docMk/>
            <pc:sldMk cId="0" sldId="294"/>
            <ac:spMk id="2" creationId="{60537CD2-DA4D-6D42-FB1C-85C1A7ADC75C}"/>
          </ac:spMkLst>
        </pc:spChg>
        <pc:picChg chg="add mod">
          <ac:chgData name="Deborah Suleman" userId="634b21d8b0bd131d" providerId="LiveId" clId="{F67C2F77-D5D6-4CAF-8CFA-758AF64B2473}" dt="2026-05-31T12:17:06.672" v="2868" actId="1076"/>
          <ac:picMkLst>
            <pc:docMk/>
            <pc:sldMk cId="0" sldId="294"/>
            <ac:picMk id="3" creationId="{A6A3B701-3F53-C4B2-E5C4-F97E955B9A24}"/>
          </ac:picMkLst>
        </pc:picChg>
        <pc:picChg chg="mod">
          <ac:chgData name="Deborah Suleman" userId="634b21d8b0bd131d" providerId="LiveId" clId="{F67C2F77-D5D6-4CAF-8CFA-758AF64B2473}" dt="2026-05-31T12:16:49.428" v="2865" actId="1076"/>
          <ac:picMkLst>
            <pc:docMk/>
            <pc:sldMk cId="0" sldId="294"/>
            <ac:picMk id="8195" creationId="{25028A1D-A407-618D-4D39-FE3499766CA8}"/>
          </ac:picMkLst>
        </pc:picChg>
      </pc:sldChg>
      <pc:sldChg chg="add del">
        <pc:chgData name="Deborah Suleman" userId="634b21d8b0bd131d" providerId="LiveId" clId="{F67C2F77-D5D6-4CAF-8CFA-758AF64B2473}" dt="2026-05-31T19:46:39.078" v="4170" actId="2696"/>
        <pc:sldMkLst>
          <pc:docMk/>
          <pc:sldMk cId="1635260845" sldId="294"/>
        </pc:sldMkLst>
      </pc:sldChg>
      <pc:sldChg chg="add del">
        <pc:chgData name="Deborah Suleman" userId="634b21d8b0bd131d" providerId="LiveId" clId="{F67C2F77-D5D6-4CAF-8CFA-758AF64B2473}" dt="2026-05-31T19:47:19.466" v="4171" actId="2696"/>
        <pc:sldMkLst>
          <pc:docMk/>
          <pc:sldMk cId="1807871416" sldId="295"/>
        </pc:sldMkLst>
      </pc:sldChg>
      <pc:sldChg chg="add del">
        <pc:chgData name="Deborah Suleman" userId="634b21d8b0bd131d" providerId="LiveId" clId="{F67C2F77-D5D6-4CAF-8CFA-758AF64B2473}" dt="2026-05-31T13:37:30.066" v="3073" actId="2696"/>
        <pc:sldMkLst>
          <pc:docMk/>
          <pc:sldMk cId="3978991453" sldId="295"/>
        </pc:sldMkLst>
      </pc:sldChg>
      <pc:sldChg chg="modSp add del mod">
        <pc:chgData name="Deborah Suleman" userId="634b21d8b0bd131d" providerId="LiveId" clId="{F67C2F77-D5D6-4CAF-8CFA-758AF64B2473}" dt="2026-05-31T19:47:25.860" v="4172" actId="2696"/>
        <pc:sldMkLst>
          <pc:docMk/>
          <pc:sldMk cId="3612375105" sldId="296"/>
        </pc:sldMkLst>
        <pc:spChg chg="mod">
          <ac:chgData name="Deborah Suleman" userId="634b21d8b0bd131d" providerId="LiveId" clId="{F67C2F77-D5D6-4CAF-8CFA-758AF64B2473}" dt="2026-05-31T18:58:11.831" v="3892" actId="27636"/>
          <ac:spMkLst>
            <pc:docMk/>
            <pc:sldMk cId="3612375105" sldId="296"/>
            <ac:spMk id="3" creationId="{00000000-0000-0000-0000-000000000000}"/>
          </ac:spMkLst>
        </pc:spChg>
      </pc:sldChg>
      <pc:sldChg chg="add del">
        <pc:chgData name="Deborah Suleman" userId="634b21d8b0bd131d" providerId="LiveId" clId="{F67C2F77-D5D6-4CAF-8CFA-758AF64B2473}" dt="2026-05-31T19:40:04.454" v="4098" actId="2696"/>
        <pc:sldMkLst>
          <pc:docMk/>
          <pc:sldMk cId="1061868835" sldId="297"/>
        </pc:sldMkLst>
      </pc:sldChg>
      <pc:sldChg chg="add del">
        <pc:chgData name="Deborah Suleman" userId="634b21d8b0bd131d" providerId="LiveId" clId="{F67C2F77-D5D6-4CAF-8CFA-758AF64B2473}" dt="2026-05-31T19:04:25.740" v="3943" actId="2696"/>
        <pc:sldMkLst>
          <pc:docMk/>
          <pc:sldMk cId="1351501778" sldId="298"/>
        </pc:sldMkLst>
      </pc:sldChg>
      <pc:sldChg chg="addSp modSp mod setBg">
        <pc:chgData name="Deborah Suleman" userId="634b21d8b0bd131d" providerId="LiveId" clId="{F67C2F77-D5D6-4CAF-8CFA-758AF64B2473}" dt="2026-05-31T18:38:49.152" v="3820" actId="255"/>
        <pc:sldMkLst>
          <pc:docMk/>
          <pc:sldMk cId="144085854" sldId="299"/>
        </pc:sldMkLst>
        <pc:spChg chg="mod">
          <ac:chgData name="Deborah Suleman" userId="634b21d8b0bd131d" providerId="LiveId" clId="{F67C2F77-D5D6-4CAF-8CFA-758AF64B2473}" dt="2026-05-31T18:38:08.549" v="3816" actId="26606"/>
          <ac:spMkLst>
            <pc:docMk/>
            <pc:sldMk cId="144085854" sldId="299"/>
            <ac:spMk id="2" creationId="{57F0E1E2-D784-BAC4-8D8F-E156CA78E09A}"/>
          </ac:spMkLst>
        </pc:spChg>
        <pc:spChg chg="mod">
          <ac:chgData name="Deborah Suleman" userId="634b21d8b0bd131d" providerId="LiveId" clId="{F67C2F77-D5D6-4CAF-8CFA-758AF64B2473}" dt="2026-05-31T18:38:49.152" v="3820" actId="255"/>
          <ac:spMkLst>
            <pc:docMk/>
            <pc:sldMk cId="144085854" sldId="299"/>
            <ac:spMk id="3" creationId="{2DCD98E0-237D-DFED-E665-2296A7EA6E24}"/>
          </ac:spMkLst>
        </pc:spChg>
        <pc:spChg chg="add">
          <ac:chgData name="Deborah Suleman" userId="634b21d8b0bd131d" providerId="LiveId" clId="{F67C2F77-D5D6-4CAF-8CFA-758AF64B2473}" dt="2026-05-31T18:38:08.549" v="3816" actId="26606"/>
          <ac:spMkLst>
            <pc:docMk/>
            <pc:sldMk cId="144085854" sldId="299"/>
            <ac:spMk id="8" creationId="{3AD318CC-E2A8-4E27-9548-A047A78999B1}"/>
          </ac:spMkLst>
        </pc:spChg>
        <pc:spChg chg="add">
          <ac:chgData name="Deborah Suleman" userId="634b21d8b0bd131d" providerId="LiveId" clId="{F67C2F77-D5D6-4CAF-8CFA-758AF64B2473}" dt="2026-05-31T18:38:08.549" v="3816" actId="26606"/>
          <ac:spMkLst>
            <pc:docMk/>
            <pc:sldMk cId="144085854" sldId="299"/>
            <ac:spMk id="14" creationId="{2C1BBA94-3F40-40AA-8BB9-E69E25E537C1}"/>
          </ac:spMkLst>
        </pc:spChg>
        <pc:grpChg chg="add">
          <ac:chgData name="Deborah Suleman" userId="634b21d8b0bd131d" providerId="LiveId" clId="{F67C2F77-D5D6-4CAF-8CFA-758AF64B2473}" dt="2026-05-31T18:38:08.549" v="3816" actId="26606"/>
          <ac:grpSpMkLst>
            <pc:docMk/>
            <pc:sldMk cId="144085854" sldId="299"/>
            <ac:grpSpMk id="10" creationId="{B14B560F-9DD7-4302-A60B-EBD3EF59B073}"/>
          </ac:grpSpMkLst>
        </pc:grpChg>
      </pc:sldChg>
      <pc:sldChg chg="modSp mod">
        <pc:chgData name="Deborah Suleman" userId="634b21d8b0bd131d" providerId="LiveId" clId="{F67C2F77-D5D6-4CAF-8CFA-758AF64B2473}" dt="2026-05-31T20:17:40.262" v="4257" actId="1076"/>
        <pc:sldMkLst>
          <pc:docMk/>
          <pc:sldMk cId="2548847392" sldId="300"/>
        </pc:sldMkLst>
        <pc:picChg chg="mod">
          <ac:chgData name="Deborah Suleman" userId="634b21d8b0bd131d" providerId="LiveId" clId="{F67C2F77-D5D6-4CAF-8CFA-758AF64B2473}" dt="2026-05-31T20:17:40.262" v="4257" actId="1076"/>
          <ac:picMkLst>
            <pc:docMk/>
            <pc:sldMk cId="2548847392" sldId="300"/>
            <ac:picMk id="5" creationId="{F1AD3ED9-DED4-1F99-648F-FA96DF04BBE4}"/>
          </ac:picMkLst>
        </pc:picChg>
      </pc:sldChg>
      <pc:sldChg chg="add">
        <pc:chgData name="Deborah Suleman" userId="634b21d8b0bd131d" providerId="LiveId" clId="{F67C2F77-D5D6-4CAF-8CFA-758AF64B2473}" dt="2026-05-31T18:58:11.194" v="3886"/>
        <pc:sldMkLst>
          <pc:docMk/>
          <pc:sldMk cId="2999115154" sldId="301"/>
        </pc:sldMkLst>
      </pc:sldChg>
      <pc:sldChg chg="add">
        <pc:chgData name="Deborah Suleman" userId="634b21d8b0bd131d" providerId="LiveId" clId="{F67C2F77-D5D6-4CAF-8CFA-758AF64B2473}" dt="2026-05-31T18:58:11.194" v="3886"/>
        <pc:sldMkLst>
          <pc:docMk/>
          <pc:sldMk cId="870244461" sldId="302"/>
        </pc:sldMkLst>
      </pc:sldChg>
      <pc:sldChg chg="ord">
        <pc:chgData name="Deborah Suleman" userId="634b21d8b0bd131d" providerId="LiveId" clId="{F67C2F77-D5D6-4CAF-8CFA-758AF64B2473}" dt="2026-05-28T13:34:28.163" v="583"/>
        <pc:sldMkLst>
          <pc:docMk/>
          <pc:sldMk cId="3397267567" sldId="303"/>
        </pc:sldMkLst>
      </pc:sldChg>
      <pc:sldChg chg="add">
        <pc:chgData name="Deborah Suleman" userId="634b21d8b0bd131d" providerId="LiveId" clId="{F67C2F77-D5D6-4CAF-8CFA-758AF64B2473}" dt="2026-05-31T18:58:11.194" v="3886"/>
        <pc:sldMkLst>
          <pc:docMk/>
          <pc:sldMk cId="2125648682" sldId="306"/>
        </pc:sldMkLst>
      </pc:sldChg>
      <pc:sldChg chg="addSp modSp add mod setBg">
        <pc:chgData name="Deborah Suleman" userId="634b21d8b0bd131d" providerId="LiveId" clId="{F67C2F77-D5D6-4CAF-8CFA-758AF64B2473}" dt="2026-05-31T16:23:28.217" v="3636" actId="255"/>
        <pc:sldMkLst>
          <pc:docMk/>
          <pc:sldMk cId="2622766258" sldId="315"/>
        </pc:sldMkLst>
        <pc:spChg chg="mod">
          <ac:chgData name="Deborah Suleman" userId="634b21d8b0bd131d" providerId="LiveId" clId="{F67C2F77-D5D6-4CAF-8CFA-758AF64B2473}" dt="2026-05-31T16:23:17.229" v="3635" actId="26606"/>
          <ac:spMkLst>
            <pc:docMk/>
            <pc:sldMk cId="2622766258" sldId="315"/>
            <ac:spMk id="2" creationId="{00000000-0000-0000-0000-000000000000}"/>
          </ac:spMkLst>
        </pc:spChg>
        <pc:spChg chg="mod">
          <ac:chgData name="Deborah Suleman" userId="634b21d8b0bd131d" providerId="LiveId" clId="{F67C2F77-D5D6-4CAF-8CFA-758AF64B2473}" dt="2026-05-31T16:23:28.217" v="3636" actId="255"/>
          <ac:spMkLst>
            <pc:docMk/>
            <pc:sldMk cId="2622766258" sldId="315"/>
            <ac:spMk id="3" creationId="{00000000-0000-0000-0000-000000000000}"/>
          </ac:spMkLst>
        </pc:spChg>
        <pc:spChg chg="add">
          <ac:chgData name="Deborah Suleman" userId="634b21d8b0bd131d" providerId="LiveId" clId="{F67C2F77-D5D6-4CAF-8CFA-758AF64B2473}" dt="2026-05-31T16:23:17.229" v="3635" actId="26606"/>
          <ac:spMkLst>
            <pc:docMk/>
            <pc:sldMk cId="2622766258" sldId="315"/>
            <ac:spMk id="8" creationId="{09588DA8-065E-4F6F-8EFD-43104AB2E0CF}"/>
          </ac:spMkLst>
        </pc:spChg>
        <pc:spChg chg="add">
          <ac:chgData name="Deborah Suleman" userId="634b21d8b0bd131d" providerId="LiveId" clId="{F67C2F77-D5D6-4CAF-8CFA-758AF64B2473}" dt="2026-05-31T16:23:17.229" v="3635" actId="26606"/>
          <ac:spMkLst>
            <pc:docMk/>
            <pc:sldMk cId="2622766258" sldId="315"/>
            <ac:spMk id="10" creationId="{C4285719-470E-454C-AF62-8323075F1F5B}"/>
          </ac:spMkLst>
        </pc:spChg>
        <pc:spChg chg="add">
          <ac:chgData name="Deborah Suleman" userId="634b21d8b0bd131d" providerId="LiveId" clId="{F67C2F77-D5D6-4CAF-8CFA-758AF64B2473}" dt="2026-05-31T16:23:17.229" v="3635" actId="26606"/>
          <ac:spMkLst>
            <pc:docMk/>
            <pc:sldMk cId="2622766258" sldId="315"/>
            <ac:spMk id="12" creationId="{CD9FE4EF-C4D8-49A0-B2FF-81D8DB7D8A24}"/>
          </ac:spMkLst>
        </pc:spChg>
        <pc:spChg chg="add">
          <ac:chgData name="Deborah Suleman" userId="634b21d8b0bd131d" providerId="LiveId" clId="{F67C2F77-D5D6-4CAF-8CFA-758AF64B2473}" dt="2026-05-31T16:23:17.229" v="3635" actId="26606"/>
          <ac:spMkLst>
            <pc:docMk/>
            <pc:sldMk cId="2622766258" sldId="315"/>
            <ac:spMk id="14" creationId="{4300840D-0A0B-4512-BACA-B439D5B9C57C}"/>
          </ac:spMkLst>
        </pc:spChg>
        <pc:spChg chg="add">
          <ac:chgData name="Deborah Suleman" userId="634b21d8b0bd131d" providerId="LiveId" clId="{F67C2F77-D5D6-4CAF-8CFA-758AF64B2473}" dt="2026-05-31T16:23:17.229" v="3635" actId="26606"/>
          <ac:spMkLst>
            <pc:docMk/>
            <pc:sldMk cId="2622766258" sldId="315"/>
            <ac:spMk id="16" creationId="{D2B78728-A580-49A7-84F9-6EF6F583ADE0}"/>
          </ac:spMkLst>
        </pc:spChg>
        <pc:spChg chg="add">
          <ac:chgData name="Deborah Suleman" userId="634b21d8b0bd131d" providerId="LiveId" clId="{F67C2F77-D5D6-4CAF-8CFA-758AF64B2473}" dt="2026-05-31T16:23:17.229" v="3635" actId="26606"/>
          <ac:spMkLst>
            <pc:docMk/>
            <pc:sldMk cId="2622766258" sldId="315"/>
            <ac:spMk id="18" creationId="{38FAA1A1-D861-433F-88FA-1E9D6FD31D11}"/>
          </ac:spMkLst>
        </pc:spChg>
        <pc:spChg chg="add">
          <ac:chgData name="Deborah Suleman" userId="634b21d8b0bd131d" providerId="LiveId" clId="{F67C2F77-D5D6-4CAF-8CFA-758AF64B2473}" dt="2026-05-31T16:23:17.229" v="3635" actId="26606"/>
          <ac:spMkLst>
            <pc:docMk/>
            <pc:sldMk cId="2622766258" sldId="315"/>
            <ac:spMk id="20" creationId="{8D71EDA1-87BF-4D5D-AB79-F346FD19278A}"/>
          </ac:spMkLst>
        </pc:spChg>
      </pc:sldChg>
      <pc:sldChg chg="add del">
        <pc:chgData name="Deborah Suleman" userId="634b21d8b0bd131d" providerId="LiveId" clId="{F67C2F77-D5D6-4CAF-8CFA-758AF64B2473}" dt="2026-05-31T19:05:06.311" v="3946" actId="2696"/>
        <pc:sldMkLst>
          <pc:docMk/>
          <pc:sldMk cId="2936433733" sldId="316"/>
        </pc:sldMkLst>
      </pc:sldChg>
      <pc:sldChg chg="modSp add mod">
        <pc:chgData name="Deborah Suleman" userId="634b21d8b0bd131d" providerId="LiveId" clId="{F67C2F77-D5D6-4CAF-8CFA-758AF64B2473}" dt="2026-05-31T18:58:11.661" v="3890" actId="27636"/>
        <pc:sldMkLst>
          <pc:docMk/>
          <pc:sldMk cId="1480371377" sldId="317"/>
        </pc:sldMkLst>
        <pc:spChg chg="mod">
          <ac:chgData name="Deborah Suleman" userId="634b21d8b0bd131d" providerId="LiveId" clId="{F67C2F77-D5D6-4CAF-8CFA-758AF64B2473}" dt="2026-05-31T18:58:11.661" v="3890" actId="27636"/>
          <ac:spMkLst>
            <pc:docMk/>
            <pc:sldMk cId="1480371377" sldId="317"/>
            <ac:spMk id="3" creationId="{00000000-0000-0000-0000-000000000000}"/>
          </ac:spMkLst>
        </pc:spChg>
      </pc:sldChg>
      <pc:sldChg chg="add del">
        <pc:chgData name="Deborah Suleman" userId="634b21d8b0bd131d" providerId="LiveId" clId="{F67C2F77-D5D6-4CAF-8CFA-758AF64B2473}" dt="2026-05-31T19:12:28.429" v="3998" actId="2696"/>
        <pc:sldMkLst>
          <pc:docMk/>
          <pc:sldMk cId="3858485572" sldId="318"/>
        </pc:sldMkLst>
      </pc:sldChg>
      <pc:sldChg chg="add del">
        <pc:chgData name="Deborah Suleman" userId="634b21d8b0bd131d" providerId="LiveId" clId="{F67C2F77-D5D6-4CAF-8CFA-758AF64B2473}" dt="2026-05-31T19:11:50.958" v="3997" actId="2696"/>
        <pc:sldMkLst>
          <pc:docMk/>
          <pc:sldMk cId="2339570167" sldId="320"/>
        </pc:sldMkLst>
      </pc:sldChg>
      <pc:sldChg chg="modSp add del mod">
        <pc:chgData name="Deborah Suleman" userId="634b21d8b0bd131d" providerId="LiveId" clId="{F67C2F77-D5D6-4CAF-8CFA-758AF64B2473}" dt="2026-05-31T19:23:30.986" v="4085" actId="2696"/>
        <pc:sldMkLst>
          <pc:docMk/>
          <pc:sldMk cId="1975376266" sldId="321"/>
        </pc:sldMkLst>
        <pc:spChg chg="mod">
          <ac:chgData name="Deborah Suleman" userId="634b21d8b0bd131d" providerId="LiveId" clId="{F67C2F77-D5D6-4CAF-8CFA-758AF64B2473}" dt="2026-05-31T19:22:58.670" v="4081" actId="21"/>
          <ac:spMkLst>
            <pc:docMk/>
            <pc:sldMk cId="1975376266" sldId="321"/>
            <ac:spMk id="2" creationId="{00000000-0000-0000-0000-000000000000}"/>
          </ac:spMkLst>
        </pc:spChg>
      </pc:sldChg>
      <pc:sldChg chg="add">
        <pc:chgData name="Deborah Suleman" userId="634b21d8b0bd131d" providerId="LiveId" clId="{F67C2F77-D5D6-4CAF-8CFA-758AF64B2473}" dt="2026-05-31T18:58:11.194" v="3886"/>
        <pc:sldMkLst>
          <pc:docMk/>
          <pc:sldMk cId="2602421188" sldId="322"/>
        </pc:sldMkLst>
      </pc:sldChg>
      <pc:sldChg chg="add del">
        <pc:chgData name="Deborah Suleman" userId="634b21d8b0bd131d" providerId="LiveId" clId="{F67C2F77-D5D6-4CAF-8CFA-758AF64B2473}" dt="2026-05-31T19:48:43.244" v="4225" actId="2696"/>
        <pc:sldMkLst>
          <pc:docMk/>
          <pc:sldMk cId="1734999855" sldId="323"/>
        </pc:sldMkLst>
      </pc:sldChg>
      <pc:sldChg chg="add">
        <pc:chgData name="Deborah Suleman" userId="634b21d8b0bd131d" providerId="LiveId" clId="{F67C2F77-D5D6-4CAF-8CFA-758AF64B2473}" dt="2026-05-31T21:12:25.412" v="4282"/>
        <pc:sldMkLst>
          <pc:docMk/>
          <pc:sldMk cId="2852423513" sldId="327"/>
        </pc:sldMkLst>
      </pc:sldChg>
      <pc:sldChg chg="add del">
        <pc:chgData name="Deborah Suleman" userId="634b21d8b0bd131d" providerId="LiveId" clId="{F67C2F77-D5D6-4CAF-8CFA-758AF64B2473}" dt="2026-05-31T19:49:21.554" v="4227" actId="2696"/>
        <pc:sldMkLst>
          <pc:docMk/>
          <pc:sldMk cId="2385564644" sldId="328"/>
        </pc:sldMkLst>
      </pc:sldChg>
      <pc:sldChg chg="ord">
        <pc:chgData name="Deborah Suleman" userId="634b21d8b0bd131d" providerId="LiveId" clId="{F67C2F77-D5D6-4CAF-8CFA-758AF64B2473}" dt="2026-05-28T13:35:31.297" v="586"/>
        <pc:sldMkLst>
          <pc:docMk/>
          <pc:sldMk cId="3412180622" sldId="329"/>
        </pc:sldMkLst>
      </pc:sldChg>
      <pc:sldChg chg="addSp modSp add mod setBg">
        <pc:chgData name="Deborah Suleman" userId="634b21d8b0bd131d" providerId="LiveId" clId="{F67C2F77-D5D6-4CAF-8CFA-758AF64B2473}" dt="2026-05-31T16:23:04.850" v="3634" actId="26606"/>
        <pc:sldMkLst>
          <pc:docMk/>
          <pc:sldMk cId="1673527153" sldId="330"/>
        </pc:sldMkLst>
        <pc:spChg chg="mod">
          <ac:chgData name="Deborah Suleman" userId="634b21d8b0bd131d" providerId="LiveId" clId="{F67C2F77-D5D6-4CAF-8CFA-758AF64B2473}" dt="2026-05-31T16:23:04.850" v="3634" actId="26606"/>
          <ac:spMkLst>
            <pc:docMk/>
            <pc:sldMk cId="1673527153" sldId="330"/>
            <ac:spMk id="2" creationId="{00000000-0000-0000-0000-000000000000}"/>
          </ac:spMkLst>
        </pc:spChg>
        <pc:spChg chg="mod">
          <ac:chgData name="Deborah Suleman" userId="634b21d8b0bd131d" providerId="LiveId" clId="{F67C2F77-D5D6-4CAF-8CFA-758AF64B2473}" dt="2026-05-31T16:23:04.850" v="3634" actId="26606"/>
          <ac:spMkLst>
            <pc:docMk/>
            <pc:sldMk cId="1673527153" sldId="330"/>
            <ac:spMk id="3" creationId="{00000000-0000-0000-0000-000000000000}"/>
          </ac:spMkLst>
        </pc:spChg>
        <pc:spChg chg="add">
          <ac:chgData name="Deborah Suleman" userId="634b21d8b0bd131d" providerId="LiveId" clId="{F67C2F77-D5D6-4CAF-8CFA-758AF64B2473}" dt="2026-05-31T16:23:04.850" v="3634" actId="26606"/>
          <ac:spMkLst>
            <pc:docMk/>
            <pc:sldMk cId="1673527153" sldId="330"/>
            <ac:spMk id="8" creationId="{09588DA8-065E-4F6F-8EFD-43104AB2E0CF}"/>
          </ac:spMkLst>
        </pc:spChg>
        <pc:spChg chg="add">
          <ac:chgData name="Deborah Suleman" userId="634b21d8b0bd131d" providerId="LiveId" clId="{F67C2F77-D5D6-4CAF-8CFA-758AF64B2473}" dt="2026-05-31T16:23:04.850" v="3634" actId="26606"/>
          <ac:spMkLst>
            <pc:docMk/>
            <pc:sldMk cId="1673527153" sldId="330"/>
            <ac:spMk id="10" creationId="{C4285719-470E-454C-AF62-8323075F1F5B}"/>
          </ac:spMkLst>
        </pc:spChg>
        <pc:spChg chg="add">
          <ac:chgData name="Deborah Suleman" userId="634b21d8b0bd131d" providerId="LiveId" clId="{F67C2F77-D5D6-4CAF-8CFA-758AF64B2473}" dt="2026-05-31T16:23:04.850" v="3634" actId="26606"/>
          <ac:spMkLst>
            <pc:docMk/>
            <pc:sldMk cId="1673527153" sldId="330"/>
            <ac:spMk id="12" creationId="{CD9FE4EF-C4D8-49A0-B2FF-81D8DB7D8A24}"/>
          </ac:spMkLst>
        </pc:spChg>
        <pc:spChg chg="add">
          <ac:chgData name="Deborah Suleman" userId="634b21d8b0bd131d" providerId="LiveId" clId="{F67C2F77-D5D6-4CAF-8CFA-758AF64B2473}" dt="2026-05-31T16:23:04.850" v="3634" actId="26606"/>
          <ac:spMkLst>
            <pc:docMk/>
            <pc:sldMk cId="1673527153" sldId="330"/>
            <ac:spMk id="14" creationId="{4300840D-0A0B-4512-BACA-B439D5B9C57C}"/>
          </ac:spMkLst>
        </pc:spChg>
        <pc:spChg chg="add">
          <ac:chgData name="Deborah Suleman" userId="634b21d8b0bd131d" providerId="LiveId" clId="{F67C2F77-D5D6-4CAF-8CFA-758AF64B2473}" dt="2026-05-31T16:23:04.850" v="3634" actId="26606"/>
          <ac:spMkLst>
            <pc:docMk/>
            <pc:sldMk cId="1673527153" sldId="330"/>
            <ac:spMk id="16" creationId="{D2B78728-A580-49A7-84F9-6EF6F583ADE0}"/>
          </ac:spMkLst>
        </pc:spChg>
        <pc:spChg chg="add">
          <ac:chgData name="Deborah Suleman" userId="634b21d8b0bd131d" providerId="LiveId" clId="{F67C2F77-D5D6-4CAF-8CFA-758AF64B2473}" dt="2026-05-31T16:23:04.850" v="3634" actId="26606"/>
          <ac:spMkLst>
            <pc:docMk/>
            <pc:sldMk cId="1673527153" sldId="330"/>
            <ac:spMk id="18" creationId="{38FAA1A1-D861-433F-88FA-1E9D6FD31D11}"/>
          </ac:spMkLst>
        </pc:spChg>
        <pc:spChg chg="add">
          <ac:chgData name="Deborah Suleman" userId="634b21d8b0bd131d" providerId="LiveId" clId="{F67C2F77-D5D6-4CAF-8CFA-758AF64B2473}" dt="2026-05-31T16:23:04.850" v="3634" actId="26606"/>
          <ac:spMkLst>
            <pc:docMk/>
            <pc:sldMk cId="1673527153" sldId="330"/>
            <ac:spMk id="20" creationId="{8D71EDA1-87BF-4D5D-AB79-F346FD19278A}"/>
          </ac:spMkLst>
        </pc:spChg>
      </pc:sldChg>
      <pc:sldChg chg="addSp modSp mod setBg">
        <pc:chgData name="Deborah Suleman" userId="634b21d8b0bd131d" providerId="LiveId" clId="{F67C2F77-D5D6-4CAF-8CFA-758AF64B2473}" dt="2026-05-31T18:39:47.869" v="3826" actId="26606"/>
        <pc:sldMkLst>
          <pc:docMk/>
          <pc:sldMk cId="1262438244" sldId="331"/>
        </pc:sldMkLst>
        <pc:spChg chg="mod">
          <ac:chgData name="Deborah Suleman" userId="634b21d8b0bd131d" providerId="LiveId" clId="{F67C2F77-D5D6-4CAF-8CFA-758AF64B2473}" dt="2026-05-31T18:39:47.869" v="3826" actId="26606"/>
          <ac:spMkLst>
            <pc:docMk/>
            <pc:sldMk cId="1262438244" sldId="331"/>
            <ac:spMk id="2" creationId="{870BAAE7-6907-67F9-3079-87338A8EDF63}"/>
          </ac:spMkLst>
        </pc:spChg>
        <pc:spChg chg="mod">
          <ac:chgData name="Deborah Suleman" userId="634b21d8b0bd131d" providerId="LiveId" clId="{F67C2F77-D5D6-4CAF-8CFA-758AF64B2473}" dt="2026-05-31T18:39:47.869" v="3826" actId="26606"/>
          <ac:spMkLst>
            <pc:docMk/>
            <pc:sldMk cId="1262438244" sldId="331"/>
            <ac:spMk id="3" creationId="{449798A9-B10E-2A9E-3757-237F86C5B01F}"/>
          </ac:spMkLst>
        </pc:spChg>
        <pc:spChg chg="add">
          <ac:chgData name="Deborah Suleman" userId="634b21d8b0bd131d" providerId="LiveId" clId="{F67C2F77-D5D6-4CAF-8CFA-758AF64B2473}" dt="2026-05-31T18:39:47.869" v="3826" actId="26606"/>
          <ac:spMkLst>
            <pc:docMk/>
            <pc:sldMk cId="1262438244" sldId="331"/>
            <ac:spMk id="8" creationId="{3AD318CC-E2A8-4E27-9548-A047A78999B1}"/>
          </ac:spMkLst>
        </pc:spChg>
        <pc:spChg chg="add">
          <ac:chgData name="Deborah Suleman" userId="634b21d8b0bd131d" providerId="LiveId" clId="{F67C2F77-D5D6-4CAF-8CFA-758AF64B2473}" dt="2026-05-31T18:39:47.869" v="3826" actId="26606"/>
          <ac:spMkLst>
            <pc:docMk/>
            <pc:sldMk cId="1262438244" sldId="331"/>
            <ac:spMk id="14" creationId="{2C1BBA94-3F40-40AA-8BB9-E69E25E537C1}"/>
          </ac:spMkLst>
        </pc:spChg>
        <pc:grpChg chg="add">
          <ac:chgData name="Deborah Suleman" userId="634b21d8b0bd131d" providerId="LiveId" clId="{F67C2F77-D5D6-4CAF-8CFA-758AF64B2473}" dt="2026-05-31T18:39:47.869" v="3826" actId="26606"/>
          <ac:grpSpMkLst>
            <pc:docMk/>
            <pc:sldMk cId="1262438244" sldId="331"/>
            <ac:grpSpMk id="10" creationId="{B14B560F-9DD7-4302-A60B-EBD3EF59B073}"/>
          </ac:grpSpMkLst>
        </pc:grpChg>
      </pc:sldChg>
      <pc:sldChg chg="addSp modSp mod setBg">
        <pc:chgData name="Deborah Suleman" userId="634b21d8b0bd131d" providerId="LiveId" clId="{F67C2F77-D5D6-4CAF-8CFA-758AF64B2473}" dt="2026-05-31T18:39:57.019" v="3827" actId="26606"/>
        <pc:sldMkLst>
          <pc:docMk/>
          <pc:sldMk cId="888432967" sldId="332"/>
        </pc:sldMkLst>
        <pc:spChg chg="mod">
          <ac:chgData name="Deborah Suleman" userId="634b21d8b0bd131d" providerId="LiveId" clId="{F67C2F77-D5D6-4CAF-8CFA-758AF64B2473}" dt="2026-05-31T18:39:57.019" v="3827" actId="26606"/>
          <ac:spMkLst>
            <pc:docMk/>
            <pc:sldMk cId="888432967" sldId="332"/>
            <ac:spMk id="2" creationId="{66F38C41-4D85-4B5F-9704-33A33A50ABAF}"/>
          </ac:spMkLst>
        </pc:spChg>
        <pc:spChg chg="mod">
          <ac:chgData name="Deborah Suleman" userId="634b21d8b0bd131d" providerId="LiveId" clId="{F67C2F77-D5D6-4CAF-8CFA-758AF64B2473}" dt="2026-05-31T18:39:57.019" v="3827" actId="26606"/>
          <ac:spMkLst>
            <pc:docMk/>
            <pc:sldMk cId="888432967" sldId="332"/>
            <ac:spMk id="3" creationId="{7F90B92D-8980-3310-358A-18A795D8CDDF}"/>
          </ac:spMkLst>
        </pc:spChg>
        <pc:spChg chg="add">
          <ac:chgData name="Deborah Suleman" userId="634b21d8b0bd131d" providerId="LiveId" clId="{F67C2F77-D5D6-4CAF-8CFA-758AF64B2473}" dt="2026-05-31T18:39:57.019" v="3827" actId="26606"/>
          <ac:spMkLst>
            <pc:docMk/>
            <pc:sldMk cId="888432967" sldId="332"/>
            <ac:spMk id="8" creationId="{3AD318CC-E2A8-4E27-9548-A047A78999B1}"/>
          </ac:spMkLst>
        </pc:spChg>
        <pc:spChg chg="add">
          <ac:chgData name="Deborah Suleman" userId="634b21d8b0bd131d" providerId="LiveId" clId="{F67C2F77-D5D6-4CAF-8CFA-758AF64B2473}" dt="2026-05-31T18:39:57.019" v="3827" actId="26606"/>
          <ac:spMkLst>
            <pc:docMk/>
            <pc:sldMk cId="888432967" sldId="332"/>
            <ac:spMk id="14" creationId="{2C1BBA94-3F40-40AA-8BB9-E69E25E537C1}"/>
          </ac:spMkLst>
        </pc:spChg>
        <pc:grpChg chg="add">
          <ac:chgData name="Deborah Suleman" userId="634b21d8b0bd131d" providerId="LiveId" clId="{F67C2F77-D5D6-4CAF-8CFA-758AF64B2473}" dt="2026-05-31T18:39:57.019" v="3827" actId="26606"/>
          <ac:grpSpMkLst>
            <pc:docMk/>
            <pc:sldMk cId="888432967" sldId="332"/>
            <ac:grpSpMk id="10" creationId="{B14B560F-9DD7-4302-A60B-EBD3EF59B073}"/>
          </ac:grpSpMkLst>
        </pc:grpChg>
      </pc:sldChg>
      <pc:sldChg chg="add del">
        <pc:chgData name="Deborah Suleman" userId="634b21d8b0bd131d" providerId="LiveId" clId="{F67C2F77-D5D6-4CAF-8CFA-758AF64B2473}" dt="2026-05-31T19:49:32.981" v="4228" actId="2696"/>
        <pc:sldMkLst>
          <pc:docMk/>
          <pc:sldMk cId="22277033" sldId="333"/>
        </pc:sldMkLst>
      </pc:sldChg>
      <pc:sldChg chg="modSp add mod">
        <pc:chgData name="Deborah Suleman" userId="634b21d8b0bd131d" providerId="LiveId" clId="{F67C2F77-D5D6-4CAF-8CFA-758AF64B2473}" dt="2026-05-31T21:21:42.525" v="4372" actId="20577"/>
        <pc:sldMkLst>
          <pc:docMk/>
          <pc:sldMk cId="2684710684" sldId="333"/>
        </pc:sldMkLst>
        <pc:spChg chg="mod">
          <ac:chgData name="Deborah Suleman" userId="634b21d8b0bd131d" providerId="LiveId" clId="{F67C2F77-D5D6-4CAF-8CFA-758AF64B2473}" dt="2026-05-31T21:21:42.525" v="4372" actId="20577"/>
          <ac:spMkLst>
            <pc:docMk/>
            <pc:sldMk cId="2684710684" sldId="333"/>
            <ac:spMk id="3" creationId="{00000000-0000-0000-0000-000000000000}"/>
          </ac:spMkLst>
        </pc:spChg>
      </pc:sldChg>
      <pc:sldChg chg="add del">
        <pc:chgData name="Deborah Suleman" userId="634b21d8b0bd131d" providerId="LiveId" clId="{F67C2F77-D5D6-4CAF-8CFA-758AF64B2473}" dt="2026-05-31T19:49:39.077" v="4229" actId="2696"/>
        <pc:sldMkLst>
          <pc:docMk/>
          <pc:sldMk cId="1494281291" sldId="334"/>
        </pc:sldMkLst>
      </pc:sldChg>
      <pc:sldChg chg="modSp add del mod">
        <pc:chgData name="Deborah Suleman" userId="634b21d8b0bd131d" providerId="LiveId" clId="{F67C2F77-D5D6-4CAF-8CFA-758AF64B2473}" dt="2026-05-31T12:56:39.012" v="3045" actId="2696"/>
        <pc:sldMkLst>
          <pc:docMk/>
          <pc:sldMk cId="1865417798" sldId="339"/>
        </pc:sldMkLst>
        <pc:picChg chg="mod">
          <ac:chgData name="Deborah Suleman" userId="634b21d8b0bd131d" providerId="LiveId" clId="{F67C2F77-D5D6-4CAF-8CFA-758AF64B2473}" dt="2026-05-31T12:34:28.578" v="2935" actId="1076"/>
          <ac:picMkLst>
            <pc:docMk/>
            <pc:sldMk cId="1865417798" sldId="339"/>
            <ac:picMk id="2" creationId="{00000000-0000-0000-0000-000000000000}"/>
          </ac:picMkLst>
        </pc:picChg>
      </pc:sldChg>
      <pc:sldChg chg="addSp modSp mod setBg">
        <pc:chgData name="Deborah Suleman" userId="634b21d8b0bd131d" providerId="LiveId" clId="{F67C2F77-D5D6-4CAF-8CFA-758AF64B2473}" dt="2026-05-31T18:39:39.464" v="3825" actId="14100"/>
        <pc:sldMkLst>
          <pc:docMk/>
          <pc:sldMk cId="3149280075" sldId="340"/>
        </pc:sldMkLst>
        <pc:spChg chg="mod">
          <ac:chgData name="Deborah Suleman" userId="634b21d8b0bd131d" providerId="LiveId" clId="{F67C2F77-D5D6-4CAF-8CFA-758AF64B2473}" dt="2026-05-31T18:39:13.254" v="3821" actId="26606"/>
          <ac:spMkLst>
            <pc:docMk/>
            <pc:sldMk cId="3149280075" sldId="340"/>
            <ac:spMk id="2" creationId="{26E68177-44A5-DD14-BD0D-B7F20103B51B}"/>
          </ac:spMkLst>
        </pc:spChg>
        <pc:spChg chg="mod">
          <ac:chgData name="Deborah Suleman" userId="634b21d8b0bd131d" providerId="LiveId" clId="{F67C2F77-D5D6-4CAF-8CFA-758AF64B2473}" dt="2026-05-31T18:39:39.464" v="3825" actId="14100"/>
          <ac:spMkLst>
            <pc:docMk/>
            <pc:sldMk cId="3149280075" sldId="340"/>
            <ac:spMk id="3" creationId="{D5165908-AE5E-8A1E-E0D4-EDB7A44BC227}"/>
          </ac:spMkLst>
        </pc:spChg>
        <pc:spChg chg="add">
          <ac:chgData name="Deborah Suleman" userId="634b21d8b0bd131d" providerId="LiveId" clId="{F67C2F77-D5D6-4CAF-8CFA-758AF64B2473}" dt="2026-05-31T18:39:13.254" v="3821" actId="26606"/>
          <ac:spMkLst>
            <pc:docMk/>
            <pc:sldMk cId="3149280075" sldId="340"/>
            <ac:spMk id="8" creationId="{3AD318CC-E2A8-4E27-9548-A047A78999B1}"/>
          </ac:spMkLst>
        </pc:spChg>
        <pc:spChg chg="add">
          <ac:chgData name="Deborah Suleman" userId="634b21d8b0bd131d" providerId="LiveId" clId="{F67C2F77-D5D6-4CAF-8CFA-758AF64B2473}" dt="2026-05-31T18:39:13.254" v="3821" actId="26606"/>
          <ac:spMkLst>
            <pc:docMk/>
            <pc:sldMk cId="3149280075" sldId="340"/>
            <ac:spMk id="14" creationId="{2C1BBA94-3F40-40AA-8BB9-E69E25E537C1}"/>
          </ac:spMkLst>
        </pc:spChg>
        <pc:grpChg chg="add">
          <ac:chgData name="Deborah Suleman" userId="634b21d8b0bd131d" providerId="LiveId" clId="{F67C2F77-D5D6-4CAF-8CFA-758AF64B2473}" dt="2026-05-31T18:39:13.254" v="3821" actId="26606"/>
          <ac:grpSpMkLst>
            <pc:docMk/>
            <pc:sldMk cId="3149280075" sldId="340"/>
            <ac:grpSpMk id="10" creationId="{B14B560F-9DD7-4302-A60B-EBD3EF59B073}"/>
          </ac:grpSpMkLst>
        </pc:grpChg>
      </pc:sldChg>
      <pc:sldChg chg="addSp delSp modSp add mod setBg">
        <pc:chgData name="Deborah Suleman" userId="634b21d8b0bd131d" providerId="LiveId" clId="{F67C2F77-D5D6-4CAF-8CFA-758AF64B2473}" dt="2026-05-31T21:23:23.680" v="4379" actId="26606"/>
        <pc:sldMkLst>
          <pc:docMk/>
          <pc:sldMk cId="1521939556" sldId="341"/>
        </pc:sldMkLst>
        <pc:spChg chg="mod">
          <ac:chgData name="Deborah Suleman" userId="634b21d8b0bd131d" providerId="LiveId" clId="{F67C2F77-D5D6-4CAF-8CFA-758AF64B2473}" dt="2026-05-31T21:22:49.900" v="4374" actId="26606"/>
          <ac:spMkLst>
            <pc:docMk/>
            <pc:sldMk cId="1521939556" sldId="341"/>
            <ac:spMk id="2" creationId="{00000000-0000-0000-0000-000000000000}"/>
          </ac:spMkLst>
        </pc:spChg>
        <pc:spChg chg="add del mod">
          <ac:chgData name="Deborah Suleman" userId="634b21d8b0bd131d" providerId="LiveId" clId="{F67C2F77-D5D6-4CAF-8CFA-758AF64B2473}" dt="2026-05-31T21:23:23.680" v="4379" actId="26606"/>
          <ac:spMkLst>
            <pc:docMk/>
            <pc:sldMk cId="1521939556" sldId="341"/>
            <ac:spMk id="3" creationId="{00000000-0000-0000-0000-000000000000}"/>
          </ac:spMkLst>
        </pc:spChg>
        <pc:spChg chg="mod">
          <ac:chgData name="Deborah Suleman" userId="634b21d8b0bd131d" providerId="LiveId" clId="{F67C2F77-D5D6-4CAF-8CFA-758AF64B2473}" dt="2026-05-31T21:22:49.900" v="4374" actId="26606"/>
          <ac:spMkLst>
            <pc:docMk/>
            <pc:sldMk cId="1521939556" sldId="341"/>
            <ac:spMk id="4" creationId="{00000000-0000-0000-0000-000000000000}"/>
          </ac:spMkLst>
        </pc:spChg>
        <pc:spChg chg="add del">
          <ac:chgData name="Deborah Suleman" userId="634b21d8b0bd131d" providerId="LiveId" clId="{F67C2F77-D5D6-4CAF-8CFA-758AF64B2473}" dt="2026-05-31T21:22:49.900" v="4374" actId="26606"/>
          <ac:spMkLst>
            <pc:docMk/>
            <pc:sldMk cId="1521939556" sldId="341"/>
            <ac:spMk id="9" creationId="{4FFBEE45-F140-49D5-85EA-C78C24340B23}"/>
          </ac:spMkLst>
        </pc:spChg>
        <pc:graphicFrameChg chg="add del">
          <ac:chgData name="Deborah Suleman" userId="634b21d8b0bd131d" providerId="LiveId" clId="{F67C2F77-D5D6-4CAF-8CFA-758AF64B2473}" dt="2026-05-31T21:23:19.524" v="4376" actId="26606"/>
          <ac:graphicFrameMkLst>
            <pc:docMk/>
            <pc:sldMk cId="1521939556" sldId="341"/>
            <ac:graphicFrameMk id="6" creationId="{A390A259-3035-25CE-C2DF-1F68D1F5349E}"/>
          </ac:graphicFrameMkLst>
        </pc:graphicFrameChg>
        <pc:graphicFrameChg chg="add del">
          <ac:chgData name="Deborah Suleman" userId="634b21d8b0bd131d" providerId="LiveId" clId="{F67C2F77-D5D6-4CAF-8CFA-758AF64B2473}" dt="2026-05-31T21:23:23.618" v="4378" actId="26606"/>
          <ac:graphicFrameMkLst>
            <pc:docMk/>
            <pc:sldMk cId="1521939556" sldId="341"/>
            <ac:graphicFrameMk id="8" creationId="{97AD70A4-B27A-4A14-E951-9685FCA85EC2}"/>
          </ac:graphicFrameMkLst>
        </pc:graphicFrameChg>
        <pc:graphicFrameChg chg="add">
          <ac:chgData name="Deborah Suleman" userId="634b21d8b0bd131d" providerId="LiveId" clId="{F67C2F77-D5D6-4CAF-8CFA-758AF64B2473}" dt="2026-05-31T21:23:23.680" v="4379" actId="26606"/>
          <ac:graphicFrameMkLst>
            <pc:docMk/>
            <pc:sldMk cId="1521939556" sldId="341"/>
            <ac:graphicFrameMk id="10" creationId="{A390A259-3035-25CE-C2DF-1F68D1F5349E}"/>
          </ac:graphicFrameMkLst>
        </pc:graphicFrameChg>
      </pc:sldChg>
      <pc:sldChg chg="addSp modSp mod setBg">
        <pc:chgData name="Deborah Suleman" userId="634b21d8b0bd131d" providerId="LiveId" clId="{F67C2F77-D5D6-4CAF-8CFA-758AF64B2473}" dt="2026-05-31T18:44:42.203" v="3879" actId="255"/>
        <pc:sldMkLst>
          <pc:docMk/>
          <pc:sldMk cId="3851527819" sldId="342"/>
        </pc:sldMkLst>
        <pc:spChg chg="mod">
          <ac:chgData name="Deborah Suleman" userId="634b21d8b0bd131d" providerId="LiveId" clId="{F67C2F77-D5D6-4CAF-8CFA-758AF64B2473}" dt="2026-05-31T18:44:36.181" v="3878" actId="26606"/>
          <ac:spMkLst>
            <pc:docMk/>
            <pc:sldMk cId="3851527819" sldId="342"/>
            <ac:spMk id="2" creationId="{FBFB0A9F-4583-FD52-73AB-843E8B059290}"/>
          </ac:spMkLst>
        </pc:spChg>
        <pc:spChg chg="mod">
          <ac:chgData name="Deborah Suleman" userId="634b21d8b0bd131d" providerId="LiveId" clId="{F67C2F77-D5D6-4CAF-8CFA-758AF64B2473}" dt="2026-05-31T18:44:42.203" v="3879" actId="255"/>
          <ac:spMkLst>
            <pc:docMk/>
            <pc:sldMk cId="3851527819" sldId="342"/>
            <ac:spMk id="3" creationId="{595E7E44-A762-1D90-7903-35C69995F575}"/>
          </ac:spMkLst>
        </pc:spChg>
        <pc:spChg chg="add">
          <ac:chgData name="Deborah Suleman" userId="634b21d8b0bd131d" providerId="LiveId" clId="{F67C2F77-D5D6-4CAF-8CFA-758AF64B2473}" dt="2026-05-31T18:44:36.181" v="3878" actId="26606"/>
          <ac:spMkLst>
            <pc:docMk/>
            <pc:sldMk cId="3851527819" sldId="342"/>
            <ac:spMk id="8" creationId="{3AD318CC-E2A8-4E27-9548-A047A78999B1}"/>
          </ac:spMkLst>
        </pc:spChg>
        <pc:spChg chg="add">
          <ac:chgData name="Deborah Suleman" userId="634b21d8b0bd131d" providerId="LiveId" clId="{F67C2F77-D5D6-4CAF-8CFA-758AF64B2473}" dt="2026-05-31T18:44:36.181" v="3878" actId="26606"/>
          <ac:spMkLst>
            <pc:docMk/>
            <pc:sldMk cId="3851527819" sldId="342"/>
            <ac:spMk id="14" creationId="{2C1BBA94-3F40-40AA-8BB9-E69E25E537C1}"/>
          </ac:spMkLst>
        </pc:spChg>
        <pc:grpChg chg="add">
          <ac:chgData name="Deborah Suleman" userId="634b21d8b0bd131d" providerId="LiveId" clId="{F67C2F77-D5D6-4CAF-8CFA-758AF64B2473}" dt="2026-05-31T18:44:36.181" v="3878" actId="26606"/>
          <ac:grpSpMkLst>
            <pc:docMk/>
            <pc:sldMk cId="3851527819" sldId="342"/>
            <ac:grpSpMk id="10" creationId="{B14B560F-9DD7-4302-A60B-EBD3EF59B073}"/>
          </ac:grpSpMkLst>
        </pc:grpChg>
      </pc:sldChg>
      <pc:sldChg chg="addSp modSp mod setBg">
        <pc:chgData name="Deborah Suleman" userId="634b21d8b0bd131d" providerId="LiveId" clId="{F67C2F77-D5D6-4CAF-8CFA-758AF64B2473}" dt="2026-05-31T18:41:43.803" v="3849" actId="255"/>
        <pc:sldMkLst>
          <pc:docMk/>
          <pc:sldMk cId="3621284790" sldId="343"/>
        </pc:sldMkLst>
        <pc:spChg chg="mod">
          <ac:chgData name="Deborah Suleman" userId="634b21d8b0bd131d" providerId="LiveId" clId="{F67C2F77-D5D6-4CAF-8CFA-758AF64B2473}" dt="2026-05-31T18:41:24.976" v="3847" actId="26606"/>
          <ac:spMkLst>
            <pc:docMk/>
            <pc:sldMk cId="3621284790" sldId="343"/>
            <ac:spMk id="2" creationId="{B2659DEB-50A0-4BF0-C01A-311773EA020A}"/>
          </ac:spMkLst>
        </pc:spChg>
        <pc:spChg chg="mod">
          <ac:chgData name="Deborah Suleman" userId="634b21d8b0bd131d" providerId="LiveId" clId="{F67C2F77-D5D6-4CAF-8CFA-758AF64B2473}" dt="2026-05-31T18:41:43.803" v="3849" actId="255"/>
          <ac:spMkLst>
            <pc:docMk/>
            <pc:sldMk cId="3621284790" sldId="343"/>
            <ac:spMk id="3" creationId="{5743C8AC-7F10-0F3C-4B2C-79A38131C361}"/>
          </ac:spMkLst>
        </pc:spChg>
        <pc:spChg chg="add">
          <ac:chgData name="Deborah Suleman" userId="634b21d8b0bd131d" providerId="LiveId" clId="{F67C2F77-D5D6-4CAF-8CFA-758AF64B2473}" dt="2026-05-31T18:41:24.976" v="3847" actId="26606"/>
          <ac:spMkLst>
            <pc:docMk/>
            <pc:sldMk cId="3621284790" sldId="343"/>
            <ac:spMk id="8" creationId="{3AD318CC-E2A8-4E27-9548-A047A78999B1}"/>
          </ac:spMkLst>
        </pc:spChg>
        <pc:spChg chg="add">
          <ac:chgData name="Deborah Suleman" userId="634b21d8b0bd131d" providerId="LiveId" clId="{F67C2F77-D5D6-4CAF-8CFA-758AF64B2473}" dt="2026-05-31T18:41:24.976" v="3847" actId="26606"/>
          <ac:spMkLst>
            <pc:docMk/>
            <pc:sldMk cId="3621284790" sldId="343"/>
            <ac:spMk id="14" creationId="{2C1BBA94-3F40-40AA-8BB9-E69E25E537C1}"/>
          </ac:spMkLst>
        </pc:spChg>
        <pc:grpChg chg="add">
          <ac:chgData name="Deborah Suleman" userId="634b21d8b0bd131d" providerId="LiveId" clId="{F67C2F77-D5D6-4CAF-8CFA-758AF64B2473}" dt="2026-05-31T18:41:24.976" v="3847" actId="26606"/>
          <ac:grpSpMkLst>
            <pc:docMk/>
            <pc:sldMk cId="3621284790" sldId="343"/>
            <ac:grpSpMk id="10" creationId="{B14B560F-9DD7-4302-A60B-EBD3EF59B073}"/>
          </ac:grpSpMkLst>
        </pc:grpChg>
      </pc:sldChg>
      <pc:sldChg chg="add">
        <pc:chgData name="Deborah Suleman" userId="634b21d8b0bd131d" providerId="LiveId" clId="{F67C2F77-D5D6-4CAF-8CFA-758AF64B2473}" dt="2026-05-31T21:13:21.707" v="4283"/>
        <pc:sldMkLst>
          <pc:docMk/>
          <pc:sldMk cId="3084084895" sldId="344"/>
        </pc:sldMkLst>
      </pc:sldChg>
      <pc:sldChg chg="add">
        <pc:chgData name="Deborah Suleman" userId="634b21d8b0bd131d" providerId="LiveId" clId="{F67C2F77-D5D6-4CAF-8CFA-758AF64B2473}" dt="2026-05-31T21:13:21.707" v="4283"/>
        <pc:sldMkLst>
          <pc:docMk/>
          <pc:sldMk cId="674581432" sldId="345"/>
        </pc:sldMkLst>
      </pc:sldChg>
      <pc:sldChg chg="add">
        <pc:chgData name="Deborah Suleman" userId="634b21d8b0bd131d" providerId="LiveId" clId="{F67C2F77-D5D6-4CAF-8CFA-758AF64B2473}" dt="2026-05-31T21:13:21.707" v="4283"/>
        <pc:sldMkLst>
          <pc:docMk/>
          <pc:sldMk cId="1583231695" sldId="346"/>
        </pc:sldMkLst>
      </pc:sldChg>
      <pc:sldChg chg="add">
        <pc:chgData name="Deborah Suleman" userId="634b21d8b0bd131d" providerId="LiveId" clId="{F67C2F77-D5D6-4CAF-8CFA-758AF64B2473}" dt="2026-05-31T21:13:21.707" v="4283"/>
        <pc:sldMkLst>
          <pc:docMk/>
          <pc:sldMk cId="3487531607" sldId="356"/>
        </pc:sldMkLst>
      </pc:sldChg>
      <pc:sldChg chg="add">
        <pc:chgData name="Deborah Suleman" userId="634b21d8b0bd131d" providerId="LiveId" clId="{F67C2F77-D5D6-4CAF-8CFA-758AF64B2473}" dt="2026-05-31T21:13:21.707" v="4283"/>
        <pc:sldMkLst>
          <pc:docMk/>
          <pc:sldMk cId="3971959223" sldId="357"/>
        </pc:sldMkLst>
      </pc:sldChg>
      <pc:sldChg chg="modSp add mod">
        <pc:chgData name="Deborah Suleman" userId="634b21d8b0bd131d" providerId="LiveId" clId="{F67C2F77-D5D6-4CAF-8CFA-758AF64B2473}" dt="2026-05-31T21:13:22.145" v="4287" actId="27636"/>
        <pc:sldMkLst>
          <pc:docMk/>
          <pc:sldMk cId="4260043174" sldId="358"/>
        </pc:sldMkLst>
        <pc:spChg chg="mod">
          <ac:chgData name="Deborah Suleman" userId="634b21d8b0bd131d" providerId="LiveId" clId="{F67C2F77-D5D6-4CAF-8CFA-758AF64B2473}" dt="2026-05-31T21:13:22.145" v="4287" actId="27636"/>
          <ac:spMkLst>
            <pc:docMk/>
            <pc:sldMk cId="4260043174" sldId="358"/>
            <ac:spMk id="3" creationId="{00000000-0000-0000-0000-000000000000}"/>
          </ac:spMkLst>
        </pc:spChg>
      </pc:sldChg>
      <pc:sldChg chg="add">
        <pc:chgData name="Deborah Suleman" userId="634b21d8b0bd131d" providerId="LiveId" clId="{F67C2F77-D5D6-4CAF-8CFA-758AF64B2473}" dt="2026-05-31T21:14:46.510" v="4288"/>
        <pc:sldMkLst>
          <pc:docMk/>
          <pc:sldMk cId="1127393238" sldId="362"/>
        </pc:sldMkLst>
      </pc:sldChg>
      <pc:sldChg chg="modSp add mod">
        <pc:chgData name="Deborah Suleman" userId="634b21d8b0bd131d" providerId="LiveId" clId="{F67C2F77-D5D6-4CAF-8CFA-758AF64B2473}" dt="2026-05-31T21:14:46.854" v="4289" actId="27636"/>
        <pc:sldMkLst>
          <pc:docMk/>
          <pc:sldMk cId="4154516412" sldId="363"/>
        </pc:sldMkLst>
        <pc:spChg chg="mod">
          <ac:chgData name="Deborah Suleman" userId="634b21d8b0bd131d" providerId="LiveId" clId="{F67C2F77-D5D6-4CAF-8CFA-758AF64B2473}" dt="2026-05-31T21:14:46.854" v="4289" actId="27636"/>
          <ac:spMkLst>
            <pc:docMk/>
            <pc:sldMk cId="4154516412" sldId="363"/>
            <ac:spMk id="3" creationId="{00000000-0000-0000-0000-000000000000}"/>
          </ac:spMkLst>
        </pc:spChg>
      </pc:sldChg>
      <pc:sldChg chg="modSp add mod">
        <pc:chgData name="Deborah Suleman" userId="634b21d8b0bd131d" providerId="LiveId" clId="{F67C2F77-D5D6-4CAF-8CFA-758AF64B2473}" dt="2026-05-31T21:14:46.916" v="4290" actId="27636"/>
        <pc:sldMkLst>
          <pc:docMk/>
          <pc:sldMk cId="3147167589" sldId="364"/>
        </pc:sldMkLst>
        <pc:spChg chg="mod">
          <ac:chgData name="Deborah Suleman" userId="634b21d8b0bd131d" providerId="LiveId" clId="{F67C2F77-D5D6-4CAF-8CFA-758AF64B2473}" dt="2026-05-31T21:14:46.916" v="4290" actId="27636"/>
          <ac:spMkLst>
            <pc:docMk/>
            <pc:sldMk cId="3147167589" sldId="364"/>
            <ac:spMk id="3" creationId="{00000000-0000-0000-0000-000000000000}"/>
          </ac:spMkLst>
        </pc:spChg>
      </pc:sldChg>
      <pc:sldChg chg="modSp add mod">
        <pc:chgData name="Deborah Suleman" userId="634b21d8b0bd131d" providerId="LiveId" clId="{F67C2F77-D5D6-4CAF-8CFA-758AF64B2473}" dt="2026-05-31T21:14:46.995" v="4291" actId="27636"/>
        <pc:sldMkLst>
          <pc:docMk/>
          <pc:sldMk cId="2587189025" sldId="365"/>
        </pc:sldMkLst>
        <pc:spChg chg="mod">
          <ac:chgData name="Deborah Suleman" userId="634b21d8b0bd131d" providerId="LiveId" clId="{F67C2F77-D5D6-4CAF-8CFA-758AF64B2473}" dt="2026-05-31T21:14:46.995" v="4291" actId="27636"/>
          <ac:spMkLst>
            <pc:docMk/>
            <pc:sldMk cId="2587189025" sldId="365"/>
            <ac:spMk id="3" creationId="{00000000-0000-0000-0000-000000000000}"/>
          </ac:spMkLst>
        </pc:spChg>
      </pc:sldChg>
      <pc:sldChg chg="add del">
        <pc:chgData name="Deborah Suleman" userId="634b21d8b0bd131d" providerId="LiveId" clId="{F67C2F77-D5D6-4CAF-8CFA-758AF64B2473}" dt="2026-05-31T21:19:41.599" v="4292" actId="2696"/>
        <pc:sldMkLst>
          <pc:docMk/>
          <pc:sldMk cId="387252923" sldId="366"/>
        </pc:sldMkLst>
      </pc:sldChg>
      <pc:sldChg chg="add">
        <pc:chgData name="Deborah Suleman" userId="634b21d8b0bd131d" providerId="LiveId" clId="{F67C2F77-D5D6-4CAF-8CFA-758AF64B2473}" dt="2026-05-31T21:13:21.707" v="4283"/>
        <pc:sldMkLst>
          <pc:docMk/>
          <pc:sldMk cId="3222105682" sldId="372"/>
        </pc:sldMkLst>
      </pc:sldChg>
      <pc:sldChg chg="addSp modSp mod setBg">
        <pc:chgData name="Deborah Suleman" userId="634b21d8b0bd131d" providerId="LiveId" clId="{F67C2F77-D5D6-4CAF-8CFA-758AF64B2473}" dt="2026-05-31T18:40:55.151" v="3846" actId="255"/>
        <pc:sldMkLst>
          <pc:docMk/>
          <pc:sldMk cId="4122662865" sldId="375"/>
        </pc:sldMkLst>
        <pc:spChg chg="mod">
          <ac:chgData name="Deborah Suleman" userId="634b21d8b0bd131d" providerId="LiveId" clId="{F67C2F77-D5D6-4CAF-8CFA-758AF64B2473}" dt="2026-05-31T18:40:08.216" v="3828" actId="26606"/>
          <ac:spMkLst>
            <pc:docMk/>
            <pc:sldMk cId="4122662865" sldId="375"/>
            <ac:spMk id="2" creationId="{AC9341F9-FECB-C3ED-1C15-5ECA87BF1A4F}"/>
          </ac:spMkLst>
        </pc:spChg>
        <pc:spChg chg="mod">
          <ac:chgData name="Deborah Suleman" userId="634b21d8b0bd131d" providerId="LiveId" clId="{F67C2F77-D5D6-4CAF-8CFA-758AF64B2473}" dt="2026-05-31T18:40:55.151" v="3846" actId="255"/>
          <ac:spMkLst>
            <pc:docMk/>
            <pc:sldMk cId="4122662865" sldId="375"/>
            <ac:spMk id="3" creationId="{AE47164F-7FCB-AD7C-DE7F-24C667D81746}"/>
          </ac:spMkLst>
        </pc:spChg>
        <pc:spChg chg="add">
          <ac:chgData name="Deborah Suleman" userId="634b21d8b0bd131d" providerId="LiveId" clId="{F67C2F77-D5D6-4CAF-8CFA-758AF64B2473}" dt="2026-05-31T18:40:08.216" v="3828" actId="26606"/>
          <ac:spMkLst>
            <pc:docMk/>
            <pc:sldMk cId="4122662865" sldId="375"/>
            <ac:spMk id="8" creationId="{3AD318CC-E2A8-4E27-9548-A047A78999B1}"/>
          </ac:spMkLst>
        </pc:spChg>
        <pc:spChg chg="add">
          <ac:chgData name="Deborah Suleman" userId="634b21d8b0bd131d" providerId="LiveId" clId="{F67C2F77-D5D6-4CAF-8CFA-758AF64B2473}" dt="2026-05-31T18:40:08.216" v="3828" actId="26606"/>
          <ac:spMkLst>
            <pc:docMk/>
            <pc:sldMk cId="4122662865" sldId="375"/>
            <ac:spMk id="14" creationId="{2C1BBA94-3F40-40AA-8BB9-E69E25E537C1}"/>
          </ac:spMkLst>
        </pc:spChg>
        <pc:grpChg chg="add">
          <ac:chgData name="Deborah Suleman" userId="634b21d8b0bd131d" providerId="LiveId" clId="{F67C2F77-D5D6-4CAF-8CFA-758AF64B2473}" dt="2026-05-31T18:40:08.216" v="3828" actId="26606"/>
          <ac:grpSpMkLst>
            <pc:docMk/>
            <pc:sldMk cId="4122662865" sldId="375"/>
            <ac:grpSpMk id="10" creationId="{B14B560F-9DD7-4302-A60B-EBD3EF59B073}"/>
          </ac:grpSpMkLst>
        </pc:grpChg>
      </pc:sldChg>
      <pc:sldChg chg="modSp new del mod">
        <pc:chgData name="Deborah Suleman" userId="634b21d8b0bd131d" providerId="LiveId" clId="{F67C2F77-D5D6-4CAF-8CFA-758AF64B2473}" dt="2026-05-31T09:35:18.193" v="2315" actId="47"/>
        <pc:sldMkLst>
          <pc:docMk/>
          <pc:sldMk cId="3951971091" sldId="376"/>
        </pc:sldMkLst>
      </pc:sldChg>
      <pc:sldChg chg="modSp new mod">
        <pc:chgData name="Deborah Suleman" userId="634b21d8b0bd131d" providerId="LiveId" clId="{F67C2F77-D5D6-4CAF-8CFA-758AF64B2473}" dt="2026-05-28T13:59:40.698" v="830" actId="255"/>
        <pc:sldMkLst>
          <pc:docMk/>
          <pc:sldMk cId="296810446" sldId="377"/>
        </pc:sldMkLst>
        <pc:spChg chg="mod">
          <ac:chgData name="Deborah Suleman" userId="634b21d8b0bd131d" providerId="LiveId" clId="{F67C2F77-D5D6-4CAF-8CFA-758AF64B2473}" dt="2026-05-28T13:59:40.698" v="830" actId="255"/>
          <ac:spMkLst>
            <pc:docMk/>
            <pc:sldMk cId="296810446" sldId="377"/>
            <ac:spMk id="2" creationId="{57435D58-F33F-4A29-FB4A-37B6C99BE529}"/>
          </ac:spMkLst>
        </pc:spChg>
      </pc:sldChg>
      <pc:sldChg chg="addSp delSp modSp add mod setBg">
        <pc:chgData name="Deborah Suleman" userId="634b21d8b0bd131d" providerId="LiveId" clId="{F67C2F77-D5D6-4CAF-8CFA-758AF64B2473}" dt="2026-05-31T18:34:56.559" v="3810" actId="26606"/>
        <pc:sldMkLst>
          <pc:docMk/>
          <pc:sldMk cId="3704844994" sldId="380"/>
        </pc:sldMkLst>
        <pc:spChg chg="mod">
          <ac:chgData name="Deborah Suleman" userId="634b21d8b0bd131d" providerId="LiveId" clId="{F67C2F77-D5D6-4CAF-8CFA-758AF64B2473}" dt="2026-05-31T18:34:56.559" v="3810" actId="26606"/>
          <ac:spMkLst>
            <pc:docMk/>
            <pc:sldMk cId="3704844994" sldId="380"/>
            <ac:spMk id="2" creationId="{CD29EFBA-3A67-1DD6-6E16-2AB125146A5C}"/>
          </ac:spMkLst>
        </pc:spChg>
        <pc:spChg chg="mod">
          <ac:chgData name="Deborah Suleman" userId="634b21d8b0bd131d" providerId="LiveId" clId="{F67C2F77-D5D6-4CAF-8CFA-758AF64B2473}" dt="2026-05-31T18:34:56.559" v="3810" actId="26606"/>
          <ac:spMkLst>
            <pc:docMk/>
            <pc:sldMk cId="3704844994" sldId="380"/>
            <ac:spMk id="3" creationId="{874BF863-F59D-392F-A2DA-55BCA1F36DB5}"/>
          </ac:spMkLst>
        </pc:spChg>
        <pc:spChg chg="add">
          <ac:chgData name="Deborah Suleman" userId="634b21d8b0bd131d" providerId="LiveId" clId="{F67C2F77-D5D6-4CAF-8CFA-758AF64B2473}" dt="2026-05-31T18:34:56.559" v="3810" actId="26606"/>
          <ac:spMkLst>
            <pc:docMk/>
            <pc:sldMk cId="3704844994" sldId="380"/>
            <ac:spMk id="8" creationId="{907EF6B7-1338-4443-8C46-6A318D952DFD}"/>
          </ac:spMkLst>
        </pc:spChg>
        <pc:spChg chg="add">
          <ac:chgData name="Deborah Suleman" userId="634b21d8b0bd131d" providerId="LiveId" clId="{F67C2F77-D5D6-4CAF-8CFA-758AF64B2473}" dt="2026-05-31T18:34:56.559" v="3810" actId="26606"/>
          <ac:spMkLst>
            <pc:docMk/>
            <pc:sldMk cId="3704844994" sldId="380"/>
            <ac:spMk id="10" creationId="{DAAE4CDD-124C-4DCF-9584-B6033B545DD5}"/>
          </ac:spMkLst>
        </pc:spChg>
        <pc:spChg chg="add">
          <ac:chgData name="Deborah Suleman" userId="634b21d8b0bd131d" providerId="LiveId" clId="{F67C2F77-D5D6-4CAF-8CFA-758AF64B2473}" dt="2026-05-31T18:34:56.559" v="3810" actId="26606"/>
          <ac:spMkLst>
            <pc:docMk/>
            <pc:sldMk cId="3704844994" sldId="380"/>
            <ac:spMk id="12" creationId="{081E4A58-353D-44AE-B2FC-2A74E2E400F7}"/>
          </ac:spMkLst>
        </pc:spChg>
      </pc:sldChg>
      <pc:sldChg chg="new del">
        <pc:chgData name="Deborah Suleman" userId="634b21d8b0bd131d" providerId="LiveId" clId="{F67C2F77-D5D6-4CAF-8CFA-758AF64B2473}" dt="2026-05-31T12:39:28.493" v="2962" actId="2696"/>
        <pc:sldMkLst>
          <pc:docMk/>
          <pc:sldMk cId="3014330843" sldId="381"/>
        </pc:sldMkLst>
      </pc:sldChg>
      <pc:sldChg chg="new del">
        <pc:chgData name="Deborah Suleman" userId="634b21d8b0bd131d" providerId="LiveId" clId="{F67C2F77-D5D6-4CAF-8CFA-758AF64B2473}" dt="2026-05-31T12:43:26.060" v="2971" actId="2696"/>
        <pc:sldMkLst>
          <pc:docMk/>
          <pc:sldMk cId="784087595" sldId="382"/>
        </pc:sldMkLst>
      </pc:sldChg>
      <pc:sldChg chg="add del">
        <pc:chgData name="Deborah Suleman" userId="634b21d8b0bd131d" providerId="LiveId" clId="{F67C2F77-D5D6-4CAF-8CFA-758AF64B2473}" dt="2026-05-31T12:43:32.341" v="2972" actId="2696"/>
        <pc:sldMkLst>
          <pc:docMk/>
          <pc:sldMk cId="2116489397" sldId="383"/>
        </pc:sldMkLst>
      </pc:sldChg>
      <pc:sldChg chg="add del">
        <pc:chgData name="Deborah Suleman" userId="634b21d8b0bd131d" providerId="LiveId" clId="{F67C2F77-D5D6-4CAF-8CFA-758AF64B2473}" dt="2026-05-31T12:58:53.507" v="3048" actId="2696"/>
        <pc:sldMkLst>
          <pc:docMk/>
          <pc:sldMk cId="1097931994" sldId="384"/>
        </pc:sldMkLst>
      </pc:sldChg>
      <pc:sldChg chg="add del">
        <pc:chgData name="Deborah Suleman" userId="634b21d8b0bd131d" providerId="LiveId" clId="{F67C2F77-D5D6-4CAF-8CFA-758AF64B2473}" dt="2026-05-31T13:02:18.571" v="3052" actId="2696"/>
        <pc:sldMkLst>
          <pc:docMk/>
          <pc:sldMk cId="1398576396" sldId="386"/>
        </pc:sldMkLst>
      </pc:sldChg>
      <pc:sldChg chg="addSp delSp modSp add mod setBg setClrOvrMap">
        <pc:chgData name="Deborah Suleman" userId="634b21d8b0bd131d" providerId="LiveId" clId="{F67C2F77-D5D6-4CAF-8CFA-758AF64B2473}" dt="2026-05-31T16:26:30.118" v="3667" actId="26606"/>
        <pc:sldMkLst>
          <pc:docMk/>
          <pc:sldMk cId="303099829" sldId="387"/>
        </pc:sldMkLst>
        <pc:spChg chg="mod">
          <ac:chgData name="Deborah Suleman" userId="634b21d8b0bd131d" providerId="LiveId" clId="{F67C2F77-D5D6-4CAF-8CFA-758AF64B2473}" dt="2026-05-31T16:26:30.118" v="3667" actId="26606"/>
          <ac:spMkLst>
            <pc:docMk/>
            <pc:sldMk cId="303099829" sldId="387"/>
            <ac:spMk id="2" creationId="{00000000-0000-0000-0000-000000000000}"/>
          </ac:spMkLst>
        </pc:spChg>
        <pc:spChg chg="add del mod">
          <ac:chgData name="Deborah Suleman" userId="634b21d8b0bd131d" providerId="LiveId" clId="{F67C2F77-D5D6-4CAF-8CFA-758AF64B2473}" dt="2026-05-31T16:26:30.118" v="3667" actId="26606"/>
          <ac:spMkLst>
            <pc:docMk/>
            <pc:sldMk cId="303099829" sldId="387"/>
            <ac:spMk id="3" creationId="{00000000-0000-0000-0000-000000000000}"/>
          </ac:spMkLst>
        </pc:spChg>
        <pc:spChg chg="add del">
          <ac:chgData name="Deborah Suleman" userId="634b21d8b0bd131d" providerId="LiveId" clId="{F67C2F77-D5D6-4CAF-8CFA-758AF64B2473}" dt="2026-05-31T16:24:30.904" v="3640" actId="26606"/>
          <ac:spMkLst>
            <pc:docMk/>
            <pc:sldMk cId="303099829" sldId="387"/>
            <ac:spMk id="8" creationId="{09588DA8-065E-4F6F-8EFD-43104AB2E0CF}"/>
          </ac:spMkLst>
        </pc:spChg>
        <pc:spChg chg="add del">
          <ac:chgData name="Deborah Suleman" userId="634b21d8b0bd131d" providerId="LiveId" clId="{F67C2F77-D5D6-4CAF-8CFA-758AF64B2473}" dt="2026-05-31T16:25:21.183" v="3655" actId="26606"/>
          <ac:spMkLst>
            <pc:docMk/>
            <pc:sldMk cId="303099829" sldId="387"/>
            <ac:spMk id="9" creationId="{BACC6370-2D7E-4714-9D71-7542949D7D5D}"/>
          </ac:spMkLst>
        </pc:spChg>
        <pc:spChg chg="add del">
          <ac:chgData name="Deborah Suleman" userId="634b21d8b0bd131d" providerId="LiveId" clId="{F67C2F77-D5D6-4CAF-8CFA-758AF64B2473}" dt="2026-05-31T16:24:30.904" v="3640" actId="26606"/>
          <ac:spMkLst>
            <pc:docMk/>
            <pc:sldMk cId="303099829" sldId="387"/>
            <ac:spMk id="10" creationId="{C4285719-470E-454C-AF62-8323075F1F5B}"/>
          </ac:spMkLst>
        </pc:spChg>
        <pc:spChg chg="add del">
          <ac:chgData name="Deborah Suleman" userId="634b21d8b0bd131d" providerId="LiveId" clId="{F67C2F77-D5D6-4CAF-8CFA-758AF64B2473}" dt="2026-05-31T16:25:21.183" v="3655" actId="26606"/>
          <ac:spMkLst>
            <pc:docMk/>
            <pc:sldMk cId="303099829" sldId="387"/>
            <ac:spMk id="11" creationId="{F68B3F68-107C-434F-AA38-110D5EA91B85}"/>
          </ac:spMkLst>
        </pc:spChg>
        <pc:spChg chg="add del">
          <ac:chgData name="Deborah Suleman" userId="634b21d8b0bd131d" providerId="LiveId" clId="{F67C2F77-D5D6-4CAF-8CFA-758AF64B2473}" dt="2026-05-31T16:24:30.904" v="3640" actId="26606"/>
          <ac:spMkLst>
            <pc:docMk/>
            <pc:sldMk cId="303099829" sldId="387"/>
            <ac:spMk id="12" creationId="{CD9FE4EF-C4D8-49A0-B2FF-81D8DB7D8A24}"/>
          </ac:spMkLst>
        </pc:spChg>
        <pc:spChg chg="add del">
          <ac:chgData name="Deborah Suleman" userId="634b21d8b0bd131d" providerId="LiveId" clId="{F67C2F77-D5D6-4CAF-8CFA-758AF64B2473}" dt="2026-05-31T16:25:21.183" v="3655" actId="26606"/>
          <ac:spMkLst>
            <pc:docMk/>
            <pc:sldMk cId="303099829" sldId="387"/>
            <ac:spMk id="13" creationId="{AAD0DBB9-1A4B-4391-81D4-CB19F9AB918A}"/>
          </ac:spMkLst>
        </pc:spChg>
        <pc:spChg chg="add del">
          <ac:chgData name="Deborah Suleman" userId="634b21d8b0bd131d" providerId="LiveId" clId="{F67C2F77-D5D6-4CAF-8CFA-758AF64B2473}" dt="2026-05-31T16:24:30.904" v="3640" actId="26606"/>
          <ac:spMkLst>
            <pc:docMk/>
            <pc:sldMk cId="303099829" sldId="387"/>
            <ac:spMk id="14" creationId="{4300840D-0A0B-4512-BACA-B439D5B9C57C}"/>
          </ac:spMkLst>
        </pc:spChg>
        <pc:spChg chg="add del">
          <ac:chgData name="Deborah Suleman" userId="634b21d8b0bd131d" providerId="LiveId" clId="{F67C2F77-D5D6-4CAF-8CFA-758AF64B2473}" dt="2026-05-31T16:25:21.183" v="3655" actId="26606"/>
          <ac:spMkLst>
            <pc:docMk/>
            <pc:sldMk cId="303099829" sldId="387"/>
            <ac:spMk id="15" creationId="{063BBA22-50EA-4C4D-BE05-F1CE4E63AA56}"/>
          </ac:spMkLst>
        </pc:spChg>
        <pc:spChg chg="add del">
          <ac:chgData name="Deborah Suleman" userId="634b21d8b0bd131d" providerId="LiveId" clId="{F67C2F77-D5D6-4CAF-8CFA-758AF64B2473}" dt="2026-05-31T16:24:30.904" v="3640" actId="26606"/>
          <ac:spMkLst>
            <pc:docMk/>
            <pc:sldMk cId="303099829" sldId="387"/>
            <ac:spMk id="16" creationId="{D2B78728-A580-49A7-84F9-6EF6F583ADE0}"/>
          </ac:spMkLst>
        </pc:spChg>
        <pc:spChg chg="add del">
          <ac:chgData name="Deborah Suleman" userId="634b21d8b0bd131d" providerId="LiveId" clId="{F67C2F77-D5D6-4CAF-8CFA-758AF64B2473}" dt="2026-05-31T16:25:30.091" v="3657" actId="26606"/>
          <ac:spMkLst>
            <pc:docMk/>
            <pc:sldMk cId="303099829" sldId="387"/>
            <ac:spMk id="17" creationId="{B50AB553-2A96-4A92-96F2-93548E096954}"/>
          </ac:spMkLst>
        </pc:spChg>
        <pc:spChg chg="add del">
          <ac:chgData name="Deborah Suleman" userId="634b21d8b0bd131d" providerId="LiveId" clId="{F67C2F77-D5D6-4CAF-8CFA-758AF64B2473}" dt="2026-05-31T16:24:30.904" v="3640" actId="26606"/>
          <ac:spMkLst>
            <pc:docMk/>
            <pc:sldMk cId="303099829" sldId="387"/>
            <ac:spMk id="18" creationId="{38FAA1A1-D861-433F-88FA-1E9D6FD31D11}"/>
          </ac:spMkLst>
        </pc:spChg>
        <pc:spChg chg="add del">
          <ac:chgData name="Deborah Suleman" userId="634b21d8b0bd131d" providerId="LiveId" clId="{F67C2F77-D5D6-4CAF-8CFA-758AF64B2473}" dt="2026-05-31T16:24:30.904" v="3640" actId="26606"/>
          <ac:spMkLst>
            <pc:docMk/>
            <pc:sldMk cId="303099829" sldId="387"/>
            <ac:spMk id="20" creationId="{8D71EDA1-87BF-4D5D-AB79-F346FD19278A}"/>
          </ac:spMkLst>
        </pc:spChg>
        <pc:spChg chg="add del">
          <ac:chgData name="Deborah Suleman" userId="634b21d8b0bd131d" providerId="LiveId" clId="{F67C2F77-D5D6-4CAF-8CFA-758AF64B2473}" dt="2026-05-31T16:26:30.118" v="3667" actId="26606"/>
          <ac:spMkLst>
            <pc:docMk/>
            <pc:sldMk cId="303099829" sldId="387"/>
            <ac:spMk id="30" creationId="{09588DA8-065E-4F6F-8EFD-43104AB2E0CF}"/>
          </ac:spMkLst>
        </pc:spChg>
        <pc:spChg chg="add del">
          <ac:chgData name="Deborah Suleman" userId="634b21d8b0bd131d" providerId="LiveId" clId="{F67C2F77-D5D6-4CAF-8CFA-758AF64B2473}" dt="2026-05-31T16:26:30.118" v="3667" actId="26606"/>
          <ac:spMkLst>
            <pc:docMk/>
            <pc:sldMk cId="303099829" sldId="387"/>
            <ac:spMk id="31" creationId="{C4285719-470E-454C-AF62-8323075F1F5B}"/>
          </ac:spMkLst>
        </pc:spChg>
        <pc:spChg chg="add del">
          <ac:chgData name="Deborah Suleman" userId="634b21d8b0bd131d" providerId="LiveId" clId="{F67C2F77-D5D6-4CAF-8CFA-758AF64B2473}" dt="2026-05-31T16:26:30.118" v="3667" actId="26606"/>
          <ac:spMkLst>
            <pc:docMk/>
            <pc:sldMk cId="303099829" sldId="387"/>
            <ac:spMk id="32" creationId="{CD9FE4EF-C4D8-49A0-B2FF-81D8DB7D8A24}"/>
          </ac:spMkLst>
        </pc:spChg>
        <pc:spChg chg="add del">
          <ac:chgData name="Deborah Suleman" userId="634b21d8b0bd131d" providerId="LiveId" clId="{F67C2F77-D5D6-4CAF-8CFA-758AF64B2473}" dt="2026-05-31T16:26:30.118" v="3667" actId="26606"/>
          <ac:spMkLst>
            <pc:docMk/>
            <pc:sldMk cId="303099829" sldId="387"/>
            <ac:spMk id="33" creationId="{4300840D-0A0B-4512-BACA-B439D5B9C57C}"/>
          </ac:spMkLst>
        </pc:spChg>
        <pc:spChg chg="add del">
          <ac:chgData name="Deborah Suleman" userId="634b21d8b0bd131d" providerId="LiveId" clId="{F67C2F77-D5D6-4CAF-8CFA-758AF64B2473}" dt="2026-05-31T16:26:30.118" v="3667" actId="26606"/>
          <ac:spMkLst>
            <pc:docMk/>
            <pc:sldMk cId="303099829" sldId="387"/>
            <ac:spMk id="34" creationId="{D2B78728-A580-49A7-84F9-6EF6F583ADE0}"/>
          </ac:spMkLst>
        </pc:spChg>
        <pc:spChg chg="add del">
          <ac:chgData name="Deborah Suleman" userId="634b21d8b0bd131d" providerId="LiveId" clId="{F67C2F77-D5D6-4CAF-8CFA-758AF64B2473}" dt="2026-05-31T16:26:30.118" v="3667" actId="26606"/>
          <ac:spMkLst>
            <pc:docMk/>
            <pc:sldMk cId="303099829" sldId="387"/>
            <ac:spMk id="35" creationId="{38FAA1A1-D861-433F-88FA-1E9D6FD31D11}"/>
          </ac:spMkLst>
        </pc:spChg>
        <pc:spChg chg="add del">
          <ac:chgData name="Deborah Suleman" userId="634b21d8b0bd131d" providerId="LiveId" clId="{F67C2F77-D5D6-4CAF-8CFA-758AF64B2473}" dt="2026-05-31T16:26:30.118" v="3667" actId="26606"/>
          <ac:spMkLst>
            <pc:docMk/>
            <pc:sldMk cId="303099829" sldId="387"/>
            <ac:spMk id="36" creationId="{8D71EDA1-87BF-4D5D-AB79-F346FD19278A}"/>
          </ac:spMkLst>
        </pc:spChg>
        <pc:spChg chg="add del">
          <ac:chgData name="Deborah Suleman" userId="634b21d8b0bd131d" providerId="LiveId" clId="{F67C2F77-D5D6-4CAF-8CFA-758AF64B2473}" dt="2026-05-31T16:26:30.118" v="3667" actId="26606"/>
          <ac:spMkLst>
            <pc:docMk/>
            <pc:sldMk cId="303099829" sldId="387"/>
            <ac:spMk id="37" creationId="{00000000-0000-0000-0000-000000000000}"/>
          </ac:spMkLst>
        </pc:spChg>
        <pc:graphicFrameChg chg="add del">
          <ac:chgData name="Deborah Suleman" userId="634b21d8b0bd131d" providerId="LiveId" clId="{F67C2F77-D5D6-4CAF-8CFA-758AF64B2473}" dt="2026-05-31T16:25:21.183" v="3655" actId="26606"/>
          <ac:graphicFrameMkLst>
            <pc:docMk/>
            <pc:sldMk cId="303099829" sldId="387"/>
            <ac:graphicFrameMk id="5" creationId="{B9D0ADEA-829C-0D88-EB7E-8D2E01BD7451}"/>
          </ac:graphicFrameMkLst>
        </pc:graphicFrameChg>
        <pc:graphicFrameChg chg="add del">
          <ac:chgData name="Deborah Suleman" userId="634b21d8b0bd131d" providerId="LiveId" clId="{F67C2F77-D5D6-4CAF-8CFA-758AF64B2473}" dt="2026-05-31T16:25:30.091" v="3657" actId="26606"/>
          <ac:graphicFrameMkLst>
            <pc:docMk/>
            <pc:sldMk cId="303099829" sldId="387"/>
            <ac:graphicFrameMk id="19" creationId="{9D6E9975-7A85-EAE5-3037-AA2FED4063D9}"/>
          </ac:graphicFrameMkLst>
        </pc:graphicFrameChg>
        <pc:graphicFrameChg chg="add del">
          <ac:chgData name="Deborah Suleman" userId="634b21d8b0bd131d" providerId="LiveId" clId="{F67C2F77-D5D6-4CAF-8CFA-758AF64B2473}" dt="2026-05-31T16:25:35.345" v="3659" actId="26606"/>
          <ac:graphicFrameMkLst>
            <pc:docMk/>
            <pc:sldMk cId="303099829" sldId="387"/>
            <ac:graphicFrameMk id="22" creationId="{859DC2DF-1045-18C8-0CE2-2E8D32FFB90C}"/>
          </ac:graphicFrameMkLst>
        </pc:graphicFrameChg>
        <pc:graphicFrameChg chg="add del">
          <ac:chgData name="Deborah Suleman" userId="634b21d8b0bd131d" providerId="LiveId" clId="{F67C2F77-D5D6-4CAF-8CFA-758AF64B2473}" dt="2026-05-31T16:25:38.778" v="3661" actId="26606"/>
          <ac:graphicFrameMkLst>
            <pc:docMk/>
            <pc:sldMk cId="303099829" sldId="387"/>
            <ac:graphicFrameMk id="24" creationId="{AE1C6DFF-988F-834D-3DE8-5C6701AE58FE}"/>
          </ac:graphicFrameMkLst>
        </pc:graphicFrameChg>
        <pc:graphicFrameChg chg="add del">
          <ac:chgData name="Deborah Suleman" userId="634b21d8b0bd131d" providerId="LiveId" clId="{F67C2F77-D5D6-4CAF-8CFA-758AF64B2473}" dt="2026-05-31T16:25:43.937" v="3663" actId="26606"/>
          <ac:graphicFrameMkLst>
            <pc:docMk/>
            <pc:sldMk cId="303099829" sldId="387"/>
            <ac:graphicFrameMk id="26" creationId="{2D600178-BCE0-36C3-2619-D1739D23D426}"/>
          </ac:graphicFrameMkLst>
        </pc:graphicFrameChg>
        <pc:graphicFrameChg chg="add del">
          <ac:chgData name="Deborah Suleman" userId="634b21d8b0bd131d" providerId="LiveId" clId="{F67C2F77-D5D6-4CAF-8CFA-758AF64B2473}" dt="2026-05-31T16:26:17.149" v="3665" actId="26606"/>
          <ac:graphicFrameMkLst>
            <pc:docMk/>
            <pc:sldMk cId="303099829" sldId="387"/>
            <ac:graphicFrameMk id="28" creationId="{18FB470B-A779-0408-410D-AAD90DF1544B}"/>
          </ac:graphicFrameMkLst>
        </pc:graphicFrameChg>
        <pc:picChg chg="add del">
          <ac:chgData name="Deborah Suleman" userId="634b21d8b0bd131d" providerId="LiveId" clId="{F67C2F77-D5D6-4CAF-8CFA-758AF64B2473}" dt="2026-05-31T16:25:30.091" v="3657" actId="26606"/>
          <ac:picMkLst>
            <pc:docMk/>
            <pc:sldMk cId="303099829" sldId="387"/>
            <ac:picMk id="6" creationId="{692872D3-0B62-68E0-83F7-8B38862B37C3}"/>
          </ac:picMkLst>
        </pc:picChg>
        <pc:picChg chg="add del">
          <ac:chgData name="Deborah Suleman" userId="634b21d8b0bd131d" providerId="LiveId" clId="{F67C2F77-D5D6-4CAF-8CFA-758AF64B2473}" dt="2026-05-31T16:25:35.345" v="3659" actId="26606"/>
          <ac:picMkLst>
            <pc:docMk/>
            <pc:sldMk cId="303099829" sldId="387"/>
            <ac:picMk id="21" creationId="{CE8424AB-426C-DF25-5AB9-6D3489170EBF}"/>
          </ac:picMkLst>
        </pc:picChg>
      </pc:sldChg>
      <pc:sldChg chg="add del">
        <pc:chgData name="Deborah Suleman" userId="634b21d8b0bd131d" providerId="LiveId" clId="{F67C2F77-D5D6-4CAF-8CFA-758AF64B2473}" dt="2026-05-31T13:37:40.943" v="3074" actId="2696"/>
        <pc:sldMkLst>
          <pc:docMk/>
          <pc:sldMk cId="3649950012" sldId="388"/>
        </pc:sldMkLst>
      </pc:sldChg>
      <pc:sldChg chg="modSp new del mod">
        <pc:chgData name="Deborah Suleman" userId="634b21d8b0bd131d" providerId="LiveId" clId="{F67C2F77-D5D6-4CAF-8CFA-758AF64B2473}" dt="2026-05-31T12:39:24.431" v="2961" actId="2696"/>
        <pc:sldMkLst>
          <pc:docMk/>
          <pc:sldMk cId="959812041" sldId="389"/>
        </pc:sldMkLst>
      </pc:sldChg>
      <pc:sldChg chg="modSp add del mod">
        <pc:chgData name="Deborah Suleman" userId="634b21d8b0bd131d" providerId="LiveId" clId="{F67C2F77-D5D6-4CAF-8CFA-758AF64B2473}" dt="2026-05-31T12:15:30.114" v="2860" actId="2696"/>
        <pc:sldMkLst>
          <pc:docMk/>
          <pc:sldMk cId="1612109737" sldId="390"/>
        </pc:sldMkLst>
        <pc:spChg chg="mod">
          <ac:chgData name="Deborah Suleman" userId="634b21d8b0bd131d" providerId="LiveId" clId="{F67C2F77-D5D6-4CAF-8CFA-758AF64B2473}" dt="2026-05-31T12:13:42.565" v="2855" actId="27636"/>
          <ac:spMkLst>
            <pc:docMk/>
            <pc:sldMk cId="1612109737" sldId="390"/>
            <ac:spMk id="3" creationId="{00000000-0000-0000-0000-000000000000}"/>
          </ac:spMkLst>
        </pc:spChg>
      </pc:sldChg>
      <pc:sldChg chg="add del">
        <pc:chgData name="Deborah Suleman" userId="634b21d8b0bd131d" providerId="LiveId" clId="{F67C2F77-D5D6-4CAF-8CFA-758AF64B2473}" dt="2026-05-31T12:21:35.985" v="2913" actId="2696"/>
        <pc:sldMkLst>
          <pc:docMk/>
          <pc:sldMk cId="1019463331" sldId="391"/>
        </pc:sldMkLst>
      </pc:sldChg>
      <pc:sldChg chg="addSp modSp add mod ord setBg">
        <pc:chgData name="Deborah Suleman" userId="634b21d8b0bd131d" providerId="LiveId" clId="{F67C2F77-D5D6-4CAF-8CFA-758AF64B2473}" dt="2026-05-31T15:52:23.999" v="3362" actId="20577"/>
        <pc:sldMkLst>
          <pc:docMk/>
          <pc:sldMk cId="2330049842" sldId="392"/>
        </pc:sldMkLst>
        <pc:spChg chg="mod">
          <ac:chgData name="Deborah Suleman" userId="634b21d8b0bd131d" providerId="LiveId" clId="{F67C2F77-D5D6-4CAF-8CFA-758AF64B2473}" dt="2026-05-31T15:51:37.512" v="3353" actId="20577"/>
          <ac:spMkLst>
            <pc:docMk/>
            <pc:sldMk cId="2330049842" sldId="392"/>
            <ac:spMk id="2" creationId="{00000000-0000-0000-0000-000000000000}"/>
          </ac:spMkLst>
        </pc:spChg>
        <pc:spChg chg="mod">
          <ac:chgData name="Deborah Suleman" userId="634b21d8b0bd131d" providerId="LiveId" clId="{F67C2F77-D5D6-4CAF-8CFA-758AF64B2473}" dt="2026-05-31T15:52:23.999" v="3362" actId="20577"/>
          <ac:spMkLst>
            <pc:docMk/>
            <pc:sldMk cId="2330049842" sldId="392"/>
            <ac:spMk id="3" creationId="{00000000-0000-0000-0000-000000000000}"/>
          </ac:spMkLst>
        </pc:spChg>
        <pc:spChg chg="add">
          <ac:chgData name="Deborah Suleman" userId="634b21d8b0bd131d" providerId="LiveId" clId="{F67C2F77-D5D6-4CAF-8CFA-758AF64B2473}" dt="2026-05-31T12:47:44.724" v="2985" actId="26606"/>
          <ac:spMkLst>
            <pc:docMk/>
            <pc:sldMk cId="2330049842" sldId="392"/>
            <ac:spMk id="8" creationId="{09588DA8-065E-4F6F-8EFD-43104AB2E0CF}"/>
          </ac:spMkLst>
        </pc:spChg>
        <pc:spChg chg="add">
          <ac:chgData name="Deborah Suleman" userId="634b21d8b0bd131d" providerId="LiveId" clId="{F67C2F77-D5D6-4CAF-8CFA-758AF64B2473}" dt="2026-05-31T12:47:44.724" v="2985" actId="26606"/>
          <ac:spMkLst>
            <pc:docMk/>
            <pc:sldMk cId="2330049842" sldId="392"/>
            <ac:spMk id="10" creationId="{C4285719-470E-454C-AF62-8323075F1F5B}"/>
          </ac:spMkLst>
        </pc:spChg>
        <pc:spChg chg="add">
          <ac:chgData name="Deborah Suleman" userId="634b21d8b0bd131d" providerId="LiveId" clId="{F67C2F77-D5D6-4CAF-8CFA-758AF64B2473}" dt="2026-05-31T12:47:44.724" v="2985" actId="26606"/>
          <ac:spMkLst>
            <pc:docMk/>
            <pc:sldMk cId="2330049842" sldId="392"/>
            <ac:spMk id="12" creationId="{CD9FE4EF-C4D8-49A0-B2FF-81D8DB7D8A24}"/>
          </ac:spMkLst>
        </pc:spChg>
        <pc:spChg chg="add">
          <ac:chgData name="Deborah Suleman" userId="634b21d8b0bd131d" providerId="LiveId" clId="{F67C2F77-D5D6-4CAF-8CFA-758AF64B2473}" dt="2026-05-31T12:47:44.724" v="2985" actId="26606"/>
          <ac:spMkLst>
            <pc:docMk/>
            <pc:sldMk cId="2330049842" sldId="392"/>
            <ac:spMk id="14" creationId="{4300840D-0A0B-4512-BACA-B439D5B9C57C}"/>
          </ac:spMkLst>
        </pc:spChg>
        <pc:spChg chg="add">
          <ac:chgData name="Deborah Suleman" userId="634b21d8b0bd131d" providerId="LiveId" clId="{F67C2F77-D5D6-4CAF-8CFA-758AF64B2473}" dt="2026-05-31T12:47:44.724" v="2985" actId="26606"/>
          <ac:spMkLst>
            <pc:docMk/>
            <pc:sldMk cId="2330049842" sldId="392"/>
            <ac:spMk id="16" creationId="{D2B78728-A580-49A7-84F9-6EF6F583ADE0}"/>
          </ac:spMkLst>
        </pc:spChg>
        <pc:spChg chg="add">
          <ac:chgData name="Deborah Suleman" userId="634b21d8b0bd131d" providerId="LiveId" clId="{F67C2F77-D5D6-4CAF-8CFA-758AF64B2473}" dt="2026-05-31T12:47:44.724" v="2985" actId="26606"/>
          <ac:spMkLst>
            <pc:docMk/>
            <pc:sldMk cId="2330049842" sldId="392"/>
            <ac:spMk id="18" creationId="{38FAA1A1-D861-433F-88FA-1E9D6FD31D11}"/>
          </ac:spMkLst>
        </pc:spChg>
        <pc:spChg chg="add">
          <ac:chgData name="Deborah Suleman" userId="634b21d8b0bd131d" providerId="LiveId" clId="{F67C2F77-D5D6-4CAF-8CFA-758AF64B2473}" dt="2026-05-31T12:47:44.724" v="2985" actId="26606"/>
          <ac:spMkLst>
            <pc:docMk/>
            <pc:sldMk cId="2330049842" sldId="392"/>
            <ac:spMk id="20" creationId="{8D71EDA1-87BF-4D5D-AB79-F346FD19278A}"/>
          </ac:spMkLst>
        </pc:spChg>
      </pc:sldChg>
      <pc:sldChg chg="modSp add del mod">
        <pc:chgData name="Deborah Suleman" userId="634b21d8b0bd131d" providerId="LiveId" clId="{F67C2F77-D5D6-4CAF-8CFA-758AF64B2473}" dt="2026-05-31T15:50:31.294" v="3341" actId="2696"/>
        <pc:sldMkLst>
          <pc:docMk/>
          <pc:sldMk cId="2927506910" sldId="393"/>
        </pc:sldMkLst>
        <pc:spChg chg="mod">
          <ac:chgData name="Deborah Suleman" userId="634b21d8b0bd131d" providerId="LiveId" clId="{F67C2F77-D5D6-4CAF-8CFA-758AF64B2473}" dt="2026-05-31T15:50:11.569" v="3338" actId="21"/>
          <ac:spMkLst>
            <pc:docMk/>
            <pc:sldMk cId="2927506910" sldId="393"/>
            <ac:spMk id="3" creationId="{00000000-0000-0000-0000-000000000000}"/>
          </ac:spMkLst>
        </pc:spChg>
      </pc:sldChg>
      <pc:sldChg chg="modSp add mod">
        <pc:chgData name="Deborah Suleman" userId="634b21d8b0bd131d" providerId="LiveId" clId="{F67C2F77-D5D6-4CAF-8CFA-758AF64B2473}" dt="2026-05-31T13:44:35.982" v="3076" actId="1076"/>
        <pc:sldMkLst>
          <pc:docMk/>
          <pc:sldMk cId="4248995963" sldId="394"/>
        </pc:sldMkLst>
        <pc:picChg chg="mod">
          <ac:chgData name="Deborah Suleman" userId="634b21d8b0bd131d" providerId="LiveId" clId="{F67C2F77-D5D6-4CAF-8CFA-758AF64B2473}" dt="2026-05-31T13:44:35.982" v="3076" actId="1076"/>
          <ac:picMkLst>
            <pc:docMk/>
            <pc:sldMk cId="4248995963" sldId="394"/>
            <ac:picMk id="4" creationId="{DA6199F8-62F9-26B7-D2DA-B78DC53EB167}"/>
          </ac:picMkLst>
        </pc:picChg>
      </pc:sldChg>
      <pc:sldChg chg="modSp new mod">
        <pc:chgData name="Deborah Suleman" userId="634b21d8b0bd131d" providerId="LiveId" clId="{F67C2F77-D5D6-4CAF-8CFA-758AF64B2473}" dt="2026-05-31T21:29:29.256" v="4387" actId="20577"/>
        <pc:sldMkLst>
          <pc:docMk/>
          <pc:sldMk cId="165746202" sldId="395"/>
        </pc:sldMkLst>
        <pc:spChg chg="mod">
          <ac:chgData name="Deborah Suleman" userId="634b21d8b0bd131d" providerId="LiveId" clId="{F67C2F77-D5D6-4CAF-8CFA-758AF64B2473}" dt="2026-05-28T13:58:41.696" v="824" actId="20577"/>
          <ac:spMkLst>
            <pc:docMk/>
            <pc:sldMk cId="165746202" sldId="395"/>
            <ac:spMk id="2" creationId="{7F990CDD-B726-5083-15EB-BA601A11BC80}"/>
          </ac:spMkLst>
        </pc:spChg>
        <pc:spChg chg="mod">
          <ac:chgData name="Deborah Suleman" userId="634b21d8b0bd131d" providerId="LiveId" clId="{F67C2F77-D5D6-4CAF-8CFA-758AF64B2473}" dt="2026-05-31T21:29:29.256" v="4387" actId="20577"/>
          <ac:spMkLst>
            <pc:docMk/>
            <pc:sldMk cId="165746202" sldId="395"/>
            <ac:spMk id="3" creationId="{3633DD61-7D66-E7E3-AD3D-1D068737CC0E}"/>
          </ac:spMkLst>
        </pc:spChg>
      </pc:sldChg>
      <pc:sldChg chg="addSp delSp modSp new mod setBg">
        <pc:chgData name="Deborah Suleman" userId="634b21d8b0bd131d" providerId="LiveId" clId="{F67C2F77-D5D6-4CAF-8CFA-758AF64B2473}" dt="2026-05-31T18:34:17.931" v="3808" actId="26606"/>
        <pc:sldMkLst>
          <pc:docMk/>
          <pc:sldMk cId="1433643249" sldId="396"/>
        </pc:sldMkLst>
        <pc:spChg chg="mod">
          <ac:chgData name="Deborah Suleman" userId="634b21d8b0bd131d" providerId="LiveId" clId="{F67C2F77-D5D6-4CAF-8CFA-758AF64B2473}" dt="2026-05-31T18:34:17.931" v="3808" actId="26606"/>
          <ac:spMkLst>
            <pc:docMk/>
            <pc:sldMk cId="1433643249" sldId="396"/>
            <ac:spMk id="2" creationId="{162A7568-C93A-4E22-B77A-D7FA6A226B78}"/>
          </ac:spMkLst>
        </pc:spChg>
        <pc:spChg chg="add del mod">
          <ac:chgData name="Deborah Suleman" userId="634b21d8b0bd131d" providerId="LiveId" clId="{F67C2F77-D5D6-4CAF-8CFA-758AF64B2473}" dt="2026-05-31T18:34:17.931" v="3808" actId="26606"/>
          <ac:spMkLst>
            <pc:docMk/>
            <pc:sldMk cId="1433643249" sldId="396"/>
            <ac:spMk id="3" creationId="{C1C5D7BA-DB0F-99BD-E531-631D9430FD86}"/>
          </ac:spMkLst>
        </pc:spChg>
        <pc:spChg chg="add">
          <ac:chgData name="Deborah Suleman" userId="634b21d8b0bd131d" providerId="LiveId" clId="{F67C2F77-D5D6-4CAF-8CFA-758AF64B2473}" dt="2026-05-31T18:34:17.931" v="3808" actId="26606"/>
          <ac:spMkLst>
            <pc:docMk/>
            <pc:sldMk cId="1433643249" sldId="396"/>
            <ac:spMk id="8" creationId="{907EF6B7-1338-4443-8C46-6A318D952DFD}"/>
          </ac:spMkLst>
        </pc:spChg>
        <pc:spChg chg="add del">
          <ac:chgData name="Deborah Suleman" userId="634b21d8b0bd131d" providerId="LiveId" clId="{F67C2F77-D5D6-4CAF-8CFA-758AF64B2473}" dt="2026-05-31T18:33:53.919" v="3805" actId="26606"/>
          <ac:spMkLst>
            <pc:docMk/>
            <pc:sldMk cId="1433643249" sldId="396"/>
            <ac:spMk id="9" creationId="{BACC6370-2D7E-4714-9D71-7542949D7D5D}"/>
          </ac:spMkLst>
        </pc:spChg>
        <pc:spChg chg="add del">
          <ac:chgData name="Deborah Suleman" userId="634b21d8b0bd131d" providerId="LiveId" clId="{F67C2F77-D5D6-4CAF-8CFA-758AF64B2473}" dt="2026-05-31T18:33:48.445" v="3803" actId="26606"/>
          <ac:spMkLst>
            <pc:docMk/>
            <pc:sldMk cId="1433643249" sldId="396"/>
            <ac:spMk id="10" creationId="{B50AB553-2A96-4A92-96F2-93548E096954}"/>
          </ac:spMkLst>
        </pc:spChg>
        <pc:spChg chg="add del">
          <ac:chgData name="Deborah Suleman" userId="634b21d8b0bd131d" providerId="LiveId" clId="{F67C2F77-D5D6-4CAF-8CFA-758AF64B2473}" dt="2026-05-31T18:33:53.919" v="3805" actId="26606"/>
          <ac:spMkLst>
            <pc:docMk/>
            <pc:sldMk cId="1433643249" sldId="396"/>
            <ac:spMk id="11" creationId="{F68B3F68-107C-434F-AA38-110D5EA91B85}"/>
          </ac:spMkLst>
        </pc:spChg>
        <pc:spChg chg="add del">
          <ac:chgData name="Deborah Suleman" userId="634b21d8b0bd131d" providerId="LiveId" clId="{F67C2F77-D5D6-4CAF-8CFA-758AF64B2473}" dt="2026-05-31T18:33:53.919" v="3805" actId="26606"/>
          <ac:spMkLst>
            <pc:docMk/>
            <pc:sldMk cId="1433643249" sldId="396"/>
            <ac:spMk id="13" creationId="{AAD0DBB9-1A4B-4391-81D4-CB19F9AB918A}"/>
          </ac:spMkLst>
        </pc:spChg>
        <pc:spChg chg="add del">
          <ac:chgData name="Deborah Suleman" userId="634b21d8b0bd131d" providerId="LiveId" clId="{F67C2F77-D5D6-4CAF-8CFA-758AF64B2473}" dt="2026-05-31T18:33:53.919" v="3805" actId="26606"/>
          <ac:spMkLst>
            <pc:docMk/>
            <pc:sldMk cId="1433643249" sldId="396"/>
            <ac:spMk id="15" creationId="{063BBA22-50EA-4C4D-BE05-F1CE4E63AA56}"/>
          </ac:spMkLst>
        </pc:spChg>
        <pc:spChg chg="add del">
          <ac:chgData name="Deborah Suleman" userId="634b21d8b0bd131d" providerId="LiveId" clId="{F67C2F77-D5D6-4CAF-8CFA-758AF64B2473}" dt="2026-05-31T18:34:17.912" v="3807" actId="26606"/>
          <ac:spMkLst>
            <pc:docMk/>
            <pc:sldMk cId="1433643249" sldId="396"/>
            <ac:spMk id="17" creationId="{3ECBE1F1-D69B-4AFA-ABD5-8E41720EF6DE}"/>
          </ac:spMkLst>
        </pc:spChg>
        <pc:spChg chg="add del">
          <ac:chgData name="Deborah Suleman" userId="634b21d8b0bd131d" providerId="LiveId" clId="{F67C2F77-D5D6-4CAF-8CFA-758AF64B2473}" dt="2026-05-31T18:34:17.912" v="3807" actId="26606"/>
          <ac:spMkLst>
            <pc:docMk/>
            <pc:sldMk cId="1433643249" sldId="396"/>
            <ac:spMk id="19" creationId="{603A6265-E10C-4B85-9C20-E75FCAF9CC63}"/>
          </ac:spMkLst>
        </pc:spChg>
        <pc:spChg chg="add del">
          <ac:chgData name="Deborah Suleman" userId="634b21d8b0bd131d" providerId="LiveId" clId="{F67C2F77-D5D6-4CAF-8CFA-758AF64B2473}" dt="2026-05-31T18:34:17.912" v="3807" actId="26606"/>
          <ac:spMkLst>
            <pc:docMk/>
            <pc:sldMk cId="1433643249" sldId="396"/>
            <ac:spMk id="20" creationId="{C1C5D7BA-DB0F-99BD-E531-631D9430FD86}"/>
          </ac:spMkLst>
        </pc:spChg>
        <pc:spChg chg="add">
          <ac:chgData name="Deborah Suleman" userId="634b21d8b0bd131d" providerId="LiveId" clId="{F67C2F77-D5D6-4CAF-8CFA-758AF64B2473}" dt="2026-05-31T18:34:17.931" v="3808" actId="26606"/>
          <ac:spMkLst>
            <pc:docMk/>
            <pc:sldMk cId="1433643249" sldId="396"/>
            <ac:spMk id="22" creationId="{DAAE4CDD-124C-4DCF-9584-B6033B545DD5}"/>
          </ac:spMkLst>
        </pc:spChg>
        <pc:spChg chg="add">
          <ac:chgData name="Deborah Suleman" userId="634b21d8b0bd131d" providerId="LiveId" clId="{F67C2F77-D5D6-4CAF-8CFA-758AF64B2473}" dt="2026-05-31T18:34:17.931" v="3808" actId="26606"/>
          <ac:spMkLst>
            <pc:docMk/>
            <pc:sldMk cId="1433643249" sldId="396"/>
            <ac:spMk id="23" creationId="{081E4A58-353D-44AE-B2FC-2A74E2E400F7}"/>
          </ac:spMkLst>
        </pc:spChg>
        <pc:spChg chg="add">
          <ac:chgData name="Deborah Suleman" userId="634b21d8b0bd131d" providerId="LiveId" clId="{F67C2F77-D5D6-4CAF-8CFA-758AF64B2473}" dt="2026-05-31T18:34:17.931" v="3808" actId="26606"/>
          <ac:spMkLst>
            <pc:docMk/>
            <pc:sldMk cId="1433643249" sldId="396"/>
            <ac:spMk id="24" creationId="{C1C5D7BA-DB0F-99BD-E531-631D9430FD86}"/>
          </ac:spMkLst>
        </pc:spChg>
        <pc:graphicFrameChg chg="add del">
          <ac:chgData name="Deborah Suleman" userId="634b21d8b0bd131d" providerId="LiveId" clId="{F67C2F77-D5D6-4CAF-8CFA-758AF64B2473}" dt="2026-05-31T18:33:48.445" v="3803" actId="26606"/>
          <ac:graphicFrameMkLst>
            <pc:docMk/>
            <pc:sldMk cId="1433643249" sldId="396"/>
            <ac:graphicFrameMk id="5" creationId="{C1654957-CD59-64F6-45B7-F6612FD73D0B}"/>
          </ac:graphicFrameMkLst>
        </pc:graphicFrameChg>
        <pc:graphicFrameChg chg="add del">
          <ac:chgData name="Deborah Suleman" userId="634b21d8b0bd131d" providerId="LiveId" clId="{F67C2F77-D5D6-4CAF-8CFA-758AF64B2473}" dt="2026-05-31T18:33:53.919" v="3805" actId="26606"/>
          <ac:graphicFrameMkLst>
            <pc:docMk/>
            <pc:sldMk cId="1433643249" sldId="396"/>
            <ac:graphicFrameMk id="12" creationId="{37F75399-0220-F647-A3C2-FBBAFF0C7EAA}"/>
          </ac:graphicFrameMkLst>
        </pc:graphicFrameChg>
        <pc:picChg chg="add del">
          <ac:chgData name="Deborah Suleman" userId="634b21d8b0bd131d" providerId="LiveId" clId="{F67C2F77-D5D6-4CAF-8CFA-758AF64B2473}" dt="2026-05-31T18:33:48.445" v="3803" actId="26606"/>
          <ac:picMkLst>
            <pc:docMk/>
            <pc:sldMk cId="1433643249" sldId="396"/>
            <ac:picMk id="6" creationId="{7EBEC302-24B2-D3AA-100D-BAE901BFE32B}"/>
          </ac:picMkLst>
        </pc:picChg>
        <pc:picChg chg="add del">
          <ac:chgData name="Deborah Suleman" userId="634b21d8b0bd131d" providerId="LiveId" clId="{F67C2F77-D5D6-4CAF-8CFA-758AF64B2473}" dt="2026-05-31T18:34:17.912" v="3807" actId="26606"/>
          <ac:picMkLst>
            <pc:docMk/>
            <pc:sldMk cId="1433643249" sldId="396"/>
            <ac:picMk id="18" creationId="{B52E438F-CAE9-863E-7261-D18C2F2C2148}"/>
          </ac:picMkLst>
        </pc:picChg>
      </pc:sldChg>
      <pc:sldChg chg="addSp modSp new mod setBg">
        <pc:chgData name="Deborah Suleman" userId="634b21d8b0bd131d" providerId="LiveId" clId="{F67C2F77-D5D6-4CAF-8CFA-758AF64B2473}" dt="2026-05-31T18:35:47.150" v="3813" actId="26606"/>
        <pc:sldMkLst>
          <pc:docMk/>
          <pc:sldMk cId="1710347991" sldId="398"/>
        </pc:sldMkLst>
        <pc:spChg chg="mod">
          <ac:chgData name="Deborah Suleman" userId="634b21d8b0bd131d" providerId="LiveId" clId="{F67C2F77-D5D6-4CAF-8CFA-758AF64B2473}" dt="2026-05-31T18:35:47.150" v="3813" actId="26606"/>
          <ac:spMkLst>
            <pc:docMk/>
            <pc:sldMk cId="1710347991" sldId="398"/>
            <ac:spMk id="2" creationId="{50897058-9823-3406-E394-CA6ECFC0C019}"/>
          </ac:spMkLst>
        </pc:spChg>
        <pc:spChg chg="mod">
          <ac:chgData name="Deborah Suleman" userId="634b21d8b0bd131d" providerId="LiveId" clId="{F67C2F77-D5D6-4CAF-8CFA-758AF64B2473}" dt="2026-05-31T18:35:47.150" v="3813" actId="26606"/>
          <ac:spMkLst>
            <pc:docMk/>
            <pc:sldMk cId="1710347991" sldId="398"/>
            <ac:spMk id="3" creationId="{FBBFC1CA-4F67-9195-0A54-23D7DF5D593B}"/>
          </ac:spMkLst>
        </pc:spChg>
        <pc:spChg chg="add">
          <ac:chgData name="Deborah Suleman" userId="634b21d8b0bd131d" providerId="LiveId" clId="{F67C2F77-D5D6-4CAF-8CFA-758AF64B2473}" dt="2026-05-31T18:35:47.150" v="3813" actId="26606"/>
          <ac:spMkLst>
            <pc:docMk/>
            <pc:sldMk cId="1710347991" sldId="398"/>
            <ac:spMk id="8" creationId="{907EF6B7-1338-4443-8C46-6A318D952DFD}"/>
          </ac:spMkLst>
        </pc:spChg>
        <pc:spChg chg="add">
          <ac:chgData name="Deborah Suleman" userId="634b21d8b0bd131d" providerId="LiveId" clId="{F67C2F77-D5D6-4CAF-8CFA-758AF64B2473}" dt="2026-05-31T18:35:47.150" v="3813" actId="26606"/>
          <ac:spMkLst>
            <pc:docMk/>
            <pc:sldMk cId="1710347991" sldId="398"/>
            <ac:spMk id="10" creationId="{DAAE4CDD-124C-4DCF-9584-B6033B545DD5}"/>
          </ac:spMkLst>
        </pc:spChg>
        <pc:spChg chg="add">
          <ac:chgData name="Deborah Suleman" userId="634b21d8b0bd131d" providerId="LiveId" clId="{F67C2F77-D5D6-4CAF-8CFA-758AF64B2473}" dt="2026-05-31T18:35:47.150" v="3813" actId="26606"/>
          <ac:spMkLst>
            <pc:docMk/>
            <pc:sldMk cId="1710347991" sldId="398"/>
            <ac:spMk id="12" creationId="{081E4A58-353D-44AE-B2FC-2A74E2E400F7}"/>
          </ac:spMkLst>
        </pc:spChg>
      </pc:sldChg>
      <pc:sldChg chg="addSp delSp modSp new mod setBg">
        <pc:chgData name="Deborah Suleman" userId="634b21d8b0bd131d" providerId="LiveId" clId="{F67C2F77-D5D6-4CAF-8CFA-758AF64B2473}" dt="2026-05-26T18:30:34.168" v="358" actId="26606"/>
        <pc:sldMkLst>
          <pc:docMk/>
          <pc:sldMk cId="1459581437" sldId="399"/>
        </pc:sldMkLst>
        <pc:picChg chg="add mod">
          <ac:chgData name="Deborah Suleman" userId="634b21d8b0bd131d" providerId="LiveId" clId="{F67C2F77-D5D6-4CAF-8CFA-758AF64B2473}" dt="2026-05-26T18:30:34.168" v="358" actId="26606"/>
          <ac:picMkLst>
            <pc:docMk/>
            <pc:sldMk cId="1459581437" sldId="399"/>
            <ac:picMk id="4" creationId="{A822504C-0962-0977-1AAD-4B932BDE3EBE}"/>
          </ac:picMkLst>
        </pc:picChg>
      </pc:sldChg>
      <pc:sldChg chg="addSp delSp modSp new mod setBg">
        <pc:chgData name="Deborah Suleman" userId="634b21d8b0bd131d" providerId="LiveId" clId="{F67C2F77-D5D6-4CAF-8CFA-758AF64B2473}" dt="2026-05-26T18:16:52.379" v="333" actId="26606"/>
        <pc:sldMkLst>
          <pc:docMk/>
          <pc:sldMk cId="1505916166" sldId="400"/>
        </pc:sldMkLst>
        <pc:spChg chg="add">
          <ac:chgData name="Deborah Suleman" userId="634b21d8b0bd131d" providerId="LiveId" clId="{F67C2F77-D5D6-4CAF-8CFA-758AF64B2473}" dt="2026-05-26T18:16:52.379" v="333" actId="26606"/>
          <ac:spMkLst>
            <pc:docMk/>
            <pc:sldMk cId="1505916166" sldId="400"/>
            <ac:spMk id="9" creationId="{42A4FC2C-047E-45A5-965D-8E1E3BF09BC6}"/>
          </ac:spMkLst>
        </pc:spChg>
        <pc:picChg chg="add mod">
          <ac:chgData name="Deborah Suleman" userId="634b21d8b0bd131d" providerId="LiveId" clId="{F67C2F77-D5D6-4CAF-8CFA-758AF64B2473}" dt="2026-05-26T18:16:52.379" v="333" actId="26606"/>
          <ac:picMkLst>
            <pc:docMk/>
            <pc:sldMk cId="1505916166" sldId="400"/>
            <ac:picMk id="4" creationId="{EDF4918B-1D8C-C6F7-22C8-5FC175FBEA19}"/>
          </ac:picMkLst>
        </pc:picChg>
      </pc:sldChg>
      <pc:sldChg chg="addSp modSp new mod setBg">
        <pc:chgData name="Deborah Suleman" userId="634b21d8b0bd131d" providerId="LiveId" clId="{F67C2F77-D5D6-4CAF-8CFA-758AF64B2473}" dt="2026-05-31T18:35:34.431" v="3812" actId="26606"/>
        <pc:sldMkLst>
          <pc:docMk/>
          <pc:sldMk cId="285467043" sldId="401"/>
        </pc:sldMkLst>
        <pc:spChg chg="mod">
          <ac:chgData name="Deborah Suleman" userId="634b21d8b0bd131d" providerId="LiveId" clId="{F67C2F77-D5D6-4CAF-8CFA-758AF64B2473}" dt="2026-05-31T18:35:34.431" v="3812" actId="26606"/>
          <ac:spMkLst>
            <pc:docMk/>
            <pc:sldMk cId="285467043" sldId="401"/>
            <ac:spMk id="2" creationId="{5463C656-81CE-953E-D236-6451B7B0AE7F}"/>
          </ac:spMkLst>
        </pc:spChg>
        <pc:spChg chg="mod">
          <ac:chgData name="Deborah Suleman" userId="634b21d8b0bd131d" providerId="LiveId" clId="{F67C2F77-D5D6-4CAF-8CFA-758AF64B2473}" dt="2026-05-31T18:35:34.431" v="3812" actId="26606"/>
          <ac:spMkLst>
            <pc:docMk/>
            <pc:sldMk cId="285467043" sldId="401"/>
            <ac:spMk id="3" creationId="{722BB180-CFE0-DFFF-8230-F764B5217A0D}"/>
          </ac:spMkLst>
        </pc:spChg>
        <pc:spChg chg="add">
          <ac:chgData name="Deborah Suleman" userId="634b21d8b0bd131d" providerId="LiveId" clId="{F67C2F77-D5D6-4CAF-8CFA-758AF64B2473}" dt="2026-05-31T18:35:34.431" v="3812" actId="26606"/>
          <ac:spMkLst>
            <pc:docMk/>
            <pc:sldMk cId="285467043" sldId="401"/>
            <ac:spMk id="8" creationId="{907EF6B7-1338-4443-8C46-6A318D952DFD}"/>
          </ac:spMkLst>
        </pc:spChg>
        <pc:spChg chg="add">
          <ac:chgData name="Deborah Suleman" userId="634b21d8b0bd131d" providerId="LiveId" clId="{F67C2F77-D5D6-4CAF-8CFA-758AF64B2473}" dt="2026-05-31T18:35:34.431" v="3812" actId="26606"/>
          <ac:spMkLst>
            <pc:docMk/>
            <pc:sldMk cId="285467043" sldId="401"/>
            <ac:spMk id="10" creationId="{DAAE4CDD-124C-4DCF-9584-B6033B545DD5}"/>
          </ac:spMkLst>
        </pc:spChg>
        <pc:spChg chg="add">
          <ac:chgData name="Deborah Suleman" userId="634b21d8b0bd131d" providerId="LiveId" clId="{F67C2F77-D5D6-4CAF-8CFA-758AF64B2473}" dt="2026-05-31T18:35:34.431" v="3812" actId="26606"/>
          <ac:spMkLst>
            <pc:docMk/>
            <pc:sldMk cId="285467043" sldId="401"/>
            <ac:spMk id="12" creationId="{081E4A58-353D-44AE-B2FC-2A74E2E400F7}"/>
          </ac:spMkLst>
        </pc:spChg>
      </pc:sldChg>
      <pc:sldChg chg="addSp modSp new mod setBg">
        <pc:chgData name="Deborah Suleman" userId="634b21d8b0bd131d" providerId="LiveId" clId="{F67C2F77-D5D6-4CAF-8CFA-758AF64B2473}" dt="2026-05-31T18:36:16.893" v="3814" actId="26606"/>
        <pc:sldMkLst>
          <pc:docMk/>
          <pc:sldMk cId="1955596167" sldId="402"/>
        </pc:sldMkLst>
        <pc:spChg chg="mod">
          <ac:chgData name="Deborah Suleman" userId="634b21d8b0bd131d" providerId="LiveId" clId="{F67C2F77-D5D6-4CAF-8CFA-758AF64B2473}" dt="2026-05-31T18:36:16.893" v="3814" actId="26606"/>
          <ac:spMkLst>
            <pc:docMk/>
            <pc:sldMk cId="1955596167" sldId="402"/>
            <ac:spMk id="2" creationId="{E40A2571-E013-0A38-F382-AD92DF65DBA2}"/>
          </ac:spMkLst>
        </pc:spChg>
        <pc:spChg chg="mod">
          <ac:chgData name="Deborah Suleman" userId="634b21d8b0bd131d" providerId="LiveId" clId="{F67C2F77-D5D6-4CAF-8CFA-758AF64B2473}" dt="2026-05-31T18:36:16.893" v="3814" actId="26606"/>
          <ac:spMkLst>
            <pc:docMk/>
            <pc:sldMk cId="1955596167" sldId="402"/>
            <ac:spMk id="3" creationId="{8D51A440-19EE-42ED-404C-8E70730FC265}"/>
          </ac:spMkLst>
        </pc:spChg>
        <pc:spChg chg="add">
          <ac:chgData name="Deborah Suleman" userId="634b21d8b0bd131d" providerId="LiveId" clId="{F67C2F77-D5D6-4CAF-8CFA-758AF64B2473}" dt="2026-05-31T18:36:16.893" v="3814" actId="26606"/>
          <ac:spMkLst>
            <pc:docMk/>
            <pc:sldMk cId="1955596167" sldId="402"/>
            <ac:spMk id="8" creationId="{907EF6B7-1338-4443-8C46-6A318D952DFD}"/>
          </ac:spMkLst>
        </pc:spChg>
        <pc:spChg chg="add">
          <ac:chgData name="Deborah Suleman" userId="634b21d8b0bd131d" providerId="LiveId" clId="{F67C2F77-D5D6-4CAF-8CFA-758AF64B2473}" dt="2026-05-31T18:36:16.893" v="3814" actId="26606"/>
          <ac:spMkLst>
            <pc:docMk/>
            <pc:sldMk cId="1955596167" sldId="402"/>
            <ac:spMk id="10" creationId="{DAAE4CDD-124C-4DCF-9584-B6033B545DD5}"/>
          </ac:spMkLst>
        </pc:spChg>
        <pc:spChg chg="add">
          <ac:chgData name="Deborah Suleman" userId="634b21d8b0bd131d" providerId="LiveId" clId="{F67C2F77-D5D6-4CAF-8CFA-758AF64B2473}" dt="2026-05-31T18:36:16.893" v="3814" actId="26606"/>
          <ac:spMkLst>
            <pc:docMk/>
            <pc:sldMk cId="1955596167" sldId="402"/>
            <ac:spMk id="12" creationId="{081E4A58-353D-44AE-B2FC-2A74E2E400F7}"/>
          </ac:spMkLst>
        </pc:spChg>
      </pc:sldChg>
      <pc:sldChg chg="modSp new del mod">
        <pc:chgData name="Deborah Suleman" userId="634b21d8b0bd131d" providerId="LiveId" clId="{F67C2F77-D5D6-4CAF-8CFA-758AF64B2473}" dt="2026-05-31T09:34:55.847" v="2313" actId="47"/>
        <pc:sldMkLst>
          <pc:docMk/>
          <pc:sldMk cId="4069853667" sldId="403"/>
        </pc:sldMkLst>
      </pc:sldChg>
      <pc:sldChg chg="addSp modSp new mod setBg">
        <pc:chgData name="Deborah Suleman" userId="634b21d8b0bd131d" providerId="LiveId" clId="{F67C2F77-D5D6-4CAF-8CFA-758AF64B2473}" dt="2026-05-31T18:34:34.730" v="3809" actId="26606"/>
        <pc:sldMkLst>
          <pc:docMk/>
          <pc:sldMk cId="2911198985" sldId="404"/>
        </pc:sldMkLst>
        <pc:spChg chg="mod">
          <ac:chgData name="Deborah Suleman" userId="634b21d8b0bd131d" providerId="LiveId" clId="{F67C2F77-D5D6-4CAF-8CFA-758AF64B2473}" dt="2026-05-31T18:34:34.730" v="3809" actId="26606"/>
          <ac:spMkLst>
            <pc:docMk/>
            <pc:sldMk cId="2911198985" sldId="404"/>
            <ac:spMk id="2" creationId="{8C2B8AF4-3B6D-95D6-9A24-7656FF876771}"/>
          </ac:spMkLst>
        </pc:spChg>
        <pc:spChg chg="mod">
          <ac:chgData name="Deborah Suleman" userId="634b21d8b0bd131d" providerId="LiveId" clId="{F67C2F77-D5D6-4CAF-8CFA-758AF64B2473}" dt="2026-05-31T18:34:34.730" v="3809" actId="26606"/>
          <ac:spMkLst>
            <pc:docMk/>
            <pc:sldMk cId="2911198985" sldId="404"/>
            <ac:spMk id="3" creationId="{67F970BB-3ED0-4B87-259E-258B6130E020}"/>
          </ac:spMkLst>
        </pc:spChg>
        <pc:spChg chg="add">
          <ac:chgData name="Deborah Suleman" userId="634b21d8b0bd131d" providerId="LiveId" clId="{F67C2F77-D5D6-4CAF-8CFA-758AF64B2473}" dt="2026-05-31T18:34:34.730" v="3809" actId="26606"/>
          <ac:spMkLst>
            <pc:docMk/>
            <pc:sldMk cId="2911198985" sldId="404"/>
            <ac:spMk id="8" creationId="{907EF6B7-1338-4443-8C46-6A318D952DFD}"/>
          </ac:spMkLst>
        </pc:spChg>
        <pc:spChg chg="add">
          <ac:chgData name="Deborah Suleman" userId="634b21d8b0bd131d" providerId="LiveId" clId="{F67C2F77-D5D6-4CAF-8CFA-758AF64B2473}" dt="2026-05-31T18:34:34.730" v="3809" actId="26606"/>
          <ac:spMkLst>
            <pc:docMk/>
            <pc:sldMk cId="2911198985" sldId="404"/>
            <ac:spMk id="10" creationId="{DAAE4CDD-124C-4DCF-9584-B6033B545DD5}"/>
          </ac:spMkLst>
        </pc:spChg>
        <pc:spChg chg="add">
          <ac:chgData name="Deborah Suleman" userId="634b21d8b0bd131d" providerId="LiveId" clId="{F67C2F77-D5D6-4CAF-8CFA-758AF64B2473}" dt="2026-05-31T18:34:34.730" v="3809" actId="26606"/>
          <ac:spMkLst>
            <pc:docMk/>
            <pc:sldMk cId="2911198985" sldId="404"/>
            <ac:spMk id="12" creationId="{081E4A58-353D-44AE-B2FC-2A74E2E400F7}"/>
          </ac:spMkLst>
        </pc:spChg>
      </pc:sldChg>
      <pc:sldChg chg="addSp delSp modSp new mod setBg addAnim delAnim">
        <pc:chgData name="Deborah Suleman" userId="634b21d8b0bd131d" providerId="LiveId" clId="{F67C2F77-D5D6-4CAF-8CFA-758AF64B2473}" dt="2026-05-31T20:45:23.128" v="4276" actId="20577"/>
        <pc:sldMkLst>
          <pc:docMk/>
          <pc:sldMk cId="3198136484" sldId="405"/>
        </pc:sldMkLst>
        <pc:spChg chg="mod">
          <ac:chgData name="Deborah Suleman" userId="634b21d8b0bd131d" providerId="LiveId" clId="{F67C2F77-D5D6-4CAF-8CFA-758AF64B2473}" dt="2026-05-31T16:37:48.606" v="3771" actId="26606"/>
          <ac:spMkLst>
            <pc:docMk/>
            <pc:sldMk cId="3198136484" sldId="405"/>
            <ac:spMk id="2" creationId="{FB34636A-7C6F-CDA4-B76D-1427A627F45E}"/>
          </ac:spMkLst>
        </pc:spChg>
        <pc:spChg chg="mod">
          <ac:chgData name="Deborah Suleman" userId="634b21d8b0bd131d" providerId="LiveId" clId="{F67C2F77-D5D6-4CAF-8CFA-758AF64B2473}" dt="2026-05-31T20:45:23.128" v="4276" actId="20577"/>
          <ac:spMkLst>
            <pc:docMk/>
            <pc:sldMk cId="3198136484" sldId="405"/>
            <ac:spMk id="3" creationId="{A4966D39-0408-0420-5A45-6F2E417085D8}"/>
          </ac:spMkLst>
        </pc:spChg>
        <pc:spChg chg="add">
          <ac:chgData name="Deborah Suleman" userId="634b21d8b0bd131d" providerId="LiveId" clId="{F67C2F77-D5D6-4CAF-8CFA-758AF64B2473}" dt="2026-05-31T16:37:48.606" v="3771" actId="26606"/>
          <ac:spMkLst>
            <pc:docMk/>
            <pc:sldMk cId="3198136484" sldId="405"/>
            <ac:spMk id="5" creationId="{100EDD19-6802-4EC3-95CE-CFFAB042CFD6}"/>
          </ac:spMkLst>
        </pc:spChg>
        <pc:spChg chg="add">
          <ac:chgData name="Deborah Suleman" userId="634b21d8b0bd131d" providerId="LiveId" clId="{F67C2F77-D5D6-4CAF-8CFA-758AF64B2473}" dt="2026-05-31T16:37:48.606" v="3771" actId="26606"/>
          <ac:spMkLst>
            <pc:docMk/>
            <pc:sldMk cId="3198136484" sldId="405"/>
            <ac:spMk id="6" creationId="{DB17E863-922E-4C26-BD64-E8FD41D28661}"/>
          </ac:spMkLst>
        </pc:spChg>
        <pc:spChg chg="add del">
          <ac:chgData name="Deborah Suleman" userId="634b21d8b0bd131d" providerId="LiveId" clId="{F67C2F77-D5D6-4CAF-8CFA-758AF64B2473}" dt="2026-05-31T16:31:34.770" v="3682" actId="26606"/>
          <ac:spMkLst>
            <pc:docMk/>
            <pc:sldMk cId="3198136484" sldId="405"/>
            <ac:spMk id="8" creationId="{F837543A-6020-4505-A233-C9DB4BF74011}"/>
          </ac:spMkLst>
        </pc:spChg>
        <pc:spChg chg="add del">
          <ac:chgData name="Deborah Suleman" userId="634b21d8b0bd131d" providerId="LiveId" clId="{F67C2F77-D5D6-4CAF-8CFA-758AF64B2473}" dt="2026-05-31T16:31:34.770" v="3682" actId="26606"/>
          <ac:spMkLst>
            <pc:docMk/>
            <pc:sldMk cId="3198136484" sldId="405"/>
            <ac:spMk id="10" creationId="{35B16301-FB18-48BA-A6DD-C37CAF6F9A18}"/>
          </ac:spMkLst>
        </pc:spChg>
        <pc:spChg chg="add del">
          <ac:chgData name="Deborah Suleman" userId="634b21d8b0bd131d" providerId="LiveId" clId="{F67C2F77-D5D6-4CAF-8CFA-758AF64B2473}" dt="2026-05-31T16:31:34.770" v="3682" actId="26606"/>
          <ac:spMkLst>
            <pc:docMk/>
            <pc:sldMk cId="3198136484" sldId="405"/>
            <ac:spMk id="12" creationId="{C3C0D90E-074A-4F52-9B11-B52BEF4BCBE5}"/>
          </ac:spMkLst>
        </pc:spChg>
        <pc:spChg chg="add del">
          <ac:chgData name="Deborah Suleman" userId="634b21d8b0bd131d" providerId="LiveId" clId="{F67C2F77-D5D6-4CAF-8CFA-758AF64B2473}" dt="2026-05-31T16:31:34.770" v="3682" actId="26606"/>
          <ac:spMkLst>
            <pc:docMk/>
            <pc:sldMk cId="3198136484" sldId="405"/>
            <ac:spMk id="14" creationId="{CABBD4C1-E6F8-46F6-8152-A8A97490BF4D}"/>
          </ac:spMkLst>
        </pc:spChg>
        <pc:spChg chg="add del">
          <ac:chgData name="Deborah Suleman" userId="634b21d8b0bd131d" providerId="LiveId" clId="{F67C2F77-D5D6-4CAF-8CFA-758AF64B2473}" dt="2026-05-31T16:31:34.770" v="3682" actId="26606"/>
          <ac:spMkLst>
            <pc:docMk/>
            <pc:sldMk cId="3198136484" sldId="405"/>
            <ac:spMk id="16" creationId="{83BA5EF5-1FE9-4BF9-83BB-269BCDDF6156}"/>
          </ac:spMkLst>
        </pc:spChg>
        <pc:spChg chg="add del">
          <ac:chgData name="Deborah Suleman" userId="634b21d8b0bd131d" providerId="LiveId" clId="{F67C2F77-D5D6-4CAF-8CFA-758AF64B2473}" dt="2026-05-31T16:31:34.770" v="3682" actId="26606"/>
          <ac:spMkLst>
            <pc:docMk/>
            <pc:sldMk cId="3198136484" sldId="405"/>
            <ac:spMk id="20" creationId="{88853921-7BC9-4BDE-ACAB-133C683C82D6}"/>
          </ac:spMkLst>
        </pc:spChg>
        <pc:spChg chg="add del">
          <ac:chgData name="Deborah Suleman" userId="634b21d8b0bd131d" providerId="LiveId" clId="{F67C2F77-D5D6-4CAF-8CFA-758AF64B2473}" dt="2026-05-31T16:31:34.770" v="3682" actId="26606"/>
          <ac:spMkLst>
            <pc:docMk/>
            <pc:sldMk cId="3198136484" sldId="405"/>
            <ac:spMk id="22" creationId="{09192968-3AE7-4470-A61C-97294BB92731}"/>
          </ac:spMkLst>
        </pc:spChg>
        <pc:spChg chg="add del">
          <ac:chgData name="Deborah Suleman" userId="634b21d8b0bd131d" providerId="LiveId" clId="{F67C2F77-D5D6-4CAF-8CFA-758AF64B2473}" dt="2026-05-31T16:31:34.770" v="3682" actId="26606"/>
          <ac:spMkLst>
            <pc:docMk/>
            <pc:sldMk cId="3198136484" sldId="405"/>
            <ac:spMk id="24" creationId="{3AB72E55-43E4-4356-BFE8-E2102CB0B505}"/>
          </ac:spMkLst>
        </pc:spChg>
      </pc:sldChg>
      <pc:sldChg chg="addSp delSp modSp new mod setBg">
        <pc:chgData name="Deborah Suleman" userId="634b21d8b0bd131d" providerId="LiveId" clId="{F67C2F77-D5D6-4CAF-8CFA-758AF64B2473}" dt="2026-05-31T16:34:32.638" v="3702" actId="20577"/>
        <pc:sldMkLst>
          <pc:docMk/>
          <pc:sldMk cId="4101693327" sldId="406"/>
        </pc:sldMkLst>
        <pc:spChg chg="mod">
          <ac:chgData name="Deborah Suleman" userId="634b21d8b0bd131d" providerId="LiveId" clId="{F67C2F77-D5D6-4CAF-8CFA-758AF64B2473}" dt="2026-05-31T16:34:32.638" v="3702" actId="20577"/>
          <ac:spMkLst>
            <pc:docMk/>
            <pc:sldMk cId="4101693327" sldId="406"/>
            <ac:spMk id="2" creationId="{6607423D-DB27-ADD8-0421-0C99968CBB27}"/>
          </ac:spMkLst>
        </pc:spChg>
        <pc:spChg chg="add mod">
          <ac:chgData name="Deborah Suleman" userId="634b21d8b0bd131d" providerId="LiveId" clId="{F67C2F77-D5D6-4CAF-8CFA-758AF64B2473}" dt="2026-05-31T16:33:47.923" v="3693" actId="26606"/>
          <ac:spMkLst>
            <pc:docMk/>
            <pc:sldMk cId="4101693327" sldId="406"/>
            <ac:spMk id="6" creationId="{97E0F7C3-0135-03E8-7764-3DDF7C4B3298}"/>
          </ac:spMkLst>
        </pc:spChg>
        <pc:spChg chg="add del">
          <ac:chgData name="Deborah Suleman" userId="634b21d8b0bd131d" providerId="LiveId" clId="{F67C2F77-D5D6-4CAF-8CFA-758AF64B2473}" dt="2026-05-31T16:33:47.923" v="3693" actId="26606"/>
          <ac:spMkLst>
            <pc:docMk/>
            <pc:sldMk cId="4101693327" sldId="406"/>
            <ac:spMk id="11" creationId="{1B15ED52-F352-441B-82BF-E0EA34836D08}"/>
          </ac:spMkLst>
        </pc:spChg>
        <pc:spChg chg="add del">
          <ac:chgData name="Deborah Suleman" userId="634b21d8b0bd131d" providerId="LiveId" clId="{F67C2F77-D5D6-4CAF-8CFA-758AF64B2473}" dt="2026-05-31T16:33:47.923" v="3693" actId="26606"/>
          <ac:spMkLst>
            <pc:docMk/>
            <pc:sldMk cId="4101693327" sldId="406"/>
            <ac:spMk id="13" creationId="{3B2E3793-BFE6-45A2-9B7B-E18844431C99}"/>
          </ac:spMkLst>
        </pc:spChg>
        <pc:spChg chg="add del">
          <ac:chgData name="Deborah Suleman" userId="634b21d8b0bd131d" providerId="LiveId" clId="{F67C2F77-D5D6-4CAF-8CFA-758AF64B2473}" dt="2026-05-31T16:33:47.923" v="3693" actId="26606"/>
          <ac:spMkLst>
            <pc:docMk/>
            <pc:sldMk cId="4101693327" sldId="406"/>
            <ac:spMk id="15" creationId="{BC4C4868-CB8F-4AF9-9CDB-8108F2C19B67}"/>
          </ac:spMkLst>
        </pc:spChg>
        <pc:spChg chg="add del">
          <ac:chgData name="Deborah Suleman" userId="634b21d8b0bd131d" providerId="LiveId" clId="{F67C2F77-D5D6-4CAF-8CFA-758AF64B2473}" dt="2026-05-31T16:33:47.923" v="3693" actId="26606"/>
          <ac:spMkLst>
            <pc:docMk/>
            <pc:sldMk cId="4101693327" sldId="406"/>
            <ac:spMk id="17" creationId="{375E0459-6403-40CD-989D-56A4407CA12E}"/>
          </ac:spMkLst>
        </pc:spChg>
        <pc:spChg chg="add del">
          <ac:chgData name="Deborah Suleman" userId="634b21d8b0bd131d" providerId="LiveId" clId="{F67C2F77-D5D6-4CAF-8CFA-758AF64B2473}" dt="2026-05-31T16:33:47.923" v="3693" actId="26606"/>
          <ac:spMkLst>
            <pc:docMk/>
            <pc:sldMk cId="4101693327" sldId="406"/>
            <ac:spMk id="19" creationId="{53E5B1A8-3AC9-4BD1-9BBC-78CA94F2D1BA}"/>
          </ac:spMkLst>
        </pc:spChg>
        <pc:spChg chg="add">
          <ac:chgData name="Deborah Suleman" userId="634b21d8b0bd131d" providerId="LiveId" clId="{F67C2F77-D5D6-4CAF-8CFA-758AF64B2473}" dt="2026-05-31T16:33:47.923" v="3693" actId="26606"/>
          <ac:spMkLst>
            <pc:docMk/>
            <pc:sldMk cId="4101693327" sldId="406"/>
            <ac:spMk id="24" creationId="{743AA782-23D1-4521-8CAD-47662984AA08}"/>
          </ac:spMkLst>
        </pc:spChg>
        <pc:spChg chg="add">
          <ac:chgData name="Deborah Suleman" userId="634b21d8b0bd131d" providerId="LiveId" clId="{F67C2F77-D5D6-4CAF-8CFA-758AF64B2473}" dt="2026-05-31T16:33:47.923" v="3693" actId="26606"/>
          <ac:spMkLst>
            <pc:docMk/>
            <pc:sldMk cId="4101693327" sldId="406"/>
            <ac:spMk id="26" creationId="{71877DBC-BB60-40F0-AC93-2ACDBAAE60CE}"/>
          </ac:spMkLst>
        </pc:spChg>
        <pc:graphicFrameChg chg="add mod ord modGraphic">
          <ac:chgData name="Deborah Suleman" userId="634b21d8b0bd131d" providerId="LiveId" clId="{F67C2F77-D5D6-4CAF-8CFA-758AF64B2473}" dt="2026-05-31T16:33:47.923" v="3693" actId="26606"/>
          <ac:graphicFrameMkLst>
            <pc:docMk/>
            <pc:sldMk cId="4101693327" sldId="406"/>
            <ac:graphicFrameMk id="4" creationId="{58760556-F098-E4C7-B888-7FCDDCD91E0F}"/>
          </ac:graphicFrameMkLst>
        </pc:graphicFrameChg>
      </pc:sldChg>
      <pc:sldChg chg="modSp new mod">
        <pc:chgData name="Deborah Suleman" userId="634b21d8b0bd131d" providerId="LiveId" clId="{F67C2F77-D5D6-4CAF-8CFA-758AF64B2473}" dt="2026-05-26T19:03:47.812" v="535" actId="20577"/>
        <pc:sldMkLst>
          <pc:docMk/>
          <pc:sldMk cId="4238255602" sldId="407"/>
        </pc:sldMkLst>
        <pc:spChg chg="mod">
          <ac:chgData name="Deborah Suleman" userId="634b21d8b0bd131d" providerId="LiveId" clId="{F67C2F77-D5D6-4CAF-8CFA-758AF64B2473}" dt="2026-05-26T19:03:47.812" v="535" actId="20577"/>
          <ac:spMkLst>
            <pc:docMk/>
            <pc:sldMk cId="4238255602" sldId="407"/>
            <ac:spMk id="3" creationId="{CE41042D-2717-ACA4-C7CC-ED42326B99B4}"/>
          </ac:spMkLst>
        </pc:spChg>
      </pc:sldChg>
      <pc:sldChg chg="addSp modSp new mod setBg">
        <pc:chgData name="Deborah Suleman" userId="634b21d8b0bd131d" providerId="LiveId" clId="{F67C2F77-D5D6-4CAF-8CFA-758AF64B2473}" dt="2026-05-31T16:27:05.659" v="3669" actId="255"/>
        <pc:sldMkLst>
          <pc:docMk/>
          <pc:sldMk cId="2135291752" sldId="409"/>
        </pc:sldMkLst>
        <pc:spChg chg="mod">
          <ac:chgData name="Deborah Suleman" userId="634b21d8b0bd131d" providerId="LiveId" clId="{F67C2F77-D5D6-4CAF-8CFA-758AF64B2473}" dt="2026-05-31T16:26:49.016" v="3668" actId="26606"/>
          <ac:spMkLst>
            <pc:docMk/>
            <pc:sldMk cId="2135291752" sldId="409"/>
            <ac:spMk id="2" creationId="{5089CFAD-92CC-DF41-2CD2-0F203F41D835}"/>
          </ac:spMkLst>
        </pc:spChg>
        <pc:spChg chg="mod">
          <ac:chgData name="Deborah Suleman" userId="634b21d8b0bd131d" providerId="LiveId" clId="{F67C2F77-D5D6-4CAF-8CFA-758AF64B2473}" dt="2026-05-31T16:27:05.659" v="3669" actId="255"/>
          <ac:spMkLst>
            <pc:docMk/>
            <pc:sldMk cId="2135291752" sldId="409"/>
            <ac:spMk id="3" creationId="{AE8B4E2C-76BB-6CA7-C6B1-3CAADED5F027}"/>
          </ac:spMkLst>
        </pc:spChg>
        <pc:spChg chg="add">
          <ac:chgData name="Deborah Suleman" userId="634b21d8b0bd131d" providerId="LiveId" clId="{F67C2F77-D5D6-4CAF-8CFA-758AF64B2473}" dt="2026-05-31T16:26:49.016" v="3668" actId="26606"/>
          <ac:spMkLst>
            <pc:docMk/>
            <pc:sldMk cId="2135291752" sldId="409"/>
            <ac:spMk id="8" creationId="{09588DA8-065E-4F6F-8EFD-43104AB2E0CF}"/>
          </ac:spMkLst>
        </pc:spChg>
        <pc:spChg chg="add">
          <ac:chgData name="Deborah Suleman" userId="634b21d8b0bd131d" providerId="LiveId" clId="{F67C2F77-D5D6-4CAF-8CFA-758AF64B2473}" dt="2026-05-31T16:26:49.016" v="3668" actId="26606"/>
          <ac:spMkLst>
            <pc:docMk/>
            <pc:sldMk cId="2135291752" sldId="409"/>
            <ac:spMk id="10" creationId="{C4285719-470E-454C-AF62-8323075F1F5B}"/>
          </ac:spMkLst>
        </pc:spChg>
        <pc:spChg chg="add">
          <ac:chgData name="Deborah Suleman" userId="634b21d8b0bd131d" providerId="LiveId" clId="{F67C2F77-D5D6-4CAF-8CFA-758AF64B2473}" dt="2026-05-31T16:26:49.016" v="3668" actId="26606"/>
          <ac:spMkLst>
            <pc:docMk/>
            <pc:sldMk cId="2135291752" sldId="409"/>
            <ac:spMk id="12" creationId="{CD9FE4EF-C4D8-49A0-B2FF-81D8DB7D8A24}"/>
          </ac:spMkLst>
        </pc:spChg>
        <pc:spChg chg="add">
          <ac:chgData name="Deborah Suleman" userId="634b21d8b0bd131d" providerId="LiveId" clId="{F67C2F77-D5D6-4CAF-8CFA-758AF64B2473}" dt="2026-05-31T16:26:49.016" v="3668" actId="26606"/>
          <ac:spMkLst>
            <pc:docMk/>
            <pc:sldMk cId="2135291752" sldId="409"/>
            <ac:spMk id="14" creationId="{4300840D-0A0B-4512-BACA-B439D5B9C57C}"/>
          </ac:spMkLst>
        </pc:spChg>
        <pc:spChg chg="add">
          <ac:chgData name="Deborah Suleman" userId="634b21d8b0bd131d" providerId="LiveId" clId="{F67C2F77-D5D6-4CAF-8CFA-758AF64B2473}" dt="2026-05-31T16:26:49.016" v="3668" actId="26606"/>
          <ac:spMkLst>
            <pc:docMk/>
            <pc:sldMk cId="2135291752" sldId="409"/>
            <ac:spMk id="16" creationId="{D2B78728-A580-49A7-84F9-6EF6F583ADE0}"/>
          </ac:spMkLst>
        </pc:spChg>
        <pc:spChg chg="add">
          <ac:chgData name="Deborah Suleman" userId="634b21d8b0bd131d" providerId="LiveId" clId="{F67C2F77-D5D6-4CAF-8CFA-758AF64B2473}" dt="2026-05-31T16:26:49.016" v="3668" actId="26606"/>
          <ac:spMkLst>
            <pc:docMk/>
            <pc:sldMk cId="2135291752" sldId="409"/>
            <ac:spMk id="18" creationId="{38FAA1A1-D861-433F-88FA-1E9D6FD31D11}"/>
          </ac:spMkLst>
        </pc:spChg>
        <pc:spChg chg="add">
          <ac:chgData name="Deborah Suleman" userId="634b21d8b0bd131d" providerId="LiveId" clId="{F67C2F77-D5D6-4CAF-8CFA-758AF64B2473}" dt="2026-05-31T16:26:49.016" v="3668" actId="26606"/>
          <ac:spMkLst>
            <pc:docMk/>
            <pc:sldMk cId="2135291752" sldId="409"/>
            <ac:spMk id="20" creationId="{8D71EDA1-87BF-4D5D-AB79-F346FD19278A}"/>
          </ac:spMkLst>
        </pc:spChg>
      </pc:sldChg>
      <pc:sldChg chg="modSp new mod">
        <pc:chgData name="Deborah Suleman" userId="634b21d8b0bd131d" providerId="LiveId" clId="{F67C2F77-D5D6-4CAF-8CFA-758AF64B2473}" dt="2026-05-31T16:43:26.657" v="3788" actId="20577"/>
        <pc:sldMkLst>
          <pc:docMk/>
          <pc:sldMk cId="478647243" sldId="410"/>
        </pc:sldMkLst>
        <pc:spChg chg="mod">
          <ac:chgData name="Deborah Suleman" userId="634b21d8b0bd131d" providerId="LiveId" clId="{F67C2F77-D5D6-4CAF-8CFA-758AF64B2473}" dt="2026-05-31T16:41:16.893" v="3781"/>
          <ac:spMkLst>
            <pc:docMk/>
            <pc:sldMk cId="478647243" sldId="410"/>
            <ac:spMk id="2" creationId="{F15DFA0E-D75F-2016-8948-030E919B7982}"/>
          </ac:spMkLst>
        </pc:spChg>
        <pc:spChg chg="mod">
          <ac:chgData name="Deborah Suleman" userId="634b21d8b0bd131d" providerId="LiveId" clId="{F67C2F77-D5D6-4CAF-8CFA-758AF64B2473}" dt="2026-05-31T16:43:26.657" v="3788" actId="20577"/>
          <ac:spMkLst>
            <pc:docMk/>
            <pc:sldMk cId="478647243" sldId="410"/>
            <ac:spMk id="3" creationId="{E5DE88D9-4409-9F0F-C912-09F5B8FDDB70}"/>
          </ac:spMkLst>
        </pc:spChg>
      </pc:sldChg>
      <pc:sldChg chg="addSp delSp modSp new mod">
        <pc:chgData name="Deborah Suleman" userId="634b21d8b0bd131d" providerId="LiveId" clId="{F67C2F77-D5D6-4CAF-8CFA-758AF64B2473}" dt="2026-05-26T19:06:01.884" v="550" actId="20577"/>
        <pc:sldMkLst>
          <pc:docMk/>
          <pc:sldMk cId="1018223095" sldId="411"/>
        </pc:sldMkLst>
        <pc:graphicFrameChg chg="add mod modGraphic">
          <ac:chgData name="Deborah Suleman" userId="634b21d8b0bd131d" providerId="LiveId" clId="{F67C2F77-D5D6-4CAF-8CFA-758AF64B2473}" dt="2026-05-26T19:06:01.884" v="550" actId="20577"/>
          <ac:graphicFrameMkLst>
            <pc:docMk/>
            <pc:sldMk cId="1018223095" sldId="411"/>
            <ac:graphicFrameMk id="4" creationId="{77CFE45B-ADF1-55A5-83E2-20F322C7B042}"/>
          </ac:graphicFrameMkLst>
        </pc:graphicFrameChg>
      </pc:sldChg>
      <pc:sldChg chg="addSp delSp modSp new mod">
        <pc:chgData name="Deborah Suleman" userId="634b21d8b0bd131d" providerId="LiveId" clId="{F67C2F77-D5D6-4CAF-8CFA-758AF64B2473}" dt="2026-05-26T19:13:59.551" v="555" actId="14100"/>
        <pc:sldMkLst>
          <pc:docMk/>
          <pc:sldMk cId="568370619" sldId="412"/>
        </pc:sldMkLst>
        <pc:picChg chg="add mod">
          <ac:chgData name="Deborah Suleman" userId="634b21d8b0bd131d" providerId="LiveId" clId="{F67C2F77-D5D6-4CAF-8CFA-758AF64B2473}" dt="2026-05-26T19:13:31.211" v="552"/>
          <ac:picMkLst>
            <pc:docMk/>
            <pc:sldMk cId="568370619" sldId="412"/>
            <ac:picMk id="5" creationId="{26F34D7A-DF5F-2A4A-4CC6-D371B4818995}"/>
          </ac:picMkLst>
        </pc:picChg>
        <pc:picChg chg="add mod">
          <ac:chgData name="Deborah Suleman" userId="634b21d8b0bd131d" providerId="LiveId" clId="{F67C2F77-D5D6-4CAF-8CFA-758AF64B2473}" dt="2026-05-26T19:13:59.551" v="555" actId="14100"/>
          <ac:picMkLst>
            <pc:docMk/>
            <pc:sldMk cId="568370619" sldId="412"/>
            <ac:picMk id="6" creationId="{D4FF51B4-AAA5-7188-660C-B55F21B7D38C}"/>
          </ac:picMkLst>
        </pc:picChg>
      </pc:sldChg>
      <pc:sldChg chg="addSp delSp modSp new mod">
        <pc:chgData name="Deborah Suleman" userId="634b21d8b0bd131d" providerId="LiveId" clId="{F67C2F77-D5D6-4CAF-8CFA-758AF64B2473}" dt="2026-05-26T19:49:26.346" v="559" actId="14100"/>
        <pc:sldMkLst>
          <pc:docMk/>
          <pc:sldMk cId="589125677" sldId="413"/>
        </pc:sldMkLst>
        <pc:picChg chg="add mod">
          <ac:chgData name="Deborah Suleman" userId="634b21d8b0bd131d" providerId="LiveId" clId="{F67C2F77-D5D6-4CAF-8CFA-758AF64B2473}" dt="2026-05-26T19:14:27.318" v="557"/>
          <ac:picMkLst>
            <pc:docMk/>
            <pc:sldMk cId="589125677" sldId="413"/>
            <ac:picMk id="5" creationId="{9F2FDC97-E8DC-FA2F-23D7-BF4B885561ED}"/>
          </ac:picMkLst>
        </pc:picChg>
        <pc:picChg chg="add mod">
          <ac:chgData name="Deborah Suleman" userId="634b21d8b0bd131d" providerId="LiveId" clId="{F67C2F77-D5D6-4CAF-8CFA-758AF64B2473}" dt="2026-05-26T19:49:26.346" v="559" actId="14100"/>
          <ac:picMkLst>
            <pc:docMk/>
            <pc:sldMk cId="589125677" sldId="413"/>
            <ac:picMk id="6" creationId="{0B1ECA83-508F-0B0F-5EC3-58B39B8B8889}"/>
          </ac:picMkLst>
        </pc:picChg>
      </pc:sldChg>
      <pc:sldChg chg="addSp delSp modSp new mod">
        <pc:chgData name="Deborah Suleman" userId="634b21d8b0bd131d" providerId="LiveId" clId="{F67C2F77-D5D6-4CAF-8CFA-758AF64B2473}" dt="2026-05-26T20:00:35.340" v="571" actId="14100"/>
        <pc:sldMkLst>
          <pc:docMk/>
          <pc:sldMk cId="458702560" sldId="414"/>
        </pc:sldMkLst>
        <pc:spChg chg="add mod">
          <ac:chgData name="Deborah Suleman" userId="634b21d8b0bd131d" providerId="LiveId" clId="{F67C2F77-D5D6-4CAF-8CFA-758AF64B2473}" dt="2026-05-26T20:00:35.340" v="571" actId="14100"/>
          <ac:spMkLst>
            <pc:docMk/>
            <pc:sldMk cId="458702560" sldId="414"/>
            <ac:spMk id="7" creationId="{457326B8-778F-77BA-723F-51A0B3164701}"/>
          </ac:spMkLst>
        </pc:spChg>
        <pc:picChg chg="add mod">
          <ac:chgData name="Deborah Suleman" userId="634b21d8b0bd131d" providerId="LiveId" clId="{F67C2F77-D5D6-4CAF-8CFA-758AF64B2473}" dt="2026-05-26T19:59:14.677" v="565" actId="14100"/>
          <ac:picMkLst>
            <pc:docMk/>
            <pc:sldMk cId="458702560" sldId="414"/>
            <ac:picMk id="5" creationId="{63F3E8AA-2835-E6AF-5E54-63F40A58003A}"/>
          </ac:picMkLst>
        </pc:picChg>
        <pc:picChg chg="mod">
          <ac:chgData name="Deborah Suleman" userId="634b21d8b0bd131d" providerId="LiveId" clId="{F67C2F77-D5D6-4CAF-8CFA-758AF64B2473}" dt="2026-05-26T20:00:06.744" v="566" actId="14100"/>
          <ac:picMkLst>
            <pc:docMk/>
            <pc:sldMk cId="458702560" sldId="414"/>
            <ac:picMk id="6" creationId="{363368C7-E30D-FB0F-4792-4610FBF1F672}"/>
          </ac:picMkLst>
        </pc:picChg>
      </pc:sldChg>
      <pc:sldChg chg="modSp new mod">
        <pc:chgData name="Deborah Suleman" userId="634b21d8b0bd131d" providerId="LiveId" clId="{F67C2F77-D5D6-4CAF-8CFA-758AF64B2473}" dt="2026-05-28T13:58:24.564" v="809" actId="20577"/>
        <pc:sldMkLst>
          <pc:docMk/>
          <pc:sldMk cId="3356718658" sldId="415"/>
        </pc:sldMkLst>
        <pc:spChg chg="mod">
          <ac:chgData name="Deborah Suleman" userId="634b21d8b0bd131d" providerId="LiveId" clId="{F67C2F77-D5D6-4CAF-8CFA-758AF64B2473}" dt="2026-05-28T13:58:24.564" v="809" actId="20577"/>
          <ac:spMkLst>
            <pc:docMk/>
            <pc:sldMk cId="3356718658" sldId="415"/>
            <ac:spMk id="2" creationId="{3802C689-9BCD-C27F-55F7-058EE03B602D}"/>
          </ac:spMkLst>
        </pc:spChg>
        <pc:spChg chg="mod">
          <ac:chgData name="Deborah Suleman" userId="634b21d8b0bd131d" providerId="LiveId" clId="{F67C2F77-D5D6-4CAF-8CFA-758AF64B2473}" dt="2026-05-28T13:58:02.327" v="773"/>
          <ac:spMkLst>
            <pc:docMk/>
            <pc:sldMk cId="3356718658" sldId="415"/>
            <ac:spMk id="3" creationId="{1FD30228-86DC-6748-1EC3-C382FE8F73E9}"/>
          </ac:spMkLst>
        </pc:spChg>
      </pc:sldChg>
      <pc:sldChg chg="delSp modSp new mod ord setBg">
        <pc:chgData name="Deborah Suleman" userId="634b21d8b0bd131d" providerId="LiveId" clId="{F67C2F77-D5D6-4CAF-8CFA-758AF64B2473}" dt="2026-05-31T16:41:47.568" v="3783"/>
        <pc:sldMkLst>
          <pc:docMk/>
          <pc:sldMk cId="2913220218" sldId="417"/>
        </pc:sldMkLst>
        <pc:picChg chg="mod">
          <ac:chgData name="Deborah Suleman" userId="634b21d8b0bd131d" providerId="LiveId" clId="{F67C2F77-D5D6-4CAF-8CFA-758AF64B2473}" dt="2026-05-28T15:50:42.178" v="901" actId="1076"/>
          <ac:picMkLst>
            <pc:docMk/>
            <pc:sldMk cId="2913220218" sldId="417"/>
            <ac:picMk id="4" creationId="{BC1EFC6E-C608-90A4-EC96-DDDC7334C8BE}"/>
          </ac:picMkLst>
        </pc:picChg>
      </pc:sldChg>
      <pc:sldChg chg="addSp modSp new mod setBg">
        <pc:chgData name="Deborah Suleman" userId="634b21d8b0bd131d" providerId="LiveId" clId="{F67C2F77-D5D6-4CAF-8CFA-758AF64B2473}" dt="2026-05-31T16:29:49.874" v="3677" actId="255"/>
        <pc:sldMkLst>
          <pc:docMk/>
          <pc:sldMk cId="1512663936" sldId="418"/>
        </pc:sldMkLst>
        <pc:spChg chg="mod">
          <ac:chgData name="Deborah Suleman" userId="634b21d8b0bd131d" providerId="LiveId" clId="{F67C2F77-D5D6-4CAF-8CFA-758AF64B2473}" dt="2026-05-31T16:29:37.100" v="3675"/>
          <ac:spMkLst>
            <pc:docMk/>
            <pc:sldMk cId="1512663936" sldId="418"/>
            <ac:spMk id="2" creationId="{162597FA-8563-A5A7-6618-5E3A8E8FAD46}"/>
          </ac:spMkLst>
        </pc:spChg>
        <pc:spChg chg="mod">
          <ac:chgData name="Deborah Suleman" userId="634b21d8b0bd131d" providerId="LiveId" clId="{F67C2F77-D5D6-4CAF-8CFA-758AF64B2473}" dt="2026-05-31T16:29:49.874" v="3677" actId="255"/>
          <ac:spMkLst>
            <pc:docMk/>
            <pc:sldMk cId="1512663936" sldId="418"/>
            <ac:spMk id="3" creationId="{42BDFBA9-CC38-AC13-1928-E2B0BF29F287}"/>
          </ac:spMkLst>
        </pc:spChg>
        <pc:spChg chg="add">
          <ac:chgData name="Deborah Suleman" userId="634b21d8b0bd131d" providerId="LiveId" clId="{F67C2F77-D5D6-4CAF-8CFA-758AF64B2473}" dt="2026-05-31T16:29:17.492" v="3670" actId="26606"/>
          <ac:spMkLst>
            <pc:docMk/>
            <pc:sldMk cId="1512663936" sldId="418"/>
            <ac:spMk id="8" creationId="{F837543A-6020-4505-A233-C9DB4BF74011}"/>
          </ac:spMkLst>
        </pc:spChg>
        <pc:spChg chg="add">
          <ac:chgData name="Deborah Suleman" userId="634b21d8b0bd131d" providerId="LiveId" clId="{F67C2F77-D5D6-4CAF-8CFA-758AF64B2473}" dt="2026-05-31T16:29:17.492" v="3670" actId="26606"/>
          <ac:spMkLst>
            <pc:docMk/>
            <pc:sldMk cId="1512663936" sldId="418"/>
            <ac:spMk id="10" creationId="{35B16301-FB18-48BA-A6DD-C37CAF6F9A18}"/>
          </ac:spMkLst>
        </pc:spChg>
        <pc:spChg chg="add">
          <ac:chgData name="Deborah Suleman" userId="634b21d8b0bd131d" providerId="LiveId" clId="{F67C2F77-D5D6-4CAF-8CFA-758AF64B2473}" dt="2026-05-31T16:29:17.492" v="3670" actId="26606"/>
          <ac:spMkLst>
            <pc:docMk/>
            <pc:sldMk cId="1512663936" sldId="418"/>
            <ac:spMk id="12" creationId="{C3C0D90E-074A-4F52-9B11-B52BEF4BCBE5}"/>
          </ac:spMkLst>
        </pc:spChg>
        <pc:spChg chg="add">
          <ac:chgData name="Deborah Suleman" userId="634b21d8b0bd131d" providerId="LiveId" clId="{F67C2F77-D5D6-4CAF-8CFA-758AF64B2473}" dt="2026-05-31T16:29:17.492" v="3670" actId="26606"/>
          <ac:spMkLst>
            <pc:docMk/>
            <pc:sldMk cId="1512663936" sldId="418"/>
            <ac:spMk id="14" creationId="{CABBD4C1-E6F8-46F6-8152-A8A97490BF4D}"/>
          </ac:spMkLst>
        </pc:spChg>
        <pc:spChg chg="add">
          <ac:chgData name="Deborah Suleman" userId="634b21d8b0bd131d" providerId="LiveId" clId="{F67C2F77-D5D6-4CAF-8CFA-758AF64B2473}" dt="2026-05-31T16:29:17.492" v="3670" actId="26606"/>
          <ac:spMkLst>
            <pc:docMk/>
            <pc:sldMk cId="1512663936" sldId="418"/>
            <ac:spMk id="16" creationId="{83BA5EF5-1FE9-4BF9-83BB-269BCDDF6156}"/>
          </ac:spMkLst>
        </pc:spChg>
        <pc:spChg chg="add">
          <ac:chgData name="Deborah Suleman" userId="634b21d8b0bd131d" providerId="LiveId" clId="{F67C2F77-D5D6-4CAF-8CFA-758AF64B2473}" dt="2026-05-31T16:29:17.492" v="3670" actId="26606"/>
          <ac:spMkLst>
            <pc:docMk/>
            <pc:sldMk cId="1512663936" sldId="418"/>
            <ac:spMk id="20" creationId="{88853921-7BC9-4BDE-ACAB-133C683C82D6}"/>
          </ac:spMkLst>
        </pc:spChg>
        <pc:spChg chg="add">
          <ac:chgData name="Deborah Suleman" userId="634b21d8b0bd131d" providerId="LiveId" clId="{F67C2F77-D5D6-4CAF-8CFA-758AF64B2473}" dt="2026-05-31T16:29:17.492" v="3670" actId="26606"/>
          <ac:spMkLst>
            <pc:docMk/>
            <pc:sldMk cId="1512663936" sldId="418"/>
            <ac:spMk id="22" creationId="{09192968-3AE7-4470-A61C-97294BB92731}"/>
          </ac:spMkLst>
        </pc:spChg>
        <pc:spChg chg="add">
          <ac:chgData name="Deborah Suleman" userId="634b21d8b0bd131d" providerId="LiveId" clId="{F67C2F77-D5D6-4CAF-8CFA-758AF64B2473}" dt="2026-05-31T16:29:17.492" v="3670" actId="26606"/>
          <ac:spMkLst>
            <pc:docMk/>
            <pc:sldMk cId="1512663936" sldId="418"/>
            <ac:spMk id="24" creationId="{3AB72E55-43E4-4356-BFE8-E2102CB0B505}"/>
          </ac:spMkLst>
        </pc:spChg>
      </pc:sldChg>
      <pc:sldChg chg="addSp delSp modSp new mod setBg">
        <pc:chgData name="Deborah Suleman" userId="634b21d8b0bd131d" providerId="LiveId" clId="{F67C2F77-D5D6-4CAF-8CFA-758AF64B2473}" dt="2026-05-31T16:33:21.884" v="3692" actId="255"/>
        <pc:sldMkLst>
          <pc:docMk/>
          <pc:sldMk cId="4042183955" sldId="419"/>
        </pc:sldMkLst>
        <pc:spChg chg="mod">
          <ac:chgData name="Deborah Suleman" userId="634b21d8b0bd131d" providerId="LiveId" clId="{F67C2F77-D5D6-4CAF-8CFA-758AF64B2473}" dt="2026-05-31T16:32:48.327" v="3691" actId="26606"/>
          <ac:spMkLst>
            <pc:docMk/>
            <pc:sldMk cId="4042183955" sldId="419"/>
            <ac:spMk id="2" creationId="{49C2FB5E-DC3A-C360-30AF-FD12368396E9}"/>
          </ac:spMkLst>
        </pc:spChg>
        <pc:spChg chg="mod">
          <ac:chgData name="Deborah Suleman" userId="634b21d8b0bd131d" providerId="LiveId" clId="{F67C2F77-D5D6-4CAF-8CFA-758AF64B2473}" dt="2026-05-31T16:33:21.884" v="3692" actId="255"/>
          <ac:spMkLst>
            <pc:docMk/>
            <pc:sldMk cId="4042183955" sldId="419"/>
            <ac:spMk id="3" creationId="{FBE9E2A1-3FC5-3A76-1EF5-FA2D42B3DDB1}"/>
          </ac:spMkLst>
        </pc:spChg>
        <pc:spChg chg="add">
          <ac:chgData name="Deborah Suleman" userId="634b21d8b0bd131d" providerId="LiveId" clId="{F67C2F77-D5D6-4CAF-8CFA-758AF64B2473}" dt="2026-05-31T16:32:48.327" v="3691" actId="26606"/>
          <ac:spMkLst>
            <pc:docMk/>
            <pc:sldMk cId="4042183955" sldId="419"/>
            <ac:spMk id="5" creationId="{100EDD19-6802-4EC3-95CE-CFFAB042CFD6}"/>
          </ac:spMkLst>
        </pc:spChg>
        <pc:spChg chg="add">
          <ac:chgData name="Deborah Suleman" userId="634b21d8b0bd131d" providerId="LiveId" clId="{F67C2F77-D5D6-4CAF-8CFA-758AF64B2473}" dt="2026-05-31T16:32:48.327" v="3691" actId="26606"/>
          <ac:spMkLst>
            <pc:docMk/>
            <pc:sldMk cId="4042183955" sldId="419"/>
            <ac:spMk id="6" creationId="{DB17E863-922E-4C26-BD64-E8FD41D28661}"/>
          </ac:spMkLst>
        </pc:spChg>
        <pc:spChg chg="add del">
          <ac:chgData name="Deborah Suleman" userId="634b21d8b0bd131d" providerId="LiveId" clId="{F67C2F77-D5D6-4CAF-8CFA-758AF64B2473}" dt="2026-05-31T16:32:10.744" v="3684" actId="26606"/>
          <ac:spMkLst>
            <pc:docMk/>
            <pc:sldMk cId="4042183955" sldId="419"/>
            <ac:spMk id="8" creationId="{AC17DE74-01C9-4859-B65A-85CF999E8580}"/>
          </ac:spMkLst>
        </pc:spChg>
        <pc:spChg chg="add del">
          <ac:chgData name="Deborah Suleman" userId="634b21d8b0bd131d" providerId="LiveId" clId="{F67C2F77-D5D6-4CAF-8CFA-758AF64B2473}" dt="2026-05-31T16:32:10.744" v="3684" actId="26606"/>
          <ac:spMkLst>
            <pc:docMk/>
            <pc:sldMk cId="4042183955" sldId="419"/>
            <ac:spMk id="10" creationId="{068C0432-0E90-4CC1-8CD3-D44A90DF07EF}"/>
          </ac:spMkLst>
        </pc:spChg>
        <pc:spChg chg="add del">
          <ac:chgData name="Deborah Suleman" userId="634b21d8b0bd131d" providerId="LiveId" clId="{F67C2F77-D5D6-4CAF-8CFA-758AF64B2473}" dt="2026-05-31T16:32:31.811" v="3690" actId="26606"/>
          <ac:spMkLst>
            <pc:docMk/>
            <pc:sldMk cId="4042183955" sldId="419"/>
            <ac:spMk id="12" creationId="{777A147A-9ED8-46B4-8660-1B3C2AA880B5}"/>
          </ac:spMkLst>
        </pc:spChg>
        <pc:spChg chg="add del">
          <ac:chgData name="Deborah Suleman" userId="634b21d8b0bd131d" providerId="LiveId" clId="{F67C2F77-D5D6-4CAF-8CFA-758AF64B2473}" dt="2026-05-31T16:32:31.811" v="3690" actId="26606"/>
          <ac:spMkLst>
            <pc:docMk/>
            <pc:sldMk cId="4042183955" sldId="419"/>
            <ac:spMk id="13" creationId="{5D6C15A0-C087-4593-8414-2B4EC1CDC3DE}"/>
          </ac:spMkLst>
        </pc:spChg>
      </pc:sldChg>
      <pc:sldChg chg="modSp new mod">
        <pc:chgData name="Deborah Suleman" userId="634b21d8b0bd131d" providerId="LiveId" clId="{F67C2F77-D5D6-4CAF-8CFA-758AF64B2473}" dt="2026-05-31T16:52:49.049" v="3800" actId="20577"/>
        <pc:sldMkLst>
          <pc:docMk/>
          <pc:sldMk cId="1794222766" sldId="421"/>
        </pc:sldMkLst>
        <pc:spChg chg="mod">
          <ac:chgData name="Deborah Suleman" userId="634b21d8b0bd131d" providerId="LiveId" clId="{F67C2F77-D5D6-4CAF-8CFA-758AF64B2473}" dt="2026-05-31T16:52:49.049" v="3800" actId="20577"/>
          <ac:spMkLst>
            <pc:docMk/>
            <pc:sldMk cId="1794222766" sldId="421"/>
            <ac:spMk id="3" creationId="{70CAEE9B-6B9E-5DE0-5363-E5F3286C44F0}"/>
          </ac:spMkLst>
        </pc:spChg>
      </pc:sldChg>
      <pc:sldChg chg="modSp new mod">
        <pc:chgData name="Deborah Suleman" userId="634b21d8b0bd131d" providerId="LiveId" clId="{F67C2F77-D5D6-4CAF-8CFA-758AF64B2473}" dt="2026-05-31T16:53:21.208" v="3801" actId="20577"/>
        <pc:sldMkLst>
          <pc:docMk/>
          <pc:sldMk cId="1902207195" sldId="422"/>
        </pc:sldMkLst>
        <pc:spChg chg="mod">
          <ac:chgData name="Deborah Suleman" userId="634b21d8b0bd131d" providerId="LiveId" clId="{F67C2F77-D5D6-4CAF-8CFA-758AF64B2473}" dt="2026-05-31T16:53:21.208" v="3801" actId="20577"/>
          <ac:spMkLst>
            <pc:docMk/>
            <pc:sldMk cId="1902207195" sldId="422"/>
            <ac:spMk id="3" creationId="{3A26A987-4D77-3369-4BD2-83D1F4E63F4E}"/>
          </ac:spMkLst>
        </pc:spChg>
      </pc:sldChg>
      <pc:sldChg chg="delSp add del ord setBg delDesignElem">
        <pc:chgData name="Deborah Suleman" userId="634b21d8b0bd131d" providerId="LiveId" clId="{F67C2F77-D5D6-4CAF-8CFA-758AF64B2473}" dt="2026-05-31T12:56:12.087" v="3043" actId="2696"/>
        <pc:sldMkLst>
          <pc:docMk/>
          <pc:sldMk cId="4255023803" sldId="423"/>
        </pc:sldMkLst>
      </pc:sldChg>
      <pc:sldChg chg="addSp modSp new mod setBg">
        <pc:chgData name="Deborah Suleman" userId="634b21d8b0bd131d" providerId="LiveId" clId="{F67C2F77-D5D6-4CAF-8CFA-758AF64B2473}" dt="2026-05-31T11:31:26.010" v="2851" actId="255"/>
        <pc:sldMkLst>
          <pc:docMk/>
          <pc:sldMk cId="2419361578" sldId="424"/>
        </pc:sldMkLst>
        <pc:spChg chg="mod">
          <ac:chgData name="Deborah Suleman" userId="634b21d8b0bd131d" providerId="LiveId" clId="{F67C2F77-D5D6-4CAF-8CFA-758AF64B2473}" dt="2026-05-31T11:31:12.980" v="2850" actId="26606"/>
          <ac:spMkLst>
            <pc:docMk/>
            <pc:sldMk cId="2419361578" sldId="424"/>
            <ac:spMk id="2" creationId="{9539FE4F-7269-BEBA-9FAF-95570DC9F913}"/>
          </ac:spMkLst>
        </pc:spChg>
        <pc:spChg chg="mod">
          <ac:chgData name="Deborah Suleman" userId="634b21d8b0bd131d" providerId="LiveId" clId="{F67C2F77-D5D6-4CAF-8CFA-758AF64B2473}" dt="2026-05-31T11:31:26.010" v="2851" actId="255"/>
          <ac:spMkLst>
            <pc:docMk/>
            <pc:sldMk cId="2419361578" sldId="424"/>
            <ac:spMk id="3" creationId="{A2B94729-FFDB-3FDD-045F-1A00E6FAF5A5}"/>
          </ac:spMkLst>
        </pc:spChg>
        <pc:spChg chg="add">
          <ac:chgData name="Deborah Suleman" userId="634b21d8b0bd131d" providerId="LiveId" clId="{F67C2F77-D5D6-4CAF-8CFA-758AF64B2473}" dt="2026-05-31T11:31:12.980" v="2850" actId="26606"/>
          <ac:spMkLst>
            <pc:docMk/>
            <pc:sldMk cId="2419361578" sldId="424"/>
            <ac:spMk id="8" creationId="{1BB867FF-FC45-48F7-8104-F89BE54909F1}"/>
          </ac:spMkLst>
        </pc:spChg>
        <pc:spChg chg="add">
          <ac:chgData name="Deborah Suleman" userId="634b21d8b0bd131d" providerId="LiveId" clId="{F67C2F77-D5D6-4CAF-8CFA-758AF64B2473}" dt="2026-05-31T11:31:12.980" v="2850" actId="26606"/>
          <ac:spMkLst>
            <pc:docMk/>
            <pc:sldMk cId="2419361578" sldId="424"/>
            <ac:spMk id="10" creationId="{8BB56887-D0D5-4F0C-9E19-7247EB83C8B7}"/>
          </ac:spMkLst>
        </pc:spChg>
        <pc:spChg chg="add">
          <ac:chgData name="Deborah Suleman" userId="634b21d8b0bd131d" providerId="LiveId" clId="{F67C2F77-D5D6-4CAF-8CFA-758AF64B2473}" dt="2026-05-31T11:31:12.980" v="2850" actId="26606"/>
          <ac:spMkLst>
            <pc:docMk/>
            <pc:sldMk cId="2419361578" sldId="424"/>
            <ac:spMk id="12" creationId="{081E4A58-353D-44AE-B2FC-2A74E2E400F7}"/>
          </ac:spMkLst>
        </pc:spChg>
      </pc:sldChg>
      <pc:sldChg chg="addSp modSp new mod setBg">
        <pc:chgData name="Deborah Suleman" userId="634b21d8b0bd131d" providerId="LiveId" clId="{F67C2F77-D5D6-4CAF-8CFA-758AF64B2473}" dt="2026-05-31T11:31:00.453" v="2849" actId="26606"/>
        <pc:sldMkLst>
          <pc:docMk/>
          <pc:sldMk cId="495622706" sldId="425"/>
        </pc:sldMkLst>
        <pc:spChg chg="mod">
          <ac:chgData name="Deborah Suleman" userId="634b21d8b0bd131d" providerId="LiveId" clId="{F67C2F77-D5D6-4CAF-8CFA-758AF64B2473}" dt="2026-05-31T11:31:00.453" v="2849" actId="26606"/>
          <ac:spMkLst>
            <pc:docMk/>
            <pc:sldMk cId="495622706" sldId="425"/>
            <ac:spMk id="2" creationId="{55B8C650-5234-1E8E-69F2-C0B913E063CD}"/>
          </ac:spMkLst>
        </pc:spChg>
        <pc:spChg chg="mod">
          <ac:chgData name="Deborah Suleman" userId="634b21d8b0bd131d" providerId="LiveId" clId="{F67C2F77-D5D6-4CAF-8CFA-758AF64B2473}" dt="2026-05-31T11:31:00.453" v="2849" actId="26606"/>
          <ac:spMkLst>
            <pc:docMk/>
            <pc:sldMk cId="495622706" sldId="425"/>
            <ac:spMk id="3" creationId="{476572BE-0AF6-D54E-53BF-EF39977A8465}"/>
          </ac:spMkLst>
        </pc:spChg>
        <pc:spChg chg="add">
          <ac:chgData name="Deborah Suleman" userId="634b21d8b0bd131d" providerId="LiveId" clId="{F67C2F77-D5D6-4CAF-8CFA-758AF64B2473}" dt="2026-05-31T11:31:00.453" v="2849" actId="26606"/>
          <ac:spMkLst>
            <pc:docMk/>
            <pc:sldMk cId="495622706" sldId="425"/>
            <ac:spMk id="8" creationId="{1BB867FF-FC45-48F7-8104-F89BE54909F1}"/>
          </ac:spMkLst>
        </pc:spChg>
        <pc:spChg chg="add">
          <ac:chgData name="Deborah Suleman" userId="634b21d8b0bd131d" providerId="LiveId" clId="{F67C2F77-D5D6-4CAF-8CFA-758AF64B2473}" dt="2026-05-31T11:31:00.453" v="2849" actId="26606"/>
          <ac:spMkLst>
            <pc:docMk/>
            <pc:sldMk cId="495622706" sldId="425"/>
            <ac:spMk id="10" creationId="{8BB56887-D0D5-4F0C-9E19-7247EB83C8B7}"/>
          </ac:spMkLst>
        </pc:spChg>
        <pc:spChg chg="add">
          <ac:chgData name="Deborah Suleman" userId="634b21d8b0bd131d" providerId="LiveId" clId="{F67C2F77-D5D6-4CAF-8CFA-758AF64B2473}" dt="2026-05-31T11:31:00.453" v="2849" actId="26606"/>
          <ac:spMkLst>
            <pc:docMk/>
            <pc:sldMk cId="495622706" sldId="425"/>
            <ac:spMk id="12" creationId="{081E4A58-353D-44AE-B2FC-2A74E2E400F7}"/>
          </ac:spMkLst>
        </pc:spChg>
      </pc:sldChg>
      <pc:sldChg chg="addSp delSp modSp new mod setBg">
        <pc:chgData name="Deborah Suleman" userId="634b21d8b0bd131d" providerId="LiveId" clId="{F67C2F77-D5D6-4CAF-8CFA-758AF64B2473}" dt="2026-05-31T11:32:03.962" v="2853" actId="26606"/>
        <pc:sldMkLst>
          <pc:docMk/>
          <pc:sldMk cId="1688784732" sldId="426"/>
        </pc:sldMkLst>
        <pc:spChg chg="mod">
          <ac:chgData name="Deborah Suleman" userId="634b21d8b0bd131d" providerId="LiveId" clId="{F67C2F77-D5D6-4CAF-8CFA-758AF64B2473}" dt="2026-05-31T11:27:44.374" v="2835" actId="26606"/>
          <ac:spMkLst>
            <pc:docMk/>
            <pc:sldMk cId="1688784732" sldId="426"/>
            <ac:spMk id="2" creationId="{C446C2FD-E4ED-C370-464A-4A83CA99A482}"/>
          </ac:spMkLst>
        </pc:spChg>
        <pc:spChg chg="add del mod">
          <ac:chgData name="Deborah Suleman" userId="634b21d8b0bd131d" providerId="LiveId" clId="{F67C2F77-D5D6-4CAF-8CFA-758AF64B2473}" dt="2026-05-31T11:27:44.374" v="2835" actId="26606"/>
          <ac:spMkLst>
            <pc:docMk/>
            <pc:sldMk cId="1688784732" sldId="426"/>
            <ac:spMk id="3" creationId="{F4612540-AA73-BF8E-F684-1607EF6FFA10}"/>
          </ac:spMkLst>
        </pc:spChg>
        <pc:spChg chg="add del">
          <ac:chgData name="Deborah Suleman" userId="634b21d8b0bd131d" providerId="LiveId" clId="{F67C2F77-D5D6-4CAF-8CFA-758AF64B2473}" dt="2026-05-31T11:27:44.347" v="2834" actId="26606"/>
          <ac:spMkLst>
            <pc:docMk/>
            <pc:sldMk cId="1688784732" sldId="426"/>
            <ac:spMk id="9" creationId="{9DBC8166-481C-4473-95F5-9A5B9073B7F1}"/>
          </ac:spMkLst>
        </pc:spChg>
        <pc:spChg chg="add del">
          <ac:chgData name="Deborah Suleman" userId="634b21d8b0bd131d" providerId="LiveId" clId="{F67C2F77-D5D6-4CAF-8CFA-758AF64B2473}" dt="2026-05-31T11:27:44.347" v="2834" actId="26606"/>
          <ac:spMkLst>
            <pc:docMk/>
            <pc:sldMk cId="1688784732" sldId="426"/>
            <ac:spMk id="11" creationId="{A5A5CE6E-90AF-4D43-A014-1F9EC83EB93D}"/>
          </ac:spMkLst>
        </pc:spChg>
        <pc:spChg chg="add">
          <ac:chgData name="Deborah Suleman" userId="634b21d8b0bd131d" providerId="LiveId" clId="{F67C2F77-D5D6-4CAF-8CFA-758AF64B2473}" dt="2026-05-31T11:27:44.374" v="2835" actId="26606"/>
          <ac:spMkLst>
            <pc:docMk/>
            <pc:sldMk cId="1688784732" sldId="426"/>
            <ac:spMk id="13" creationId="{460B0EFB-53ED-4F35-B05D-F658EA021C65}"/>
          </ac:spMkLst>
        </pc:spChg>
        <pc:spChg chg="add">
          <ac:chgData name="Deborah Suleman" userId="634b21d8b0bd131d" providerId="LiveId" clId="{F67C2F77-D5D6-4CAF-8CFA-758AF64B2473}" dt="2026-05-31T11:27:44.374" v="2835" actId="26606"/>
          <ac:spMkLst>
            <pc:docMk/>
            <pc:sldMk cId="1688784732" sldId="426"/>
            <ac:spMk id="15" creationId="{835EF3DD-7D43-4A27-8967-A92FD8CC9365}"/>
          </ac:spMkLst>
        </pc:spChg>
        <pc:spChg chg="add del mod">
          <ac:chgData name="Deborah Suleman" userId="634b21d8b0bd131d" providerId="LiveId" clId="{F67C2F77-D5D6-4CAF-8CFA-758AF64B2473}" dt="2026-05-31T11:32:03.962" v="2853" actId="26606"/>
          <ac:spMkLst>
            <pc:docMk/>
            <pc:sldMk cId="1688784732" sldId="426"/>
            <ac:spMk id="16" creationId="{F4612540-AA73-BF8E-F684-1607EF6FFA10}"/>
          </ac:spMkLst>
        </pc:spChg>
        <pc:graphicFrameChg chg="add del">
          <ac:chgData name="Deborah Suleman" userId="634b21d8b0bd131d" providerId="LiveId" clId="{F67C2F77-D5D6-4CAF-8CFA-758AF64B2473}" dt="2026-05-31T11:27:44.347" v="2834" actId="26606"/>
          <ac:graphicFrameMkLst>
            <pc:docMk/>
            <pc:sldMk cId="1688784732" sldId="426"/>
            <ac:graphicFrameMk id="5" creationId="{F2865A20-5BD1-9C6D-1623-44D9E32C300E}"/>
          </ac:graphicFrameMkLst>
        </pc:graphicFrameChg>
        <pc:graphicFrameChg chg="add del">
          <ac:chgData name="Deborah Suleman" userId="634b21d8b0bd131d" providerId="LiveId" clId="{F67C2F77-D5D6-4CAF-8CFA-758AF64B2473}" dt="2026-05-31T11:32:03.962" v="2853" actId="26606"/>
          <ac:graphicFrameMkLst>
            <pc:docMk/>
            <pc:sldMk cId="1688784732" sldId="426"/>
            <ac:graphicFrameMk id="18" creationId="{7A6DC7EF-229C-97EF-12E4-F7A8E93FF595}"/>
          </ac:graphicFrameMkLst>
        </pc:graphicFrameChg>
        <pc:picChg chg="add mod">
          <ac:chgData name="Deborah Suleman" userId="634b21d8b0bd131d" providerId="LiveId" clId="{F67C2F77-D5D6-4CAF-8CFA-758AF64B2473}" dt="2026-05-31T11:27:51.161" v="2836" actId="14100"/>
          <ac:picMkLst>
            <pc:docMk/>
            <pc:sldMk cId="1688784732" sldId="426"/>
            <ac:picMk id="14" creationId="{42F9CD72-473D-8E41-3E3F-D8F3E1F71368}"/>
          </ac:picMkLst>
        </pc:picChg>
      </pc:sldChg>
      <pc:sldChg chg="addSp delSp modSp new mod setBg">
        <pc:chgData name="Deborah Suleman" userId="634b21d8b0bd131d" providerId="LiveId" clId="{F67C2F77-D5D6-4CAF-8CFA-758AF64B2473}" dt="2026-05-31T11:29:18.553" v="2841" actId="26606"/>
        <pc:sldMkLst>
          <pc:docMk/>
          <pc:sldMk cId="2212865281" sldId="427"/>
        </pc:sldMkLst>
        <pc:spChg chg="mod">
          <ac:chgData name="Deborah Suleman" userId="634b21d8b0bd131d" providerId="LiveId" clId="{F67C2F77-D5D6-4CAF-8CFA-758AF64B2473}" dt="2026-05-31T11:29:18.553" v="2841" actId="26606"/>
          <ac:spMkLst>
            <pc:docMk/>
            <pc:sldMk cId="2212865281" sldId="427"/>
            <ac:spMk id="2" creationId="{D68D3B01-B7D6-0314-1911-5BAC96EC7CB0}"/>
          </ac:spMkLst>
        </pc:spChg>
        <pc:spChg chg="mod">
          <ac:chgData name="Deborah Suleman" userId="634b21d8b0bd131d" providerId="LiveId" clId="{F67C2F77-D5D6-4CAF-8CFA-758AF64B2473}" dt="2026-05-31T11:29:18.553" v="2841" actId="26606"/>
          <ac:spMkLst>
            <pc:docMk/>
            <pc:sldMk cId="2212865281" sldId="427"/>
            <ac:spMk id="3" creationId="{F4E2409A-5C79-2F16-61A0-D1D3C64D227C}"/>
          </ac:spMkLst>
        </pc:spChg>
        <pc:spChg chg="add del">
          <ac:chgData name="Deborah Suleman" userId="634b21d8b0bd131d" providerId="LiveId" clId="{F67C2F77-D5D6-4CAF-8CFA-758AF64B2473}" dt="2026-05-31T11:29:18.553" v="2841" actId="26606"/>
          <ac:spMkLst>
            <pc:docMk/>
            <pc:sldMk cId="2212865281" sldId="427"/>
            <ac:spMk id="8" creationId="{C2554CA6-288E-4202-BC52-2E5A8F0C0AED}"/>
          </ac:spMkLst>
        </pc:spChg>
        <pc:spChg chg="add del">
          <ac:chgData name="Deborah Suleman" userId="634b21d8b0bd131d" providerId="LiveId" clId="{F67C2F77-D5D6-4CAF-8CFA-758AF64B2473}" dt="2026-05-31T11:29:18.553" v="2841" actId="26606"/>
          <ac:spMkLst>
            <pc:docMk/>
            <pc:sldMk cId="2212865281" sldId="427"/>
            <ac:spMk id="10" creationId="{B10BB131-AC8E-4A8E-A5D1-36260F720C3B}"/>
          </ac:spMkLst>
        </pc:spChg>
        <pc:spChg chg="add del">
          <ac:chgData name="Deborah Suleman" userId="634b21d8b0bd131d" providerId="LiveId" clId="{F67C2F77-D5D6-4CAF-8CFA-758AF64B2473}" dt="2026-05-31T11:29:18.553" v="2841" actId="26606"/>
          <ac:spMkLst>
            <pc:docMk/>
            <pc:sldMk cId="2212865281" sldId="427"/>
            <ac:spMk id="12" creationId="{5B7778FC-632E-4DCA-A7CB-0D7731CCF970}"/>
          </ac:spMkLst>
        </pc:spChg>
        <pc:spChg chg="add del">
          <ac:chgData name="Deborah Suleman" userId="634b21d8b0bd131d" providerId="LiveId" clId="{F67C2F77-D5D6-4CAF-8CFA-758AF64B2473}" dt="2026-05-31T11:29:18.553" v="2841" actId="26606"/>
          <ac:spMkLst>
            <pc:docMk/>
            <pc:sldMk cId="2212865281" sldId="427"/>
            <ac:spMk id="14" creationId="{FA23A907-97FB-4A8F-880A-DD77401C4296}"/>
          </ac:spMkLst>
        </pc:spChg>
        <pc:spChg chg="add">
          <ac:chgData name="Deborah Suleman" userId="634b21d8b0bd131d" providerId="LiveId" clId="{F67C2F77-D5D6-4CAF-8CFA-758AF64B2473}" dt="2026-05-31T11:29:18.553" v="2841" actId="26606"/>
          <ac:spMkLst>
            <pc:docMk/>
            <pc:sldMk cId="2212865281" sldId="427"/>
            <ac:spMk id="19" creationId="{1BB867FF-FC45-48F7-8104-F89BE54909F1}"/>
          </ac:spMkLst>
        </pc:spChg>
        <pc:spChg chg="add">
          <ac:chgData name="Deborah Suleman" userId="634b21d8b0bd131d" providerId="LiveId" clId="{F67C2F77-D5D6-4CAF-8CFA-758AF64B2473}" dt="2026-05-31T11:29:18.553" v="2841" actId="26606"/>
          <ac:spMkLst>
            <pc:docMk/>
            <pc:sldMk cId="2212865281" sldId="427"/>
            <ac:spMk id="21" creationId="{8BB56887-D0D5-4F0C-9E19-7247EB83C8B7}"/>
          </ac:spMkLst>
        </pc:spChg>
        <pc:spChg chg="add">
          <ac:chgData name="Deborah Suleman" userId="634b21d8b0bd131d" providerId="LiveId" clId="{F67C2F77-D5D6-4CAF-8CFA-758AF64B2473}" dt="2026-05-31T11:29:18.553" v="2841" actId="26606"/>
          <ac:spMkLst>
            <pc:docMk/>
            <pc:sldMk cId="2212865281" sldId="427"/>
            <ac:spMk id="23" creationId="{081E4A58-353D-44AE-B2FC-2A74E2E400F7}"/>
          </ac:spMkLst>
        </pc:spChg>
      </pc:sldChg>
      <pc:sldChg chg="addSp modSp new mod setBg">
        <pc:chgData name="Deborah Suleman" userId="634b21d8b0bd131d" providerId="LiveId" clId="{F67C2F77-D5D6-4CAF-8CFA-758AF64B2473}" dt="2026-05-31T11:29:35.148" v="2842" actId="26606"/>
        <pc:sldMkLst>
          <pc:docMk/>
          <pc:sldMk cId="3236305467" sldId="428"/>
        </pc:sldMkLst>
        <pc:spChg chg="mod">
          <ac:chgData name="Deborah Suleman" userId="634b21d8b0bd131d" providerId="LiveId" clId="{F67C2F77-D5D6-4CAF-8CFA-758AF64B2473}" dt="2026-05-31T11:29:35.148" v="2842" actId="26606"/>
          <ac:spMkLst>
            <pc:docMk/>
            <pc:sldMk cId="3236305467" sldId="428"/>
            <ac:spMk id="2" creationId="{85654A2C-B4C0-E628-C4E4-8B18C8A19196}"/>
          </ac:spMkLst>
        </pc:spChg>
        <pc:spChg chg="mod">
          <ac:chgData name="Deborah Suleman" userId="634b21d8b0bd131d" providerId="LiveId" clId="{F67C2F77-D5D6-4CAF-8CFA-758AF64B2473}" dt="2026-05-31T11:29:35.148" v="2842" actId="26606"/>
          <ac:spMkLst>
            <pc:docMk/>
            <pc:sldMk cId="3236305467" sldId="428"/>
            <ac:spMk id="3" creationId="{FA31D95F-09BF-0A3D-86B8-C861C6406F7C}"/>
          </ac:spMkLst>
        </pc:spChg>
        <pc:spChg chg="add">
          <ac:chgData name="Deborah Suleman" userId="634b21d8b0bd131d" providerId="LiveId" clId="{F67C2F77-D5D6-4CAF-8CFA-758AF64B2473}" dt="2026-05-31T11:29:35.148" v="2842" actId="26606"/>
          <ac:spMkLst>
            <pc:docMk/>
            <pc:sldMk cId="3236305467" sldId="428"/>
            <ac:spMk id="8" creationId="{1BB867FF-FC45-48F7-8104-F89BE54909F1}"/>
          </ac:spMkLst>
        </pc:spChg>
        <pc:spChg chg="add">
          <ac:chgData name="Deborah Suleman" userId="634b21d8b0bd131d" providerId="LiveId" clId="{F67C2F77-D5D6-4CAF-8CFA-758AF64B2473}" dt="2026-05-31T11:29:35.148" v="2842" actId="26606"/>
          <ac:spMkLst>
            <pc:docMk/>
            <pc:sldMk cId="3236305467" sldId="428"/>
            <ac:spMk id="10" creationId="{8BB56887-D0D5-4F0C-9E19-7247EB83C8B7}"/>
          </ac:spMkLst>
        </pc:spChg>
        <pc:spChg chg="add">
          <ac:chgData name="Deborah Suleman" userId="634b21d8b0bd131d" providerId="LiveId" clId="{F67C2F77-D5D6-4CAF-8CFA-758AF64B2473}" dt="2026-05-31T11:29:35.148" v="2842" actId="26606"/>
          <ac:spMkLst>
            <pc:docMk/>
            <pc:sldMk cId="3236305467" sldId="428"/>
            <ac:spMk id="12" creationId="{081E4A58-353D-44AE-B2FC-2A74E2E400F7}"/>
          </ac:spMkLst>
        </pc:spChg>
      </pc:sldChg>
      <pc:sldChg chg="addSp modSp new mod setBg">
        <pc:chgData name="Deborah Suleman" userId="634b21d8b0bd131d" providerId="LiveId" clId="{F67C2F77-D5D6-4CAF-8CFA-758AF64B2473}" dt="2026-05-31T20:35:12.347" v="4273" actId="20577"/>
        <pc:sldMkLst>
          <pc:docMk/>
          <pc:sldMk cId="2547115538" sldId="429"/>
        </pc:sldMkLst>
        <pc:spChg chg="mod">
          <ac:chgData name="Deborah Suleman" userId="634b21d8b0bd131d" providerId="LiveId" clId="{F67C2F77-D5D6-4CAF-8CFA-758AF64B2473}" dt="2026-05-31T11:30:08.723" v="2845" actId="26606"/>
          <ac:spMkLst>
            <pc:docMk/>
            <pc:sldMk cId="2547115538" sldId="429"/>
            <ac:spMk id="2" creationId="{6A1F0D65-32BC-BF2C-4148-D7016CE0D2CF}"/>
          </ac:spMkLst>
        </pc:spChg>
        <pc:spChg chg="mod">
          <ac:chgData name="Deborah Suleman" userId="634b21d8b0bd131d" providerId="LiveId" clId="{F67C2F77-D5D6-4CAF-8CFA-758AF64B2473}" dt="2026-05-31T20:35:12.347" v="4273" actId="20577"/>
          <ac:spMkLst>
            <pc:docMk/>
            <pc:sldMk cId="2547115538" sldId="429"/>
            <ac:spMk id="3" creationId="{5C536FDB-25F6-8E46-32DF-4A46D612CDF0}"/>
          </ac:spMkLst>
        </pc:spChg>
        <pc:spChg chg="add">
          <ac:chgData name="Deborah Suleman" userId="634b21d8b0bd131d" providerId="LiveId" clId="{F67C2F77-D5D6-4CAF-8CFA-758AF64B2473}" dt="2026-05-31T11:30:08.723" v="2845" actId="26606"/>
          <ac:spMkLst>
            <pc:docMk/>
            <pc:sldMk cId="2547115538" sldId="429"/>
            <ac:spMk id="8" creationId="{1BB867FF-FC45-48F7-8104-F89BE54909F1}"/>
          </ac:spMkLst>
        </pc:spChg>
        <pc:spChg chg="add">
          <ac:chgData name="Deborah Suleman" userId="634b21d8b0bd131d" providerId="LiveId" clId="{F67C2F77-D5D6-4CAF-8CFA-758AF64B2473}" dt="2026-05-31T11:30:08.723" v="2845" actId="26606"/>
          <ac:spMkLst>
            <pc:docMk/>
            <pc:sldMk cId="2547115538" sldId="429"/>
            <ac:spMk id="10" creationId="{8BB56887-D0D5-4F0C-9E19-7247EB83C8B7}"/>
          </ac:spMkLst>
        </pc:spChg>
        <pc:spChg chg="add">
          <ac:chgData name="Deborah Suleman" userId="634b21d8b0bd131d" providerId="LiveId" clId="{F67C2F77-D5D6-4CAF-8CFA-758AF64B2473}" dt="2026-05-31T11:30:08.723" v="2845" actId="26606"/>
          <ac:spMkLst>
            <pc:docMk/>
            <pc:sldMk cId="2547115538" sldId="429"/>
            <ac:spMk id="12" creationId="{081E4A58-353D-44AE-B2FC-2A74E2E400F7}"/>
          </ac:spMkLst>
        </pc:spChg>
      </pc:sldChg>
      <pc:sldChg chg="addSp modSp new mod setBg">
        <pc:chgData name="Deborah Suleman" userId="634b21d8b0bd131d" providerId="LiveId" clId="{F67C2F77-D5D6-4CAF-8CFA-758AF64B2473}" dt="2026-05-31T11:30:33.212" v="2847" actId="26606"/>
        <pc:sldMkLst>
          <pc:docMk/>
          <pc:sldMk cId="4059871349" sldId="430"/>
        </pc:sldMkLst>
        <pc:spChg chg="mod">
          <ac:chgData name="Deborah Suleman" userId="634b21d8b0bd131d" providerId="LiveId" clId="{F67C2F77-D5D6-4CAF-8CFA-758AF64B2473}" dt="2026-05-31T11:30:33.212" v="2847" actId="26606"/>
          <ac:spMkLst>
            <pc:docMk/>
            <pc:sldMk cId="4059871349" sldId="430"/>
            <ac:spMk id="2" creationId="{69A920C3-10EA-5161-6AB5-07ECF0E03B8A}"/>
          </ac:spMkLst>
        </pc:spChg>
        <pc:spChg chg="mod">
          <ac:chgData name="Deborah Suleman" userId="634b21d8b0bd131d" providerId="LiveId" clId="{F67C2F77-D5D6-4CAF-8CFA-758AF64B2473}" dt="2026-05-31T11:30:33.212" v="2847" actId="26606"/>
          <ac:spMkLst>
            <pc:docMk/>
            <pc:sldMk cId="4059871349" sldId="430"/>
            <ac:spMk id="3" creationId="{D772415A-5255-994E-55D5-57A37112EE3D}"/>
          </ac:spMkLst>
        </pc:spChg>
        <pc:spChg chg="add">
          <ac:chgData name="Deborah Suleman" userId="634b21d8b0bd131d" providerId="LiveId" clId="{F67C2F77-D5D6-4CAF-8CFA-758AF64B2473}" dt="2026-05-31T11:30:33.212" v="2847" actId="26606"/>
          <ac:spMkLst>
            <pc:docMk/>
            <pc:sldMk cId="4059871349" sldId="430"/>
            <ac:spMk id="8" creationId="{1BB867FF-FC45-48F7-8104-F89BE54909F1}"/>
          </ac:spMkLst>
        </pc:spChg>
        <pc:spChg chg="add">
          <ac:chgData name="Deborah Suleman" userId="634b21d8b0bd131d" providerId="LiveId" clId="{F67C2F77-D5D6-4CAF-8CFA-758AF64B2473}" dt="2026-05-31T11:30:33.212" v="2847" actId="26606"/>
          <ac:spMkLst>
            <pc:docMk/>
            <pc:sldMk cId="4059871349" sldId="430"/>
            <ac:spMk id="10" creationId="{8BB56887-D0D5-4F0C-9E19-7247EB83C8B7}"/>
          </ac:spMkLst>
        </pc:spChg>
        <pc:spChg chg="add">
          <ac:chgData name="Deborah Suleman" userId="634b21d8b0bd131d" providerId="LiveId" clId="{F67C2F77-D5D6-4CAF-8CFA-758AF64B2473}" dt="2026-05-31T11:30:33.212" v="2847" actId="26606"/>
          <ac:spMkLst>
            <pc:docMk/>
            <pc:sldMk cId="4059871349" sldId="430"/>
            <ac:spMk id="12" creationId="{081E4A58-353D-44AE-B2FC-2A74E2E400F7}"/>
          </ac:spMkLst>
        </pc:spChg>
      </pc:sldChg>
      <pc:sldChg chg="new del">
        <pc:chgData name="Deborah Suleman" userId="634b21d8b0bd131d" providerId="LiveId" clId="{F67C2F77-D5D6-4CAF-8CFA-758AF64B2473}" dt="2026-05-31T10:00:02.885" v="2442" actId="2696"/>
        <pc:sldMkLst>
          <pc:docMk/>
          <pc:sldMk cId="1491008584" sldId="431"/>
        </pc:sldMkLst>
      </pc:sldChg>
      <pc:sldChg chg="modSp new mod">
        <pc:chgData name="Deborah Suleman" userId="634b21d8b0bd131d" providerId="LiveId" clId="{F67C2F77-D5D6-4CAF-8CFA-758AF64B2473}" dt="2026-05-30T21:03:56.063" v="1491" actId="255"/>
        <pc:sldMkLst>
          <pc:docMk/>
          <pc:sldMk cId="3749402563" sldId="432"/>
        </pc:sldMkLst>
        <pc:spChg chg="mod">
          <ac:chgData name="Deborah Suleman" userId="634b21d8b0bd131d" providerId="LiveId" clId="{F67C2F77-D5D6-4CAF-8CFA-758AF64B2473}" dt="2026-05-30T21:03:56.063" v="1491" actId="255"/>
          <ac:spMkLst>
            <pc:docMk/>
            <pc:sldMk cId="3749402563" sldId="432"/>
            <ac:spMk id="3" creationId="{EA4B0132-E5C9-A3EA-8F19-351EECC32FDF}"/>
          </ac:spMkLst>
        </pc:spChg>
      </pc:sldChg>
      <pc:sldChg chg="addSp modSp new mod setBg">
        <pc:chgData name="Deborah Suleman" userId="634b21d8b0bd131d" providerId="LiveId" clId="{F67C2F77-D5D6-4CAF-8CFA-758AF64B2473}" dt="2026-05-31T10:41:42.303" v="2549" actId="26606"/>
        <pc:sldMkLst>
          <pc:docMk/>
          <pc:sldMk cId="4147285807" sldId="433"/>
        </pc:sldMkLst>
        <pc:spChg chg="mod">
          <ac:chgData name="Deborah Suleman" userId="634b21d8b0bd131d" providerId="LiveId" clId="{F67C2F77-D5D6-4CAF-8CFA-758AF64B2473}" dt="2026-05-31T10:41:42.303" v="2549" actId="26606"/>
          <ac:spMkLst>
            <pc:docMk/>
            <pc:sldMk cId="4147285807" sldId="433"/>
            <ac:spMk id="2" creationId="{28741DA3-8FAA-10AE-BA72-C3A4BEF55752}"/>
          </ac:spMkLst>
        </pc:spChg>
        <pc:spChg chg="mod">
          <ac:chgData name="Deborah Suleman" userId="634b21d8b0bd131d" providerId="LiveId" clId="{F67C2F77-D5D6-4CAF-8CFA-758AF64B2473}" dt="2026-05-31T10:41:42.303" v="2549" actId="26606"/>
          <ac:spMkLst>
            <pc:docMk/>
            <pc:sldMk cId="4147285807" sldId="433"/>
            <ac:spMk id="3" creationId="{AC3BE10B-BE17-11C8-4754-E339FFDB6E53}"/>
          </ac:spMkLst>
        </pc:spChg>
        <pc:spChg chg="add">
          <ac:chgData name="Deborah Suleman" userId="634b21d8b0bd131d" providerId="LiveId" clId="{F67C2F77-D5D6-4CAF-8CFA-758AF64B2473}" dt="2026-05-31T10:41:42.303" v="2549" actId="26606"/>
          <ac:spMkLst>
            <pc:docMk/>
            <pc:sldMk cId="4147285807" sldId="433"/>
            <ac:spMk id="8" creationId="{907EF6B7-1338-4443-8C46-6A318D952DFD}"/>
          </ac:spMkLst>
        </pc:spChg>
        <pc:spChg chg="add">
          <ac:chgData name="Deborah Suleman" userId="634b21d8b0bd131d" providerId="LiveId" clId="{F67C2F77-D5D6-4CAF-8CFA-758AF64B2473}" dt="2026-05-31T10:41:42.303" v="2549" actId="26606"/>
          <ac:spMkLst>
            <pc:docMk/>
            <pc:sldMk cId="4147285807" sldId="433"/>
            <ac:spMk id="10" creationId="{DAAE4CDD-124C-4DCF-9584-B6033B545DD5}"/>
          </ac:spMkLst>
        </pc:spChg>
        <pc:spChg chg="add">
          <ac:chgData name="Deborah Suleman" userId="634b21d8b0bd131d" providerId="LiveId" clId="{F67C2F77-D5D6-4CAF-8CFA-758AF64B2473}" dt="2026-05-31T10:41:42.303" v="2549" actId="26606"/>
          <ac:spMkLst>
            <pc:docMk/>
            <pc:sldMk cId="4147285807" sldId="433"/>
            <ac:spMk id="12" creationId="{081E4A58-353D-44AE-B2FC-2A74E2E400F7}"/>
          </ac:spMkLst>
        </pc:spChg>
      </pc:sldChg>
      <pc:sldChg chg="addSp delSp modSp new mod setBg">
        <pc:chgData name="Deborah Suleman" userId="634b21d8b0bd131d" providerId="LiveId" clId="{F67C2F77-D5D6-4CAF-8CFA-758AF64B2473}" dt="2026-05-30T20:29:20.228" v="1306" actId="1035"/>
        <pc:sldMkLst>
          <pc:docMk/>
          <pc:sldMk cId="4039149952" sldId="434"/>
        </pc:sldMkLst>
        <pc:spChg chg="del">
          <ac:chgData name="Deborah Suleman" userId="634b21d8b0bd131d" providerId="LiveId" clId="{F67C2F77-D5D6-4CAF-8CFA-758AF64B2473}" dt="2026-05-30T20:29:06.296" v="1304" actId="26606"/>
          <ac:spMkLst>
            <pc:docMk/>
            <pc:sldMk cId="4039149952" sldId="434"/>
            <ac:spMk id="2" creationId="{3B7FC393-CE9F-C2A5-5B7F-8E61D8040080}"/>
          </ac:spMkLst>
        </pc:spChg>
        <pc:spChg chg="del">
          <ac:chgData name="Deborah Suleman" userId="634b21d8b0bd131d" providerId="LiveId" clId="{F67C2F77-D5D6-4CAF-8CFA-758AF64B2473}" dt="2026-05-30T20:28:59.416" v="1302"/>
          <ac:spMkLst>
            <pc:docMk/>
            <pc:sldMk cId="4039149952" sldId="434"/>
            <ac:spMk id="3" creationId="{6F81404A-92CB-F46B-B4E9-33237540E28A}"/>
          </ac:spMkLst>
        </pc:spChg>
        <pc:spChg chg="add">
          <ac:chgData name="Deborah Suleman" userId="634b21d8b0bd131d" providerId="LiveId" clId="{F67C2F77-D5D6-4CAF-8CFA-758AF64B2473}" dt="2026-05-30T20:29:06.296" v="1304" actId="26606"/>
          <ac:spMkLst>
            <pc:docMk/>
            <pc:sldMk cId="4039149952" sldId="434"/>
            <ac:spMk id="9" creationId="{42A4FC2C-047E-45A5-965D-8E1E3BF09BC6}"/>
          </ac:spMkLst>
        </pc:spChg>
        <pc:picChg chg="add mod">
          <ac:chgData name="Deborah Suleman" userId="634b21d8b0bd131d" providerId="LiveId" clId="{F67C2F77-D5D6-4CAF-8CFA-758AF64B2473}" dt="2026-05-30T20:29:20.228" v="1306" actId="1035"/>
          <ac:picMkLst>
            <pc:docMk/>
            <pc:sldMk cId="4039149952" sldId="434"/>
            <ac:picMk id="4" creationId="{1BD77B89-B113-9EAE-7A5C-5C8D35018759}"/>
          </ac:picMkLst>
        </pc:picChg>
      </pc:sldChg>
      <pc:sldChg chg="addSp modSp new mod setBg">
        <pc:chgData name="Deborah Suleman" userId="634b21d8b0bd131d" providerId="LiveId" clId="{F67C2F77-D5D6-4CAF-8CFA-758AF64B2473}" dt="2026-05-31T11:30:17.840" v="2846" actId="26606"/>
        <pc:sldMkLst>
          <pc:docMk/>
          <pc:sldMk cId="3995723661" sldId="435"/>
        </pc:sldMkLst>
        <pc:spChg chg="mod">
          <ac:chgData name="Deborah Suleman" userId="634b21d8b0bd131d" providerId="LiveId" clId="{F67C2F77-D5D6-4CAF-8CFA-758AF64B2473}" dt="2026-05-31T11:30:17.840" v="2846" actId="26606"/>
          <ac:spMkLst>
            <pc:docMk/>
            <pc:sldMk cId="3995723661" sldId="435"/>
            <ac:spMk id="2" creationId="{3626F5E7-3E78-1A5F-3FAC-291B2E051C3B}"/>
          </ac:spMkLst>
        </pc:spChg>
        <pc:spChg chg="mod">
          <ac:chgData name="Deborah Suleman" userId="634b21d8b0bd131d" providerId="LiveId" clId="{F67C2F77-D5D6-4CAF-8CFA-758AF64B2473}" dt="2026-05-31T11:30:17.840" v="2846" actId="26606"/>
          <ac:spMkLst>
            <pc:docMk/>
            <pc:sldMk cId="3995723661" sldId="435"/>
            <ac:spMk id="3" creationId="{45F127CE-A93B-ED3F-8F5F-07484C203B69}"/>
          </ac:spMkLst>
        </pc:spChg>
        <pc:spChg chg="add">
          <ac:chgData name="Deborah Suleman" userId="634b21d8b0bd131d" providerId="LiveId" clId="{F67C2F77-D5D6-4CAF-8CFA-758AF64B2473}" dt="2026-05-31T11:30:17.840" v="2846" actId="26606"/>
          <ac:spMkLst>
            <pc:docMk/>
            <pc:sldMk cId="3995723661" sldId="435"/>
            <ac:spMk id="8" creationId="{1BB867FF-FC45-48F7-8104-F89BE54909F1}"/>
          </ac:spMkLst>
        </pc:spChg>
        <pc:spChg chg="add">
          <ac:chgData name="Deborah Suleman" userId="634b21d8b0bd131d" providerId="LiveId" clId="{F67C2F77-D5D6-4CAF-8CFA-758AF64B2473}" dt="2026-05-31T11:30:17.840" v="2846" actId="26606"/>
          <ac:spMkLst>
            <pc:docMk/>
            <pc:sldMk cId="3995723661" sldId="435"/>
            <ac:spMk id="10" creationId="{8BB56887-D0D5-4F0C-9E19-7247EB83C8B7}"/>
          </ac:spMkLst>
        </pc:spChg>
        <pc:spChg chg="add">
          <ac:chgData name="Deborah Suleman" userId="634b21d8b0bd131d" providerId="LiveId" clId="{F67C2F77-D5D6-4CAF-8CFA-758AF64B2473}" dt="2026-05-31T11:30:17.840" v="2846" actId="26606"/>
          <ac:spMkLst>
            <pc:docMk/>
            <pc:sldMk cId="3995723661" sldId="435"/>
            <ac:spMk id="12" creationId="{081E4A58-353D-44AE-B2FC-2A74E2E400F7}"/>
          </ac:spMkLst>
        </pc:spChg>
      </pc:sldChg>
      <pc:sldChg chg="addSp delSp modSp new del mod setBg">
        <pc:chgData name="Deborah Suleman" userId="634b21d8b0bd131d" providerId="LiveId" clId="{F67C2F77-D5D6-4CAF-8CFA-758AF64B2473}" dt="2026-05-31T10:54:24.788" v="2665" actId="2696"/>
        <pc:sldMkLst>
          <pc:docMk/>
          <pc:sldMk cId="2488153009" sldId="436"/>
        </pc:sldMkLst>
        <pc:spChg chg="del">
          <ac:chgData name="Deborah Suleman" userId="634b21d8b0bd131d" providerId="LiveId" clId="{F67C2F77-D5D6-4CAF-8CFA-758AF64B2473}" dt="2026-05-30T20:51:21.844" v="1471" actId="26606"/>
          <ac:spMkLst>
            <pc:docMk/>
            <pc:sldMk cId="2488153009" sldId="436"/>
            <ac:spMk id="2" creationId="{3C0326B7-F55E-6344-8624-D213B9655C34}"/>
          </ac:spMkLst>
        </pc:spChg>
        <pc:spChg chg="del">
          <ac:chgData name="Deborah Suleman" userId="634b21d8b0bd131d" providerId="LiveId" clId="{F67C2F77-D5D6-4CAF-8CFA-758AF64B2473}" dt="2026-05-30T20:51:15.549" v="1470"/>
          <ac:spMkLst>
            <pc:docMk/>
            <pc:sldMk cId="2488153009" sldId="436"/>
            <ac:spMk id="3" creationId="{6B9D97ED-EA17-B608-E444-0577F9A85029}"/>
          </ac:spMkLst>
        </pc:spChg>
        <pc:picChg chg="add mod">
          <ac:chgData name="Deborah Suleman" userId="634b21d8b0bd131d" providerId="LiveId" clId="{F67C2F77-D5D6-4CAF-8CFA-758AF64B2473}" dt="2026-05-30T20:51:21.844" v="1471" actId="26606"/>
          <ac:picMkLst>
            <pc:docMk/>
            <pc:sldMk cId="2488153009" sldId="436"/>
            <ac:picMk id="4" creationId="{55F2B189-C413-8561-8392-4871023B9A35}"/>
          </ac:picMkLst>
        </pc:picChg>
      </pc:sldChg>
      <pc:sldChg chg="delSp modSp new add del mod setBg">
        <pc:chgData name="Deborah Suleman" userId="634b21d8b0bd131d" providerId="LiveId" clId="{F67C2F77-D5D6-4CAF-8CFA-758AF64B2473}" dt="2026-05-31T10:59:43.302" v="2668" actId="2696"/>
        <pc:sldMkLst>
          <pc:docMk/>
          <pc:sldMk cId="3219674857" sldId="437"/>
        </pc:sldMkLst>
        <pc:spChg chg="del">
          <ac:chgData name="Deborah Suleman" userId="634b21d8b0bd131d" providerId="LiveId" clId="{F67C2F77-D5D6-4CAF-8CFA-758AF64B2473}" dt="2026-05-30T20:55:32.857" v="1473" actId="26606"/>
          <ac:spMkLst>
            <pc:docMk/>
            <pc:sldMk cId="3219674857" sldId="437"/>
            <ac:spMk id="2" creationId="{8898C40B-24DB-805F-EF10-48327751138A}"/>
          </ac:spMkLst>
        </pc:spChg>
        <pc:picChg chg="mod">
          <ac:chgData name="Deborah Suleman" userId="634b21d8b0bd131d" providerId="LiveId" clId="{F67C2F77-D5D6-4CAF-8CFA-758AF64B2473}" dt="2026-05-30T20:55:32.857" v="1473" actId="26606"/>
          <ac:picMkLst>
            <pc:docMk/>
            <pc:sldMk cId="3219674857" sldId="437"/>
            <ac:picMk id="4" creationId="{B96916A5-DB98-BCED-E62D-10157C4248BC}"/>
          </ac:picMkLst>
        </pc:picChg>
      </pc:sldChg>
      <pc:sldChg chg="addSp delSp modSp new mod setBg">
        <pc:chgData name="Deborah Suleman" userId="634b21d8b0bd131d" providerId="LiveId" clId="{F67C2F77-D5D6-4CAF-8CFA-758AF64B2473}" dt="2026-05-31T10:44:21.342" v="2558" actId="26606"/>
        <pc:sldMkLst>
          <pc:docMk/>
          <pc:sldMk cId="1313159567" sldId="438"/>
        </pc:sldMkLst>
        <pc:spChg chg="mod">
          <ac:chgData name="Deborah Suleman" userId="634b21d8b0bd131d" providerId="LiveId" clId="{F67C2F77-D5D6-4CAF-8CFA-758AF64B2473}" dt="2026-05-31T10:44:21.342" v="2558" actId="26606"/>
          <ac:spMkLst>
            <pc:docMk/>
            <pc:sldMk cId="1313159567" sldId="438"/>
            <ac:spMk id="2" creationId="{0A539F14-8B3E-A288-53C6-0E71B5AE8BE3}"/>
          </ac:spMkLst>
        </pc:spChg>
        <pc:spChg chg="mod">
          <ac:chgData name="Deborah Suleman" userId="634b21d8b0bd131d" providerId="LiveId" clId="{F67C2F77-D5D6-4CAF-8CFA-758AF64B2473}" dt="2026-05-31T10:43:19.819" v="2555" actId="21"/>
          <ac:spMkLst>
            <pc:docMk/>
            <pc:sldMk cId="1313159567" sldId="438"/>
            <ac:spMk id="3" creationId="{CB0A4FB3-1214-469E-3916-BE7DC7CD7087}"/>
          </ac:spMkLst>
        </pc:spChg>
        <pc:spChg chg="add del">
          <ac:chgData name="Deborah Suleman" userId="634b21d8b0bd131d" providerId="LiveId" clId="{F67C2F77-D5D6-4CAF-8CFA-758AF64B2473}" dt="2026-05-31T10:44:21.342" v="2558" actId="26606"/>
          <ac:spMkLst>
            <pc:docMk/>
            <pc:sldMk cId="1313159567" sldId="438"/>
            <ac:spMk id="8" creationId="{907EF6B7-1338-4443-8C46-6A318D952DFD}"/>
          </ac:spMkLst>
        </pc:spChg>
        <pc:spChg chg="add del">
          <ac:chgData name="Deborah Suleman" userId="634b21d8b0bd131d" providerId="LiveId" clId="{F67C2F77-D5D6-4CAF-8CFA-758AF64B2473}" dt="2026-05-31T10:44:21.342" v="2558" actId="26606"/>
          <ac:spMkLst>
            <pc:docMk/>
            <pc:sldMk cId="1313159567" sldId="438"/>
            <ac:spMk id="10" creationId="{DAAE4CDD-124C-4DCF-9584-B6033B545DD5}"/>
          </ac:spMkLst>
        </pc:spChg>
        <pc:spChg chg="add del">
          <ac:chgData name="Deborah Suleman" userId="634b21d8b0bd131d" providerId="LiveId" clId="{F67C2F77-D5D6-4CAF-8CFA-758AF64B2473}" dt="2026-05-31T10:44:21.342" v="2558" actId="26606"/>
          <ac:spMkLst>
            <pc:docMk/>
            <pc:sldMk cId="1313159567" sldId="438"/>
            <ac:spMk id="12" creationId="{081E4A58-353D-44AE-B2FC-2A74E2E400F7}"/>
          </ac:spMkLst>
        </pc:spChg>
        <pc:spChg chg="add">
          <ac:chgData name="Deborah Suleman" userId="634b21d8b0bd131d" providerId="LiveId" clId="{F67C2F77-D5D6-4CAF-8CFA-758AF64B2473}" dt="2026-05-31T10:44:21.342" v="2558" actId="26606"/>
          <ac:spMkLst>
            <pc:docMk/>
            <pc:sldMk cId="1313159567" sldId="438"/>
            <ac:spMk id="17" creationId="{389575E1-3389-451A-A5F7-27854C25C599}"/>
          </ac:spMkLst>
        </pc:spChg>
        <pc:spChg chg="add">
          <ac:chgData name="Deborah Suleman" userId="634b21d8b0bd131d" providerId="LiveId" clId="{F67C2F77-D5D6-4CAF-8CFA-758AF64B2473}" dt="2026-05-31T10:44:21.342" v="2558" actId="26606"/>
          <ac:spMkLst>
            <pc:docMk/>
            <pc:sldMk cId="1313159567" sldId="438"/>
            <ac:spMk id="19" creationId="{A53CCC5C-D88E-40FB-B30B-23DCDBD01D37}"/>
          </ac:spMkLst>
        </pc:spChg>
        <pc:spChg chg="add">
          <ac:chgData name="Deborah Suleman" userId="634b21d8b0bd131d" providerId="LiveId" clId="{F67C2F77-D5D6-4CAF-8CFA-758AF64B2473}" dt="2026-05-31T10:44:21.342" v="2558" actId="26606"/>
          <ac:spMkLst>
            <pc:docMk/>
            <pc:sldMk cId="1313159567" sldId="438"/>
            <ac:spMk id="21" creationId="{081E4A58-353D-44AE-B2FC-2A74E2E400F7}"/>
          </ac:spMkLst>
        </pc:spChg>
      </pc:sldChg>
      <pc:sldChg chg="addSp delSp modSp new mod setBg">
        <pc:chgData name="Deborah Suleman" userId="634b21d8b0bd131d" providerId="LiveId" clId="{F67C2F77-D5D6-4CAF-8CFA-758AF64B2473}" dt="2026-05-31T10:27:15.559" v="2476" actId="26606"/>
        <pc:sldMkLst>
          <pc:docMk/>
          <pc:sldMk cId="1821326264" sldId="439"/>
        </pc:sldMkLst>
        <pc:spChg chg="mod">
          <ac:chgData name="Deborah Suleman" userId="634b21d8b0bd131d" providerId="LiveId" clId="{F67C2F77-D5D6-4CAF-8CFA-758AF64B2473}" dt="2026-05-31T10:27:15.559" v="2476" actId="26606"/>
          <ac:spMkLst>
            <pc:docMk/>
            <pc:sldMk cId="1821326264" sldId="439"/>
            <ac:spMk id="2" creationId="{2081BB45-C031-8E6C-6C75-C818E594C648}"/>
          </ac:spMkLst>
        </pc:spChg>
        <pc:spChg chg="add del mod">
          <ac:chgData name="Deborah Suleman" userId="634b21d8b0bd131d" providerId="LiveId" clId="{F67C2F77-D5D6-4CAF-8CFA-758AF64B2473}" dt="2026-05-31T10:27:15.559" v="2476" actId="26606"/>
          <ac:spMkLst>
            <pc:docMk/>
            <pc:sldMk cId="1821326264" sldId="439"/>
            <ac:spMk id="3" creationId="{6396B21B-448D-386E-83F6-901A9C57E0CB}"/>
          </ac:spMkLst>
        </pc:spChg>
        <pc:spChg chg="add del">
          <ac:chgData name="Deborah Suleman" userId="634b21d8b0bd131d" providerId="LiveId" clId="{F67C2F77-D5D6-4CAF-8CFA-758AF64B2473}" dt="2026-05-31T10:27:15.528" v="2475" actId="26606"/>
          <ac:spMkLst>
            <pc:docMk/>
            <pc:sldMk cId="1821326264" sldId="439"/>
            <ac:spMk id="8" creationId="{1C799903-48D5-4A31-A1A2-541072D9771E}"/>
          </ac:spMkLst>
        </pc:spChg>
        <pc:spChg chg="add del">
          <ac:chgData name="Deborah Suleman" userId="634b21d8b0bd131d" providerId="LiveId" clId="{F67C2F77-D5D6-4CAF-8CFA-758AF64B2473}" dt="2026-05-31T10:27:15.528" v="2475" actId="26606"/>
          <ac:spMkLst>
            <pc:docMk/>
            <pc:sldMk cId="1821326264" sldId="439"/>
            <ac:spMk id="9" creationId="{6396B21B-448D-386E-83F6-901A9C57E0CB}"/>
          </ac:spMkLst>
        </pc:spChg>
        <pc:spChg chg="add del">
          <ac:chgData name="Deborah Suleman" userId="634b21d8b0bd131d" providerId="LiveId" clId="{F67C2F77-D5D6-4CAF-8CFA-758AF64B2473}" dt="2026-05-31T10:27:15.528" v="2475" actId="26606"/>
          <ac:spMkLst>
            <pc:docMk/>
            <pc:sldMk cId="1821326264" sldId="439"/>
            <ac:spMk id="10" creationId="{8EFFF109-FC58-4FD3-BE05-9775A1310F55}"/>
          </ac:spMkLst>
        </pc:spChg>
        <pc:spChg chg="add del">
          <ac:chgData name="Deborah Suleman" userId="634b21d8b0bd131d" providerId="LiveId" clId="{F67C2F77-D5D6-4CAF-8CFA-758AF64B2473}" dt="2026-05-31T10:27:15.528" v="2475" actId="26606"/>
          <ac:spMkLst>
            <pc:docMk/>
            <pc:sldMk cId="1821326264" sldId="439"/>
            <ac:spMk id="12" creationId="{E1B96AD6-92A9-4273-A62B-96A1C3E0BA95}"/>
          </ac:spMkLst>
        </pc:spChg>
        <pc:spChg chg="add del">
          <ac:chgData name="Deborah Suleman" userId="634b21d8b0bd131d" providerId="LiveId" clId="{F67C2F77-D5D6-4CAF-8CFA-758AF64B2473}" dt="2026-05-31T10:27:15.528" v="2475" actId="26606"/>
          <ac:spMkLst>
            <pc:docMk/>
            <pc:sldMk cId="1821326264" sldId="439"/>
            <ac:spMk id="14" creationId="{463EEC44-1BA3-44ED-81FC-A644B04B2A44}"/>
          </ac:spMkLst>
        </pc:spChg>
        <pc:spChg chg="add">
          <ac:chgData name="Deborah Suleman" userId="634b21d8b0bd131d" providerId="LiveId" clId="{F67C2F77-D5D6-4CAF-8CFA-758AF64B2473}" dt="2026-05-31T10:27:15.559" v="2476" actId="26606"/>
          <ac:spMkLst>
            <pc:docMk/>
            <pc:sldMk cId="1821326264" sldId="439"/>
            <ac:spMk id="16" creationId="{907EF6B7-1338-4443-8C46-6A318D952DFD}"/>
          </ac:spMkLst>
        </pc:spChg>
        <pc:spChg chg="add">
          <ac:chgData name="Deborah Suleman" userId="634b21d8b0bd131d" providerId="LiveId" clId="{F67C2F77-D5D6-4CAF-8CFA-758AF64B2473}" dt="2026-05-31T10:27:15.559" v="2476" actId="26606"/>
          <ac:spMkLst>
            <pc:docMk/>
            <pc:sldMk cId="1821326264" sldId="439"/>
            <ac:spMk id="17" creationId="{DAAE4CDD-124C-4DCF-9584-B6033B545DD5}"/>
          </ac:spMkLst>
        </pc:spChg>
        <pc:spChg chg="add">
          <ac:chgData name="Deborah Suleman" userId="634b21d8b0bd131d" providerId="LiveId" clId="{F67C2F77-D5D6-4CAF-8CFA-758AF64B2473}" dt="2026-05-31T10:27:15.559" v="2476" actId="26606"/>
          <ac:spMkLst>
            <pc:docMk/>
            <pc:sldMk cId="1821326264" sldId="439"/>
            <ac:spMk id="18" creationId="{081E4A58-353D-44AE-B2FC-2A74E2E400F7}"/>
          </ac:spMkLst>
        </pc:spChg>
        <pc:spChg chg="add">
          <ac:chgData name="Deborah Suleman" userId="634b21d8b0bd131d" providerId="LiveId" clId="{F67C2F77-D5D6-4CAF-8CFA-758AF64B2473}" dt="2026-05-31T10:27:15.559" v="2476" actId="26606"/>
          <ac:spMkLst>
            <pc:docMk/>
            <pc:sldMk cId="1821326264" sldId="439"/>
            <ac:spMk id="19" creationId="{6396B21B-448D-386E-83F6-901A9C57E0CB}"/>
          </ac:spMkLst>
        </pc:spChg>
        <pc:graphicFrameChg chg="add del">
          <ac:chgData name="Deborah Suleman" userId="634b21d8b0bd131d" providerId="LiveId" clId="{F67C2F77-D5D6-4CAF-8CFA-758AF64B2473}" dt="2026-05-31T10:26:54.643" v="2471" actId="26606"/>
          <ac:graphicFrameMkLst>
            <pc:docMk/>
            <pc:sldMk cId="1821326264" sldId="439"/>
            <ac:graphicFrameMk id="5" creationId="{A8AE4D9B-78B3-F068-8273-806F79924042}"/>
          </ac:graphicFrameMkLst>
        </pc:graphicFrameChg>
        <pc:graphicFrameChg chg="add del">
          <ac:chgData name="Deborah Suleman" userId="634b21d8b0bd131d" providerId="LiveId" clId="{F67C2F77-D5D6-4CAF-8CFA-758AF64B2473}" dt="2026-05-31T10:26:59.457" v="2473" actId="26606"/>
          <ac:graphicFrameMkLst>
            <pc:docMk/>
            <pc:sldMk cId="1821326264" sldId="439"/>
            <ac:graphicFrameMk id="7" creationId="{0FFD8637-8FEE-6980-8F6B-4960943BF654}"/>
          </ac:graphicFrameMkLst>
        </pc:graphicFrameChg>
      </pc:sldChg>
      <pc:sldChg chg="addSp delSp modSp add mod setBg">
        <pc:chgData name="Deborah Suleman" userId="634b21d8b0bd131d" providerId="LiveId" clId="{F67C2F77-D5D6-4CAF-8CFA-758AF64B2473}" dt="2026-05-31T10:38:18.497" v="2530" actId="26606"/>
        <pc:sldMkLst>
          <pc:docMk/>
          <pc:sldMk cId="626128738" sldId="440"/>
        </pc:sldMkLst>
        <pc:spChg chg="mod">
          <ac:chgData name="Deborah Suleman" userId="634b21d8b0bd131d" providerId="LiveId" clId="{F67C2F77-D5D6-4CAF-8CFA-758AF64B2473}" dt="2026-05-31T10:38:18.497" v="2530" actId="26606"/>
          <ac:spMkLst>
            <pc:docMk/>
            <pc:sldMk cId="626128738" sldId="440"/>
            <ac:spMk id="2" creationId="{75909E32-D554-98E6-74F0-6B2E2A9DD622}"/>
          </ac:spMkLst>
        </pc:spChg>
        <pc:spChg chg="add del mod">
          <ac:chgData name="Deborah Suleman" userId="634b21d8b0bd131d" providerId="LiveId" clId="{F67C2F77-D5D6-4CAF-8CFA-758AF64B2473}" dt="2026-05-31T10:38:10.777" v="2528" actId="26606"/>
          <ac:spMkLst>
            <pc:docMk/>
            <pc:sldMk cId="626128738" sldId="440"/>
            <ac:spMk id="3" creationId="{239F865A-12F1-A7B9-09A0-6F3DEEA3A9FB}"/>
          </ac:spMkLst>
        </pc:spChg>
        <pc:spChg chg="add del">
          <ac:chgData name="Deborah Suleman" userId="634b21d8b0bd131d" providerId="LiveId" clId="{F67C2F77-D5D6-4CAF-8CFA-758AF64B2473}" dt="2026-05-31T10:37:19.488" v="2519" actId="26606"/>
          <ac:spMkLst>
            <pc:docMk/>
            <pc:sldMk cId="626128738" sldId="440"/>
            <ac:spMk id="9" creationId="{9DBC8166-481C-4473-95F5-9A5B9073B7F1}"/>
          </ac:spMkLst>
        </pc:spChg>
        <pc:spChg chg="add del">
          <ac:chgData name="Deborah Suleman" userId="634b21d8b0bd131d" providerId="LiveId" clId="{F67C2F77-D5D6-4CAF-8CFA-758AF64B2473}" dt="2026-05-31T10:37:19.488" v="2519" actId="26606"/>
          <ac:spMkLst>
            <pc:docMk/>
            <pc:sldMk cId="626128738" sldId="440"/>
            <ac:spMk id="11" creationId="{A5A5CE6E-90AF-4D43-A014-1F9EC83EB93D}"/>
          </ac:spMkLst>
        </pc:spChg>
        <pc:spChg chg="add del">
          <ac:chgData name="Deborah Suleman" userId="634b21d8b0bd131d" providerId="LiveId" clId="{F67C2F77-D5D6-4CAF-8CFA-758AF64B2473}" dt="2026-05-31T10:38:18.497" v="2530" actId="26606"/>
          <ac:spMkLst>
            <pc:docMk/>
            <pc:sldMk cId="626128738" sldId="440"/>
            <ac:spMk id="13" creationId="{20344094-430A-400B-804B-910E696A1A90}"/>
          </ac:spMkLst>
        </pc:spChg>
        <pc:spChg chg="add del">
          <ac:chgData name="Deborah Suleman" userId="634b21d8b0bd131d" providerId="LiveId" clId="{F67C2F77-D5D6-4CAF-8CFA-758AF64B2473}" dt="2026-05-31T10:38:18.497" v="2530" actId="26606"/>
          <ac:spMkLst>
            <pc:docMk/>
            <pc:sldMk cId="626128738" sldId="440"/>
            <ac:spMk id="14" creationId="{C5278130-DFE0-457B-8698-88DF69019DDE}"/>
          </ac:spMkLst>
        </pc:spChg>
        <pc:spChg chg="add del">
          <ac:chgData name="Deborah Suleman" userId="634b21d8b0bd131d" providerId="LiveId" clId="{F67C2F77-D5D6-4CAF-8CFA-758AF64B2473}" dt="2026-05-31T10:38:18.497" v="2530" actId="26606"/>
          <ac:spMkLst>
            <pc:docMk/>
            <pc:sldMk cId="626128738" sldId="440"/>
            <ac:spMk id="15" creationId="{453C67DF-7782-4E57-AB9B-F1B4811AD8FE}"/>
          </ac:spMkLst>
        </pc:spChg>
        <pc:spChg chg="add del">
          <ac:chgData name="Deborah Suleman" userId="634b21d8b0bd131d" providerId="LiveId" clId="{F67C2F77-D5D6-4CAF-8CFA-758AF64B2473}" dt="2026-05-31T10:38:18.497" v="2530" actId="26606"/>
          <ac:spMkLst>
            <pc:docMk/>
            <pc:sldMk cId="626128738" sldId="440"/>
            <ac:spMk id="16" creationId="{2F99531B-1681-4D6E-BECB-18325B33A618}"/>
          </ac:spMkLst>
        </pc:spChg>
        <pc:spChg chg="add del">
          <ac:chgData name="Deborah Suleman" userId="634b21d8b0bd131d" providerId="LiveId" clId="{F67C2F77-D5D6-4CAF-8CFA-758AF64B2473}" dt="2026-05-31T10:37:46.319" v="2522" actId="26606"/>
          <ac:spMkLst>
            <pc:docMk/>
            <pc:sldMk cId="626128738" sldId="440"/>
            <ac:spMk id="24" creationId="{7517A47C-B2E5-4B79-8061-D74B1311AF6E}"/>
          </ac:spMkLst>
        </pc:spChg>
        <pc:spChg chg="add del">
          <ac:chgData name="Deborah Suleman" userId="634b21d8b0bd131d" providerId="LiveId" clId="{F67C2F77-D5D6-4CAF-8CFA-758AF64B2473}" dt="2026-05-31T10:37:46.319" v="2522" actId="26606"/>
          <ac:spMkLst>
            <pc:docMk/>
            <pc:sldMk cId="626128738" sldId="440"/>
            <ac:spMk id="26" creationId="{C505E780-2083-4CB5-A42A-5E0E2908ECC3}"/>
          </ac:spMkLst>
        </pc:spChg>
        <pc:spChg chg="add del">
          <ac:chgData name="Deborah Suleman" userId="634b21d8b0bd131d" providerId="LiveId" clId="{F67C2F77-D5D6-4CAF-8CFA-758AF64B2473}" dt="2026-05-31T10:37:46.319" v="2522" actId="26606"/>
          <ac:spMkLst>
            <pc:docMk/>
            <pc:sldMk cId="626128738" sldId="440"/>
            <ac:spMk id="28" creationId="{D2C0AE1C-0118-41AE-8A10-7CDCBF10E96F}"/>
          </ac:spMkLst>
        </pc:spChg>
        <pc:spChg chg="add del">
          <ac:chgData name="Deborah Suleman" userId="634b21d8b0bd131d" providerId="LiveId" clId="{F67C2F77-D5D6-4CAF-8CFA-758AF64B2473}" dt="2026-05-31T10:37:46.319" v="2522" actId="26606"/>
          <ac:spMkLst>
            <pc:docMk/>
            <pc:sldMk cId="626128738" sldId="440"/>
            <ac:spMk id="30" creationId="{463EEC44-1BA3-44ED-81FC-A644B04B2A44}"/>
          </ac:spMkLst>
        </pc:spChg>
        <pc:spChg chg="add del">
          <ac:chgData name="Deborah Suleman" userId="634b21d8b0bd131d" providerId="LiveId" clId="{F67C2F77-D5D6-4CAF-8CFA-758AF64B2473}" dt="2026-05-31T10:38:18.497" v="2530" actId="26606"/>
          <ac:spMkLst>
            <pc:docMk/>
            <pc:sldMk cId="626128738" sldId="440"/>
            <ac:spMk id="32" creationId="{9DBC8166-481C-4473-95F5-9A5B9073B7F1}"/>
          </ac:spMkLst>
        </pc:spChg>
        <pc:spChg chg="add del">
          <ac:chgData name="Deborah Suleman" userId="634b21d8b0bd131d" providerId="LiveId" clId="{F67C2F77-D5D6-4CAF-8CFA-758AF64B2473}" dt="2026-05-31T10:38:18.497" v="2530" actId="26606"/>
          <ac:spMkLst>
            <pc:docMk/>
            <pc:sldMk cId="626128738" sldId="440"/>
            <ac:spMk id="33" creationId="{A5A5CE6E-90AF-4D43-A014-1F9EC83EB93D}"/>
          </ac:spMkLst>
        </pc:spChg>
        <pc:graphicFrameChg chg="add del">
          <ac:chgData name="Deborah Suleman" userId="634b21d8b0bd131d" providerId="LiveId" clId="{F67C2F77-D5D6-4CAF-8CFA-758AF64B2473}" dt="2026-05-31T10:37:19.488" v="2519" actId="26606"/>
          <ac:graphicFrameMkLst>
            <pc:docMk/>
            <pc:sldMk cId="626128738" sldId="440"/>
            <ac:graphicFrameMk id="5" creationId="{D3CB9297-B664-2F0A-3EFE-136971CD3F44}"/>
          </ac:graphicFrameMkLst>
        </pc:graphicFrameChg>
        <pc:graphicFrameChg chg="add del mod modGraphic">
          <ac:chgData name="Deborah Suleman" userId="634b21d8b0bd131d" providerId="LiveId" clId="{F67C2F77-D5D6-4CAF-8CFA-758AF64B2473}" dt="2026-05-31T10:38:18.497" v="2530" actId="26606"/>
          <ac:graphicFrameMkLst>
            <pc:docMk/>
            <pc:sldMk cId="626128738" sldId="440"/>
            <ac:graphicFrameMk id="18" creationId="{CF8C47F8-C915-9776-62FD-D59BC8C61157}"/>
          </ac:graphicFrameMkLst>
        </pc:graphicFrameChg>
        <pc:cxnChg chg="add del">
          <ac:chgData name="Deborah Suleman" userId="634b21d8b0bd131d" providerId="LiveId" clId="{F67C2F77-D5D6-4CAF-8CFA-758AF64B2473}" dt="2026-05-31T10:38:18.497" v="2530" actId="26606"/>
          <ac:cxnSpMkLst>
            <pc:docMk/>
            <pc:sldMk cId="626128738" sldId="440"/>
            <ac:cxnSpMk id="17" creationId="{B03A5AE3-BD30-455C-842B-7626C8BEF097}"/>
          </ac:cxnSpMkLst>
        </pc:cxnChg>
        <pc:cxnChg chg="add del">
          <ac:chgData name="Deborah Suleman" userId="634b21d8b0bd131d" providerId="LiveId" clId="{F67C2F77-D5D6-4CAF-8CFA-758AF64B2473}" dt="2026-05-31T10:38:18.497" v="2530" actId="26606"/>
          <ac:cxnSpMkLst>
            <pc:docMk/>
            <pc:sldMk cId="626128738" sldId="440"/>
            <ac:cxnSpMk id="19" creationId="{2DBECAA5-1F2D-470D-875C-8F2C2CA3E54B}"/>
          </ac:cxnSpMkLst>
        </pc:cxnChg>
      </pc:sldChg>
      <pc:sldChg chg="modSp new del mod">
        <pc:chgData name="Deborah Suleman" userId="634b21d8b0bd131d" providerId="LiveId" clId="{F67C2F77-D5D6-4CAF-8CFA-758AF64B2473}" dt="2026-05-31T09:40:46.739" v="2388" actId="2696"/>
        <pc:sldMkLst>
          <pc:docMk/>
          <pc:sldMk cId="3509174514" sldId="440"/>
        </pc:sldMkLst>
        <pc:spChg chg="mod">
          <ac:chgData name="Deborah Suleman" userId="634b21d8b0bd131d" providerId="LiveId" clId="{F67C2F77-D5D6-4CAF-8CFA-758AF64B2473}" dt="2026-05-31T07:45:03.737" v="1764" actId="20577"/>
          <ac:spMkLst>
            <pc:docMk/>
            <pc:sldMk cId="3509174514" sldId="440"/>
            <ac:spMk id="2" creationId="{75909E32-D554-98E6-74F0-6B2E2A9DD622}"/>
          </ac:spMkLst>
        </pc:spChg>
        <pc:spChg chg="mod">
          <ac:chgData name="Deborah Suleman" userId="634b21d8b0bd131d" providerId="LiveId" clId="{F67C2F77-D5D6-4CAF-8CFA-758AF64B2473}" dt="2026-05-31T07:48:58.489" v="1895" actId="21"/>
          <ac:spMkLst>
            <pc:docMk/>
            <pc:sldMk cId="3509174514" sldId="440"/>
            <ac:spMk id="3" creationId="{239F865A-12F1-A7B9-09A0-6F3DEEA3A9FB}"/>
          </ac:spMkLst>
        </pc:spChg>
      </pc:sldChg>
      <pc:sldChg chg="addSp modSp add mod setBg">
        <pc:chgData name="Deborah Suleman" userId="634b21d8b0bd131d" providerId="LiveId" clId="{F67C2F77-D5D6-4CAF-8CFA-758AF64B2473}" dt="2026-05-31T10:32:47.902" v="2495" actId="26606"/>
        <pc:sldMkLst>
          <pc:docMk/>
          <pc:sldMk cId="3427439569" sldId="441"/>
        </pc:sldMkLst>
        <pc:spChg chg="mod">
          <ac:chgData name="Deborah Suleman" userId="634b21d8b0bd131d" providerId="LiveId" clId="{F67C2F77-D5D6-4CAF-8CFA-758AF64B2473}" dt="2026-05-31T10:32:47.902" v="2495" actId="26606"/>
          <ac:spMkLst>
            <pc:docMk/>
            <pc:sldMk cId="3427439569" sldId="441"/>
            <ac:spMk id="2" creationId="{9EBF78B7-DC9B-5575-4D40-9AE9B2F32BC2}"/>
          </ac:spMkLst>
        </pc:spChg>
        <pc:spChg chg="mod">
          <ac:chgData name="Deborah Suleman" userId="634b21d8b0bd131d" providerId="LiveId" clId="{F67C2F77-D5D6-4CAF-8CFA-758AF64B2473}" dt="2026-05-31T10:32:47.902" v="2495" actId="26606"/>
          <ac:spMkLst>
            <pc:docMk/>
            <pc:sldMk cId="3427439569" sldId="441"/>
            <ac:spMk id="3" creationId="{D0002045-A522-345B-B0F8-D39623B93AD2}"/>
          </ac:spMkLst>
        </pc:spChg>
        <pc:spChg chg="add">
          <ac:chgData name="Deborah Suleman" userId="634b21d8b0bd131d" providerId="LiveId" clId="{F67C2F77-D5D6-4CAF-8CFA-758AF64B2473}" dt="2026-05-31T10:32:47.902" v="2495" actId="26606"/>
          <ac:spMkLst>
            <pc:docMk/>
            <pc:sldMk cId="3427439569" sldId="441"/>
            <ac:spMk id="8" creationId="{100EDD19-6802-4EC3-95CE-CFFAB042CFD6}"/>
          </ac:spMkLst>
        </pc:spChg>
        <pc:spChg chg="add">
          <ac:chgData name="Deborah Suleman" userId="634b21d8b0bd131d" providerId="LiveId" clId="{F67C2F77-D5D6-4CAF-8CFA-758AF64B2473}" dt="2026-05-31T10:32:47.902" v="2495" actId="26606"/>
          <ac:spMkLst>
            <pc:docMk/>
            <pc:sldMk cId="3427439569" sldId="441"/>
            <ac:spMk id="10" creationId="{DB17E863-922E-4C26-BD64-E8FD41D28661}"/>
          </ac:spMkLst>
        </pc:spChg>
      </pc:sldChg>
      <pc:sldChg chg="modSp new del mod">
        <pc:chgData name="Deborah Suleman" userId="634b21d8b0bd131d" providerId="LiveId" clId="{F67C2F77-D5D6-4CAF-8CFA-758AF64B2473}" dt="2026-05-31T09:53:43.396" v="2440" actId="2696"/>
        <pc:sldMkLst>
          <pc:docMk/>
          <pc:sldMk cId="3686656791" sldId="441"/>
        </pc:sldMkLst>
        <pc:spChg chg="mod">
          <ac:chgData name="Deborah Suleman" userId="634b21d8b0bd131d" providerId="LiveId" clId="{F67C2F77-D5D6-4CAF-8CFA-758AF64B2473}" dt="2026-05-31T07:44:11.588" v="1758" actId="20577"/>
          <ac:spMkLst>
            <pc:docMk/>
            <pc:sldMk cId="3686656791" sldId="441"/>
            <ac:spMk id="3" creationId="{D0002045-A522-345B-B0F8-D39623B93AD2}"/>
          </ac:spMkLst>
        </pc:spChg>
      </pc:sldChg>
      <pc:sldChg chg="modSp new del mod">
        <pc:chgData name="Deborah Suleman" userId="634b21d8b0bd131d" providerId="LiveId" clId="{F67C2F77-D5D6-4CAF-8CFA-758AF64B2473}" dt="2026-05-31T09:40:46.739" v="2388" actId="2696"/>
        <pc:sldMkLst>
          <pc:docMk/>
          <pc:sldMk cId="3264176680" sldId="442"/>
        </pc:sldMkLst>
        <pc:spChg chg="mod">
          <ac:chgData name="Deborah Suleman" userId="634b21d8b0bd131d" providerId="LiveId" clId="{F67C2F77-D5D6-4CAF-8CFA-758AF64B2473}" dt="2026-05-31T07:49:03.811" v="1896"/>
          <ac:spMkLst>
            <pc:docMk/>
            <pc:sldMk cId="3264176680" sldId="442"/>
            <ac:spMk id="2" creationId="{18098BC7-6666-B1ED-AEEC-D795492CB01D}"/>
          </ac:spMkLst>
        </pc:spChg>
        <pc:spChg chg="mod">
          <ac:chgData name="Deborah Suleman" userId="634b21d8b0bd131d" providerId="LiveId" clId="{F67C2F77-D5D6-4CAF-8CFA-758AF64B2473}" dt="2026-05-31T09:08:36.901" v="1900" actId="27636"/>
          <ac:spMkLst>
            <pc:docMk/>
            <pc:sldMk cId="3264176680" sldId="442"/>
            <ac:spMk id="3" creationId="{EE0AE6BF-F6B8-BCD8-F398-C80B160D02E7}"/>
          </ac:spMkLst>
        </pc:spChg>
      </pc:sldChg>
      <pc:sldChg chg="addSp delSp modSp add mod setBg">
        <pc:chgData name="Deborah Suleman" userId="634b21d8b0bd131d" providerId="LiveId" clId="{F67C2F77-D5D6-4CAF-8CFA-758AF64B2473}" dt="2026-05-31T10:35:12.094" v="2511" actId="26606"/>
        <pc:sldMkLst>
          <pc:docMk/>
          <pc:sldMk cId="3791998161" sldId="442"/>
        </pc:sldMkLst>
        <pc:spChg chg="mod">
          <ac:chgData name="Deborah Suleman" userId="634b21d8b0bd131d" providerId="LiveId" clId="{F67C2F77-D5D6-4CAF-8CFA-758AF64B2473}" dt="2026-05-31T10:35:12.094" v="2511" actId="26606"/>
          <ac:spMkLst>
            <pc:docMk/>
            <pc:sldMk cId="3791998161" sldId="442"/>
            <ac:spMk id="2" creationId="{18098BC7-6666-B1ED-AEEC-D795492CB01D}"/>
          </ac:spMkLst>
        </pc:spChg>
        <pc:spChg chg="add del mod">
          <ac:chgData name="Deborah Suleman" userId="634b21d8b0bd131d" providerId="LiveId" clId="{F67C2F77-D5D6-4CAF-8CFA-758AF64B2473}" dt="2026-05-31T10:35:12.094" v="2511" actId="26606"/>
          <ac:spMkLst>
            <pc:docMk/>
            <pc:sldMk cId="3791998161" sldId="442"/>
            <ac:spMk id="3" creationId="{EE0AE6BF-F6B8-BCD8-F398-C80B160D02E7}"/>
          </ac:spMkLst>
        </pc:spChg>
        <pc:spChg chg="add del">
          <ac:chgData name="Deborah Suleman" userId="634b21d8b0bd131d" providerId="LiveId" clId="{F67C2F77-D5D6-4CAF-8CFA-758AF64B2473}" dt="2026-05-31T10:35:01.518" v="2506" actId="26606"/>
          <ac:spMkLst>
            <pc:docMk/>
            <pc:sldMk cId="3791998161" sldId="442"/>
            <ac:spMk id="9" creationId="{9DBC8166-481C-4473-95F5-9A5B9073B7F1}"/>
          </ac:spMkLst>
        </pc:spChg>
        <pc:spChg chg="add del">
          <ac:chgData name="Deborah Suleman" userId="634b21d8b0bd131d" providerId="LiveId" clId="{F67C2F77-D5D6-4CAF-8CFA-758AF64B2473}" dt="2026-05-31T10:35:11.969" v="2510" actId="26606"/>
          <ac:spMkLst>
            <pc:docMk/>
            <pc:sldMk cId="3791998161" sldId="442"/>
            <ac:spMk id="10" creationId="{35B16301-FB18-48BA-A6DD-C37CAF6F9A18}"/>
          </ac:spMkLst>
        </pc:spChg>
        <pc:spChg chg="add del">
          <ac:chgData name="Deborah Suleman" userId="634b21d8b0bd131d" providerId="LiveId" clId="{F67C2F77-D5D6-4CAF-8CFA-758AF64B2473}" dt="2026-05-31T10:35:01.518" v="2506" actId="26606"/>
          <ac:spMkLst>
            <pc:docMk/>
            <pc:sldMk cId="3791998161" sldId="442"/>
            <ac:spMk id="11" creationId="{A5A5CE6E-90AF-4D43-A014-1F9EC83EB93D}"/>
          </ac:spMkLst>
        </pc:spChg>
        <pc:spChg chg="add del">
          <ac:chgData name="Deborah Suleman" userId="634b21d8b0bd131d" providerId="LiveId" clId="{F67C2F77-D5D6-4CAF-8CFA-758AF64B2473}" dt="2026-05-31T10:35:11.969" v="2510" actId="26606"/>
          <ac:spMkLst>
            <pc:docMk/>
            <pc:sldMk cId="3791998161" sldId="442"/>
            <ac:spMk id="12" creationId="{C3C0D90E-074A-4F52-9B11-B52BEF4BCBE5}"/>
          </ac:spMkLst>
        </pc:spChg>
        <pc:spChg chg="add del">
          <ac:chgData name="Deborah Suleman" userId="634b21d8b0bd131d" providerId="LiveId" clId="{F67C2F77-D5D6-4CAF-8CFA-758AF64B2473}" dt="2026-05-31T10:35:04.408" v="2508" actId="26606"/>
          <ac:spMkLst>
            <pc:docMk/>
            <pc:sldMk cId="3791998161" sldId="442"/>
            <ac:spMk id="13" creationId="{C05CBC3C-2E5A-4839-8B9B-2E5A6ADF0F58}"/>
          </ac:spMkLst>
        </pc:spChg>
        <pc:spChg chg="add del">
          <ac:chgData name="Deborah Suleman" userId="634b21d8b0bd131d" providerId="LiveId" clId="{F67C2F77-D5D6-4CAF-8CFA-758AF64B2473}" dt="2026-05-31T10:35:04.408" v="2508" actId="26606"/>
          <ac:spMkLst>
            <pc:docMk/>
            <pc:sldMk cId="3791998161" sldId="442"/>
            <ac:spMk id="14" creationId="{DB5B423A-57CC-4C58-AA26-8E2E862B03A0}"/>
          </ac:spMkLst>
        </pc:spChg>
        <pc:spChg chg="add del">
          <ac:chgData name="Deborah Suleman" userId="634b21d8b0bd131d" providerId="LiveId" clId="{F67C2F77-D5D6-4CAF-8CFA-758AF64B2473}" dt="2026-05-31T10:35:11.969" v="2510" actId="26606"/>
          <ac:spMkLst>
            <pc:docMk/>
            <pc:sldMk cId="3791998161" sldId="442"/>
            <ac:spMk id="16" creationId="{83BA5EF5-1FE9-4BF9-83BB-269BCDDF6156}"/>
          </ac:spMkLst>
        </pc:spChg>
        <pc:spChg chg="add del">
          <ac:chgData name="Deborah Suleman" userId="634b21d8b0bd131d" providerId="LiveId" clId="{F67C2F77-D5D6-4CAF-8CFA-758AF64B2473}" dt="2026-05-31T10:35:11.969" v="2510" actId="26606"/>
          <ac:spMkLst>
            <pc:docMk/>
            <pc:sldMk cId="3791998161" sldId="442"/>
            <ac:spMk id="17" creationId="{EE0AE6BF-F6B8-BCD8-F398-C80B160D02E7}"/>
          </ac:spMkLst>
        </pc:spChg>
        <pc:spChg chg="add del">
          <ac:chgData name="Deborah Suleman" userId="634b21d8b0bd131d" providerId="LiveId" clId="{F67C2F77-D5D6-4CAF-8CFA-758AF64B2473}" dt="2026-05-31T10:35:11.969" v="2510" actId="26606"/>
          <ac:spMkLst>
            <pc:docMk/>
            <pc:sldMk cId="3791998161" sldId="442"/>
            <ac:spMk id="19" creationId="{CABBD4C1-E6F8-46F6-8152-A8A97490BF4D}"/>
          </ac:spMkLst>
        </pc:spChg>
        <pc:spChg chg="add del">
          <ac:chgData name="Deborah Suleman" userId="634b21d8b0bd131d" providerId="LiveId" clId="{F67C2F77-D5D6-4CAF-8CFA-758AF64B2473}" dt="2026-05-31T10:35:11.969" v="2510" actId="26606"/>
          <ac:spMkLst>
            <pc:docMk/>
            <pc:sldMk cId="3791998161" sldId="442"/>
            <ac:spMk id="20" creationId="{88853921-7BC9-4BDE-ACAB-133C683C82D6}"/>
          </ac:spMkLst>
        </pc:spChg>
        <pc:spChg chg="add del">
          <ac:chgData name="Deborah Suleman" userId="634b21d8b0bd131d" providerId="LiveId" clId="{F67C2F77-D5D6-4CAF-8CFA-758AF64B2473}" dt="2026-05-31T10:35:11.969" v="2510" actId="26606"/>
          <ac:spMkLst>
            <pc:docMk/>
            <pc:sldMk cId="3791998161" sldId="442"/>
            <ac:spMk id="22" creationId="{09192968-3AE7-4470-A61C-97294BB92731}"/>
          </ac:spMkLst>
        </pc:spChg>
        <pc:spChg chg="add del">
          <ac:chgData name="Deborah Suleman" userId="634b21d8b0bd131d" providerId="LiveId" clId="{F67C2F77-D5D6-4CAF-8CFA-758AF64B2473}" dt="2026-05-31T10:35:11.969" v="2510" actId="26606"/>
          <ac:spMkLst>
            <pc:docMk/>
            <pc:sldMk cId="3791998161" sldId="442"/>
            <ac:spMk id="24" creationId="{3AB72E55-43E4-4356-BFE8-E2102CB0B505}"/>
          </ac:spMkLst>
        </pc:spChg>
        <pc:spChg chg="add">
          <ac:chgData name="Deborah Suleman" userId="634b21d8b0bd131d" providerId="LiveId" clId="{F67C2F77-D5D6-4CAF-8CFA-758AF64B2473}" dt="2026-05-31T10:35:12.094" v="2511" actId="26606"/>
          <ac:spMkLst>
            <pc:docMk/>
            <pc:sldMk cId="3791998161" sldId="442"/>
            <ac:spMk id="26" creationId="{9DBC8166-481C-4473-95F5-9A5B9073B7F1}"/>
          </ac:spMkLst>
        </pc:spChg>
        <pc:spChg chg="add">
          <ac:chgData name="Deborah Suleman" userId="634b21d8b0bd131d" providerId="LiveId" clId="{F67C2F77-D5D6-4CAF-8CFA-758AF64B2473}" dt="2026-05-31T10:35:12.094" v="2511" actId="26606"/>
          <ac:spMkLst>
            <pc:docMk/>
            <pc:sldMk cId="3791998161" sldId="442"/>
            <ac:spMk id="27" creationId="{A5A5CE6E-90AF-4D43-A014-1F9EC83EB93D}"/>
          </ac:spMkLst>
        </pc:spChg>
        <pc:graphicFrameChg chg="add del">
          <ac:chgData name="Deborah Suleman" userId="634b21d8b0bd131d" providerId="LiveId" clId="{F67C2F77-D5D6-4CAF-8CFA-758AF64B2473}" dt="2026-05-31T10:35:01.518" v="2506" actId="26606"/>
          <ac:graphicFrameMkLst>
            <pc:docMk/>
            <pc:sldMk cId="3791998161" sldId="442"/>
            <ac:graphicFrameMk id="5" creationId="{8AB18C57-DEF9-0ADF-66AB-7D106BF72939}"/>
          </ac:graphicFrameMkLst>
        </pc:graphicFrameChg>
        <pc:graphicFrameChg chg="add del">
          <ac:chgData name="Deborah Suleman" userId="634b21d8b0bd131d" providerId="LiveId" clId="{F67C2F77-D5D6-4CAF-8CFA-758AF64B2473}" dt="2026-05-31T10:35:04.408" v="2508" actId="26606"/>
          <ac:graphicFrameMkLst>
            <pc:docMk/>
            <pc:sldMk cId="3791998161" sldId="442"/>
            <ac:graphicFrameMk id="15" creationId="{F8C88BD4-964D-5DA9-6CE4-E013D79C1CB1}"/>
          </ac:graphicFrameMkLst>
        </pc:graphicFrameChg>
        <pc:graphicFrameChg chg="add">
          <ac:chgData name="Deborah Suleman" userId="634b21d8b0bd131d" providerId="LiveId" clId="{F67C2F77-D5D6-4CAF-8CFA-758AF64B2473}" dt="2026-05-31T10:35:12.094" v="2511" actId="26606"/>
          <ac:graphicFrameMkLst>
            <pc:docMk/>
            <pc:sldMk cId="3791998161" sldId="442"/>
            <ac:graphicFrameMk id="28" creationId="{8AB18C57-DEF9-0ADF-66AB-7D106BF72939}"/>
          </ac:graphicFrameMkLst>
        </pc:graphicFrameChg>
      </pc:sldChg>
      <pc:sldChg chg="modSp new del mod">
        <pc:chgData name="Deborah Suleman" userId="634b21d8b0bd131d" providerId="LiveId" clId="{F67C2F77-D5D6-4CAF-8CFA-758AF64B2473}" dt="2026-05-31T09:27:53.500" v="2109" actId="2696"/>
        <pc:sldMkLst>
          <pc:docMk/>
          <pc:sldMk cId="1708186253" sldId="443"/>
        </pc:sldMkLst>
        <pc:spChg chg="mod">
          <ac:chgData name="Deborah Suleman" userId="634b21d8b0bd131d" providerId="LiveId" clId="{F67C2F77-D5D6-4CAF-8CFA-758AF64B2473}" dt="2026-05-30T21:11:36.391" v="1519" actId="27636"/>
          <ac:spMkLst>
            <pc:docMk/>
            <pc:sldMk cId="1708186253" sldId="443"/>
            <ac:spMk id="3" creationId="{CDB12A2E-1625-3633-BC4C-AC65C9BC2EE1}"/>
          </ac:spMkLst>
        </pc:spChg>
      </pc:sldChg>
      <pc:sldChg chg="new del">
        <pc:chgData name="Deborah Suleman" userId="634b21d8b0bd131d" providerId="LiveId" clId="{F67C2F77-D5D6-4CAF-8CFA-758AF64B2473}" dt="2026-05-31T09:39:21.712" v="2387" actId="2696"/>
        <pc:sldMkLst>
          <pc:docMk/>
          <pc:sldMk cId="2164858874" sldId="444"/>
        </pc:sldMkLst>
      </pc:sldChg>
      <pc:sldChg chg="addSp delSp modSp new mod">
        <pc:chgData name="Deborah Suleman" userId="634b21d8b0bd131d" providerId="LiveId" clId="{F67C2F77-D5D6-4CAF-8CFA-758AF64B2473}" dt="2026-05-31T10:40:04.575" v="2548" actId="26606"/>
        <pc:sldMkLst>
          <pc:docMk/>
          <pc:sldMk cId="1135641163" sldId="445"/>
        </pc:sldMkLst>
        <pc:spChg chg="mod">
          <ac:chgData name="Deborah Suleman" userId="634b21d8b0bd131d" providerId="LiveId" clId="{F67C2F77-D5D6-4CAF-8CFA-758AF64B2473}" dt="2026-05-31T07:37:59.505" v="1632" actId="20577"/>
          <ac:spMkLst>
            <pc:docMk/>
            <pc:sldMk cId="1135641163" sldId="445"/>
            <ac:spMk id="2" creationId="{29677214-3220-2241-BE2C-6E0CCE862894}"/>
          </ac:spMkLst>
        </pc:spChg>
        <pc:spChg chg="mod">
          <ac:chgData name="Deborah Suleman" userId="634b21d8b0bd131d" providerId="LiveId" clId="{F67C2F77-D5D6-4CAF-8CFA-758AF64B2473}" dt="2026-05-31T07:37:06.856" v="1600" actId="20577"/>
          <ac:spMkLst>
            <pc:docMk/>
            <pc:sldMk cId="1135641163" sldId="445"/>
            <ac:spMk id="3" creationId="{EDA08E84-ECA6-5908-B0E9-95CCBCCCF3FE}"/>
          </ac:spMkLst>
        </pc:spChg>
        <pc:spChg chg="del mod">
          <ac:chgData name="Deborah Suleman" userId="634b21d8b0bd131d" providerId="LiveId" clId="{F67C2F77-D5D6-4CAF-8CFA-758AF64B2473}" dt="2026-05-31T10:40:04.575" v="2548" actId="26606"/>
          <ac:spMkLst>
            <pc:docMk/>
            <pc:sldMk cId="1135641163" sldId="445"/>
            <ac:spMk id="4" creationId="{FF613038-B027-27C1-B706-54DAC1897E43}"/>
          </ac:spMkLst>
        </pc:spChg>
        <pc:spChg chg="mod">
          <ac:chgData name="Deborah Suleman" userId="634b21d8b0bd131d" providerId="LiveId" clId="{F67C2F77-D5D6-4CAF-8CFA-758AF64B2473}" dt="2026-05-31T07:33:39.491" v="1561" actId="27636"/>
          <ac:spMkLst>
            <pc:docMk/>
            <pc:sldMk cId="1135641163" sldId="445"/>
            <ac:spMk id="5" creationId="{E026C24C-0820-E8AF-E98C-2EFA50830086}"/>
          </ac:spMkLst>
        </pc:spChg>
        <pc:spChg chg="mod">
          <ac:chgData name="Deborah Suleman" userId="634b21d8b0bd131d" providerId="LiveId" clId="{F67C2F77-D5D6-4CAF-8CFA-758AF64B2473}" dt="2026-05-31T07:38:26.098" v="1634" actId="27636"/>
          <ac:spMkLst>
            <pc:docMk/>
            <pc:sldMk cId="1135641163" sldId="445"/>
            <ac:spMk id="6" creationId="{17B062C0-1FB7-B52B-E68E-5463801F901A}"/>
          </ac:spMkLst>
        </pc:spChg>
        <pc:graphicFrameChg chg="add">
          <ac:chgData name="Deborah Suleman" userId="634b21d8b0bd131d" providerId="LiveId" clId="{F67C2F77-D5D6-4CAF-8CFA-758AF64B2473}" dt="2026-05-31T10:40:04.575" v="2548" actId="26606"/>
          <ac:graphicFrameMkLst>
            <pc:docMk/>
            <pc:sldMk cId="1135641163" sldId="445"/>
            <ac:graphicFrameMk id="8" creationId="{58B9AB3D-C9C5-2CB5-E38B-FB07ABBAE103}"/>
          </ac:graphicFrameMkLst>
        </pc:graphicFrameChg>
      </pc:sldChg>
      <pc:sldChg chg="modSp new mod">
        <pc:chgData name="Deborah Suleman" userId="634b21d8b0bd131d" providerId="LiveId" clId="{F67C2F77-D5D6-4CAF-8CFA-758AF64B2473}" dt="2026-05-31T07:39:34.373" v="1651" actId="27636"/>
        <pc:sldMkLst>
          <pc:docMk/>
          <pc:sldMk cId="766209211" sldId="446"/>
        </pc:sldMkLst>
        <pc:spChg chg="mod">
          <ac:chgData name="Deborah Suleman" userId="634b21d8b0bd131d" providerId="LiveId" clId="{F67C2F77-D5D6-4CAF-8CFA-758AF64B2473}" dt="2026-05-31T07:39:34.373" v="1651" actId="27636"/>
          <ac:spMkLst>
            <pc:docMk/>
            <pc:sldMk cId="766209211" sldId="446"/>
            <ac:spMk id="2" creationId="{701037A5-654C-BEDA-E901-3D739B82D522}"/>
          </ac:spMkLst>
        </pc:spChg>
        <pc:spChg chg="mod">
          <ac:chgData name="Deborah Suleman" userId="634b21d8b0bd131d" providerId="LiveId" clId="{F67C2F77-D5D6-4CAF-8CFA-758AF64B2473}" dt="2026-05-31T07:39:31.402" v="1649" actId="21"/>
          <ac:spMkLst>
            <pc:docMk/>
            <pc:sldMk cId="766209211" sldId="446"/>
            <ac:spMk id="3" creationId="{660C5365-15AF-48DB-F1A2-CE4EBCF18DF7}"/>
          </ac:spMkLst>
        </pc:spChg>
      </pc:sldChg>
      <pc:sldChg chg="new del">
        <pc:chgData name="Deborah Suleman" userId="634b21d8b0bd131d" providerId="LiveId" clId="{F67C2F77-D5D6-4CAF-8CFA-758AF64B2473}" dt="2026-05-31T07:39:11.923" v="1646" actId="680"/>
        <pc:sldMkLst>
          <pc:docMk/>
          <pc:sldMk cId="2129209831" sldId="446"/>
        </pc:sldMkLst>
      </pc:sldChg>
      <pc:sldChg chg="addSp delSp modSp add mod setBg">
        <pc:chgData name="Deborah Suleman" userId="634b21d8b0bd131d" providerId="LiveId" clId="{F67C2F77-D5D6-4CAF-8CFA-758AF64B2473}" dt="2026-05-31T10:34:04.323" v="2504" actId="26606"/>
        <pc:sldMkLst>
          <pc:docMk/>
          <pc:sldMk cId="2045130969" sldId="447"/>
        </pc:sldMkLst>
        <pc:spChg chg="mod">
          <ac:chgData name="Deborah Suleman" userId="634b21d8b0bd131d" providerId="LiveId" clId="{F67C2F77-D5D6-4CAF-8CFA-758AF64B2473}" dt="2026-05-31T10:32:05.367" v="2494" actId="26606"/>
          <ac:spMkLst>
            <pc:docMk/>
            <pc:sldMk cId="2045130969" sldId="447"/>
            <ac:spMk id="2" creationId="{7C3287E8-1A84-D018-CB77-E2A879936493}"/>
          </ac:spMkLst>
        </pc:spChg>
        <pc:spChg chg="del mod">
          <ac:chgData name="Deborah Suleman" userId="634b21d8b0bd131d" providerId="LiveId" clId="{F67C2F77-D5D6-4CAF-8CFA-758AF64B2473}" dt="2026-05-31T10:32:05.367" v="2494" actId="26606"/>
          <ac:spMkLst>
            <pc:docMk/>
            <pc:sldMk cId="2045130969" sldId="447"/>
            <ac:spMk id="3" creationId="{B4A0C7D5-93F8-DBC9-D8DB-8773F2BC8692}"/>
          </ac:spMkLst>
        </pc:spChg>
        <pc:spChg chg="add del">
          <ac:chgData name="Deborah Suleman" userId="634b21d8b0bd131d" providerId="LiveId" clId="{F67C2F77-D5D6-4CAF-8CFA-758AF64B2473}" dt="2026-05-31T10:32:05.257" v="2493" actId="26606"/>
          <ac:spMkLst>
            <pc:docMk/>
            <pc:sldMk cId="2045130969" sldId="447"/>
            <ac:spMk id="8" creationId="{100EDD19-6802-4EC3-95CE-CFFAB042CFD6}"/>
          </ac:spMkLst>
        </pc:spChg>
        <pc:spChg chg="add del">
          <ac:chgData name="Deborah Suleman" userId="634b21d8b0bd131d" providerId="LiveId" clId="{F67C2F77-D5D6-4CAF-8CFA-758AF64B2473}" dt="2026-05-31T10:32:05.257" v="2493" actId="26606"/>
          <ac:spMkLst>
            <pc:docMk/>
            <pc:sldMk cId="2045130969" sldId="447"/>
            <ac:spMk id="10" creationId="{DB17E863-922E-4C26-BD64-E8FD41D28661}"/>
          </ac:spMkLst>
        </pc:spChg>
        <pc:spChg chg="add">
          <ac:chgData name="Deborah Suleman" userId="634b21d8b0bd131d" providerId="LiveId" clId="{F67C2F77-D5D6-4CAF-8CFA-758AF64B2473}" dt="2026-05-31T10:32:05.367" v="2494" actId="26606"/>
          <ac:spMkLst>
            <pc:docMk/>
            <pc:sldMk cId="2045130969" sldId="447"/>
            <ac:spMk id="12" creationId="{B50AB553-2A96-4A92-96F2-93548E096954}"/>
          </ac:spMkLst>
        </pc:spChg>
        <pc:graphicFrameChg chg="add modGraphic">
          <ac:chgData name="Deborah Suleman" userId="634b21d8b0bd131d" providerId="LiveId" clId="{F67C2F77-D5D6-4CAF-8CFA-758AF64B2473}" dt="2026-05-31T10:34:04.323" v="2504" actId="26606"/>
          <ac:graphicFrameMkLst>
            <pc:docMk/>
            <pc:sldMk cId="2045130969" sldId="447"/>
            <ac:graphicFrameMk id="5" creationId="{E2E3FBD7-3AB6-5964-0109-E4620795D8AC}"/>
          </ac:graphicFrameMkLst>
        </pc:graphicFrameChg>
        <pc:picChg chg="add">
          <ac:chgData name="Deborah Suleman" userId="634b21d8b0bd131d" providerId="LiveId" clId="{F67C2F77-D5D6-4CAF-8CFA-758AF64B2473}" dt="2026-05-31T10:32:05.367" v="2494" actId="26606"/>
          <ac:picMkLst>
            <pc:docMk/>
            <pc:sldMk cId="2045130969" sldId="447"/>
            <ac:picMk id="6" creationId="{AA34167E-9220-F3A2-1E7A-68E23C60528E}"/>
          </ac:picMkLst>
        </pc:picChg>
      </pc:sldChg>
      <pc:sldChg chg="modSp new del mod">
        <pc:chgData name="Deborah Suleman" userId="634b21d8b0bd131d" providerId="LiveId" clId="{F67C2F77-D5D6-4CAF-8CFA-758AF64B2473}" dt="2026-05-31T09:53:43.396" v="2440" actId="2696"/>
        <pc:sldMkLst>
          <pc:docMk/>
          <pc:sldMk cId="2103893481" sldId="447"/>
        </pc:sldMkLst>
        <pc:spChg chg="mod">
          <ac:chgData name="Deborah Suleman" userId="634b21d8b0bd131d" providerId="LiveId" clId="{F67C2F77-D5D6-4CAF-8CFA-758AF64B2473}" dt="2026-05-31T07:43:10.475" v="1736" actId="20577"/>
          <ac:spMkLst>
            <pc:docMk/>
            <pc:sldMk cId="2103893481" sldId="447"/>
            <ac:spMk id="2" creationId="{7C3287E8-1A84-D018-CB77-E2A879936493}"/>
          </ac:spMkLst>
        </pc:spChg>
        <pc:spChg chg="mod">
          <ac:chgData name="Deborah Suleman" userId="634b21d8b0bd131d" providerId="LiveId" clId="{F67C2F77-D5D6-4CAF-8CFA-758AF64B2473}" dt="2026-05-31T07:43:38.432" v="1755" actId="20577"/>
          <ac:spMkLst>
            <pc:docMk/>
            <pc:sldMk cId="2103893481" sldId="447"/>
            <ac:spMk id="3" creationId="{B4A0C7D5-93F8-DBC9-D8DB-8773F2BC8692}"/>
          </ac:spMkLst>
        </pc:spChg>
      </pc:sldChg>
      <pc:sldChg chg="addSp delSp modSp new mod setBg">
        <pc:chgData name="Deborah Suleman" userId="634b21d8b0bd131d" providerId="LiveId" clId="{F67C2F77-D5D6-4CAF-8CFA-758AF64B2473}" dt="2026-05-31T10:29:44.559" v="2484" actId="255"/>
        <pc:sldMkLst>
          <pc:docMk/>
          <pc:sldMk cId="81021730" sldId="448"/>
        </pc:sldMkLst>
        <pc:spChg chg="mod">
          <ac:chgData name="Deborah Suleman" userId="634b21d8b0bd131d" providerId="LiveId" clId="{F67C2F77-D5D6-4CAF-8CFA-758AF64B2473}" dt="2026-05-31T10:27:59.776" v="2478" actId="26606"/>
          <ac:spMkLst>
            <pc:docMk/>
            <pc:sldMk cId="81021730" sldId="448"/>
            <ac:spMk id="2" creationId="{B834FE96-609A-0938-70CE-22E787096CA2}"/>
          </ac:spMkLst>
        </pc:spChg>
        <pc:spChg chg="del mod">
          <ac:chgData name="Deborah Suleman" userId="634b21d8b0bd131d" providerId="LiveId" clId="{F67C2F77-D5D6-4CAF-8CFA-758AF64B2473}" dt="2026-05-31T10:25:14.476" v="2466" actId="26606"/>
          <ac:spMkLst>
            <pc:docMk/>
            <pc:sldMk cId="81021730" sldId="448"/>
            <ac:spMk id="3" creationId="{C0E86B67-97CE-C895-FEC9-F2F9301A82D0}"/>
          </ac:spMkLst>
        </pc:spChg>
        <pc:spChg chg="add del">
          <ac:chgData name="Deborah Suleman" userId="634b21d8b0bd131d" providerId="LiveId" clId="{F67C2F77-D5D6-4CAF-8CFA-758AF64B2473}" dt="2026-05-31T10:27:59.776" v="2478" actId="26606"/>
          <ac:spMkLst>
            <pc:docMk/>
            <pc:sldMk cId="81021730" sldId="448"/>
            <ac:spMk id="10" creationId="{4F7EBAE4-9945-4473-9E34-B2C66EA0F03D}"/>
          </ac:spMkLst>
        </pc:spChg>
        <pc:spChg chg="add del">
          <ac:chgData name="Deborah Suleman" userId="634b21d8b0bd131d" providerId="LiveId" clId="{F67C2F77-D5D6-4CAF-8CFA-758AF64B2473}" dt="2026-05-31T10:27:59.776" v="2478" actId="26606"/>
          <ac:spMkLst>
            <pc:docMk/>
            <pc:sldMk cId="81021730" sldId="448"/>
            <ac:spMk id="12" creationId="{70BEB1E7-2F88-40BC-B73D-42E5B6F80BFC}"/>
          </ac:spMkLst>
        </pc:spChg>
        <pc:spChg chg="add del">
          <ac:chgData name="Deborah Suleman" userId="634b21d8b0bd131d" providerId="LiveId" clId="{F67C2F77-D5D6-4CAF-8CFA-758AF64B2473}" dt="2026-05-31T10:27:59.776" v="2478" actId="26606"/>
          <ac:spMkLst>
            <pc:docMk/>
            <pc:sldMk cId="81021730" sldId="448"/>
            <ac:spMk id="14" creationId="{A7B99495-F43F-4D80-A44F-2CB4764EB90B}"/>
          </ac:spMkLst>
        </pc:spChg>
        <pc:spChg chg="add del">
          <ac:chgData name="Deborah Suleman" userId="634b21d8b0bd131d" providerId="LiveId" clId="{F67C2F77-D5D6-4CAF-8CFA-758AF64B2473}" dt="2026-05-31T10:27:59.776" v="2478" actId="26606"/>
          <ac:spMkLst>
            <pc:docMk/>
            <pc:sldMk cId="81021730" sldId="448"/>
            <ac:spMk id="19" creationId="{C0763A76-9F1C-4FC5-82B7-DD475DA461B2}"/>
          </ac:spMkLst>
        </pc:spChg>
        <pc:spChg chg="add del">
          <ac:chgData name="Deborah Suleman" userId="634b21d8b0bd131d" providerId="LiveId" clId="{F67C2F77-D5D6-4CAF-8CFA-758AF64B2473}" dt="2026-05-31T10:27:59.776" v="2478" actId="26606"/>
          <ac:spMkLst>
            <pc:docMk/>
            <pc:sldMk cId="81021730" sldId="448"/>
            <ac:spMk id="21" creationId="{E81BF4F6-F2CF-4984-9D14-D6966D92F99F}"/>
          </ac:spMkLst>
        </pc:spChg>
        <pc:graphicFrameChg chg="add mod modGraphic">
          <ac:chgData name="Deborah Suleman" userId="634b21d8b0bd131d" providerId="LiveId" clId="{F67C2F77-D5D6-4CAF-8CFA-758AF64B2473}" dt="2026-05-31T10:29:44.559" v="2484" actId="255"/>
          <ac:graphicFrameMkLst>
            <pc:docMk/>
            <pc:sldMk cId="81021730" sldId="448"/>
            <ac:graphicFrameMk id="5" creationId="{4117D3C7-E12C-FCF1-7DA3-1FE7FB69E6AA}"/>
          </ac:graphicFrameMkLst>
        </pc:graphicFrameChg>
        <pc:picChg chg="add mod">
          <ac:chgData name="Deborah Suleman" userId="634b21d8b0bd131d" providerId="LiveId" clId="{F67C2F77-D5D6-4CAF-8CFA-758AF64B2473}" dt="2026-05-31T10:27:59.776" v="2478" actId="26606"/>
          <ac:picMkLst>
            <pc:docMk/>
            <pc:sldMk cId="81021730" sldId="448"/>
            <ac:picMk id="6" creationId="{528F9071-53FE-A1B2-4625-56E44B0DE0B3}"/>
          </ac:picMkLst>
        </pc:picChg>
      </pc:sldChg>
      <pc:sldChg chg="addSp delSp modSp new mod setBg">
        <pc:chgData name="Deborah Suleman" userId="634b21d8b0bd131d" providerId="LiveId" clId="{F67C2F77-D5D6-4CAF-8CFA-758AF64B2473}" dt="2026-05-31T10:31:15.357" v="2491" actId="14100"/>
        <pc:sldMkLst>
          <pc:docMk/>
          <pc:sldMk cId="4155425003" sldId="449"/>
        </pc:sldMkLst>
        <pc:spChg chg="mod">
          <ac:chgData name="Deborah Suleman" userId="634b21d8b0bd131d" providerId="LiveId" clId="{F67C2F77-D5D6-4CAF-8CFA-758AF64B2473}" dt="2026-05-31T10:30:19.722" v="2485" actId="26606"/>
          <ac:spMkLst>
            <pc:docMk/>
            <pc:sldMk cId="4155425003" sldId="449"/>
            <ac:spMk id="2" creationId="{877E1B18-4923-96BE-B108-8331FCFC46D1}"/>
          </ac:spMkLst>
        </pc:spChg>
        <pc:spChg chg="del mod">
          <ac:chgData name="Deborah Suleman" userId="634b21d8b0bd131d" providerId="LiveId" clId="{F67C2F77-D5D6-4CAF-8CFA-758AF64B2473}" dt="2026-05-31T10:30:19.722" v="2485" actId="26606"/>
          <ac:spMkLst>
            <pc:docMk/>
            <pc:sldMk cId="4155425003" sldId="449"/>
            <ac:spMk id="3" creationId="{9DFAD625-6080-6892-6B4E-2FE08C72FE76}"/>
          </ac:spMkLst>
        </pc:spChg>
        <pc:spChg chg="add">
          <ac:chgData name="Deborah Suleman" userId="634b21d8b0bd131d" providerId="LiveId" clId="{F67C2F77-D5D6-4CAF-8CFA-758AF64B2473}" dt="2026-05-31T10:30:19.722" v="2485" actId="26606"/>
          <ac:spMkLst>
            <pc:docMk/>
            <pc:sldMk cId="4155425003" sldId="449"/>
            <ac:spMk id="10" creationId="{B50AB553-2A96-4A92-96F2-93548E096954}"/>
          </ac:spMkLst>
        </pc:spChg>
        <pc:graphicFrameChg chg="add mod modGraphic">
          <ac:chgData name="Deborah Suleman" userId="634b21d8b0bd131d" providerId="LiveId" clId="{F67C2F77-D5D6-4CAF-8CFA-758AF64B2473}" dt="2026-05-31T10:31:15.357" v="2491" actId="14100"/>
          <ac:graphicFrameMkLst>
            <pc:docMk/>
            <pc:sldMk cId="4155425003" sldId="449"/>
            <ac:graphicFrameMk id="5" creationId="{3E05268B-A63F-42B7-C8A5-0ED4D5E61E2B}"/>
          </ac:graphicFrameMkLst>
        </pc:graphicFrameChg>
        <pc:picChg chg="add">
          <ac:chgData name="Deborah Suleman" userId="634b21d8b0bd131d" providerId="LiveId" clId="{F67C2F77-D5D6-4CAF-8CFA-758AF64B2473}" dt="2026-05-31T10:30:19.722" v="2485" actId="26606"/>
          <ac:picMkLst>
            <pc:docMk/>
            <pc:sldMk cId="4155425003" sldId="449"/>
            <ac:picMk id="6" creationId="{CE2B0C17-A687-9EE8-0836-D3D936D61592}"/>
          </ac:picMkLst>
        </pc:picChg>
      </pc:sldChg>
      <pc:sldChg chg="modSp new mod">
        <pc:chgData name="Deborah Suleman" userId="634b21d8b0bd131d" providerId="LiveId" clId="{F67C2F77-D5D6-4CAF-8CFA-758AF64B2473}" dt="2026-05-31T09:27:33.266" v="2108" actId="20577"/>
        <pc:sldMkLst>
          <pc:docMk/>
          <pc:sldMk cId="2389139198" sldId="450"/>
        </pc:sldMkLst>
        <pc:spChg chg="mod">
          <ac:chgData name="Deborah Suleman" userId="634b21d8b0bd131d" providerId="LiveId" clId="{F67C2F77-D5D6-4CAF-8CFA-758AF64B2473}" dt="2026-05-31T09:13:58.477" v="1919" actId="20577"/>
          <ac:spMkLst>
            <pc:docMk/>
            <pc:sldMk cId="2389139198" sldId="450"/>
            <ac:spMk id="2" creationId="{B49877CE-A27B-F7CA-60EE-54428523BD0C}"/>
          </ac:spMkLst>
        </pc:spChg>
        <pc:spChg chg="mod">
          <ac:chgData name="Deborah Suleman" userId="634b21d8b0bd131d" providerId="LiveId" clId="{F67C2F77-D5D6-4CAF-8CFA-758AF64B2473}" dt="2026-05-31T09:27:33.266" v="2108" actId="20577"/>
          <ac:spMkLst>
            <pc:docMk/>
            <pc:sldMk cId="2389139198" sldId="450"/>
            <ac:spMk id="3" creationId="{E15E2275-DFBC-00B1-3FC3-96DA6B718BB0}"/>
          </ac:spMkLst>
        </pc:spChg>
      </pc:sldChg>
      <pc:sldChg chg="modSp new mod">
        <pc:chgData name="Deborah Suleman" userId="634b21d8b0bd131d" providerId="LiveId" clId="{F67C2F77-D5D6-4CAF-8CFA-758AF64B2473}" dt="2026-05-31T09:33:15.767" v="2308" actId="255"/>
        <pc:sldMkLst>
          <pc:docMk/>
          <pc:sldMk cId="1601621167" sldId="451"/>
        </pc:sldMkLst>
        <pc:spChg chg="mod">
          <ac:chgData name="Deborah Suleman" userId="634b21d8b0bd131d" providerId="LiveId" clId="{F67C2F77-D5D6-4CAF-8CFA-758AF64B2473}" dt="2026-05-31T09:33:15.767" v="2308" actId="255"/>
          <ac:spMkLst>
            <pc:docMk/>
            <pc:sldMk cId="1601621167" sldId="451"/>
            <ac:spMk id="3" creationId="{52904C8B-49B9-1E8D-9E13-D91D94F1D066}"/>
          </ac:spMkLst>
        </pc:spChg>
      </pc:sldChg>
      <pc:sldChg chg="addSp modSp add del mod setBg">
        <pc:chgData name="Deborah Suleman" userId="634b21d8b0bd131d" providerId="LiveId" clId="{F67C2F77-D5D6-4CAF-8CFA-758AF64B2473}" dt="2026-05-31T10:23:24.414" v="2462" actId="2696"/>
        <pc:sldMkLst>
          <pc:docMk/>
          <pc:sldMk cId="1087503014" sldId="452"/>
        </pc:sldMkLst>
        <pc:spChg chg="mod">
          <ac:chgData name="Deborah Suleman" userId="634b21d8b0bd131d" providerId="LiveId" clId="{F67C2F77-D5D6-4CAF-8CFA-758AF64B2473}" dt="2026-05-31T10:22:23.400" v="2459" actId="26606"/>
          <ac:spMkLst>
            <pc:docMk/>
            <pc:sldMk cId="1087503014" sldId="452"/>
            <ac:spMk id="2" creationId="{362AE792-249E-44F2-20CA-CC024C51A1F1}"/>
          </ac:spMkLst>
        </pc:spChg>
        <pc:spChg chg="mod">
          <ac:chgData name="Deborah Suleman" userId="634b21d8b0bd131d" providerId="LiveId" clId="{F67C2F77-D5D6-4CAF-8CFA-758AF64B2473}" dt="2026-05-31T10:22:23.400" v="2459" actId="26606"/>
          <ac:spMkLst>
            <pc:docMk/>
            <pc:sldMk cId="1087503014" sldId="452"/>
            <ac:spMk id="3" creationId="{E95927A1-ECD1-CDAE-7F22-1F4A1245A6F0}"/>
          </ac:spMkLst>
        </pc:spChg>
        <pc:spChg chg="add">
          <ac:chgData name="Deborah Suleman" userId="634b21d8b0bd131d" providerId="LiveId" clId="{F67C2F77-D5D6-4CAF-8CFA-758AF64B2473}" dt="2026-05-31T10:22:23.400" v="2459" actId="26606"/>
          <ac:spMkLst>
            <pc:docMk/>
            <pc:sldMk cId="1087503014" sldId="452"/>
            <ac:spMk id="9" creationId="{AE3A741D-C19B-960A-5803-1C5887147820}"/>
          </ac:spMkLst>
        </pc:spChg>
        <pc:spChg chg="add">
          <ac:chgData name="Deborah Suleman" userId="634b21d8b0bd131d" providerId="LiveId" clId="{F67C2F77-D5D6-4CAF-8CFA-758AF64B2473}" dt="2026-05-31T10:22:23.400" v="2459" actId="26606"/>
          <ac:spMkLst>
            <pc:docMk/>
            <pc:sldMk cId="1087503014" sldId="452"/>
            <ac:spMk id="11" creationId="{DC39DE25-0E4E-0AA7-0932-1D78C2372786}"/>
          </ac:spMkLst>
        </pc:spChg>
        <pc:spChg chg="add">
          <ac:chgData name="Deborah Suleman" userId="634b21d8b0bd131d" providerId="LiveId" clId="{F67C2F77-D5D6-4CAF-8CFA-758AF64B2473}" dt="2026-05-31T10:22:23.400" v="2459" actId="26606"/>
          <ac:spMkLst>
            <pc:docMk/>
            <pc:sldMk cId="1087503014" sldId="452"/>
            <ac:spMk id="13" creationId="{8D6EA299-0840-6DEA-E670-C49AEBC87E89}"/>
          </ac:spMkLst>
        </pc:spChg>
        <pc:picChg chg="add">
          <ac:chgData name="Deborah Suleman" userId="634b21d8b0bd131d" providerId="LiveId" clId="{F67C2F77-D5D6-4CAF-8CFA-758AF64B2473}" dt="2026-05-31T10:22:23.400" v="2459" actId="26606"/>
          <ac:picMkLst>
            <pc:docMk/>
            <pc:sldMk cId="1087503014" sldId="452"/>
            <ac:picMk id="5" creationId="{88FB80D7-1D7F-CC48-6269-F9B26614A8E5}"/>
          </ac:picMkLst>
        </pc:picChg>
      </pc:sldChg>
      <pc:sldChg chg="add del">
        <pc:chgData name="Deborah Suleman" userId="634b21d8b0bd131d" providerId="LiveId" clId="{F67C2F77-D5D6-4CAF-8CFA-758AF64B2473}" dt="2026-05-31T13:50:52.312" v="3080" actId="2696"/>
        <pc:sldMkLst>
          <pc:docMk/>
          <pc:sldMk cId="2830130497" sldId="453"/>
        </pc:sldMkLst>
      </pc:sldChg>
      <pc:sldChg chg="addSp modSp add del mod setBg">
        <pc:chgData name="Deborah Suleman" userId="634b21d8b0bd131d" providerId="LiveId" clId="{F67C2F77-D5D6-4CAF-8CFA-758AF64B2473}" dt="2026-05-31T10:24:20.534" v="2465" actId="2696"/>
        <pc:sldMkLst>
          <pc:docMk/>
          <pc:sldMk cId="2910883109" sldId="454"/>
        </pc:sldMkLst>
        <pc:spChg chg="mod">
          <ac:chgData name="Deborah Suleman" userId="634b21d8b0bd131d" providerId="LiveId" clId="{F67C2F77-D5D6-4CAF-8CFA-758AF64B2473}" dt="2026-05-31T10:19:21.805" v="2457" actId="26606"/>
          <ac:spMkLst>
            <pc:docMk/>
            <pc:sldMk cId="2910883109" sldId="454"/>
            <ac:spMk id="2" creationId="{137182A9-427B-DEF8-522F-4A17A530C778}"/>
          </ac:spMkLst>
        </pc:spChg>
        <pc:spChg chg="mod">
          <ac:chgData name="Deborah Suleman" userId="634b21d8b0bd131d" providerId="LiveId" clId="{F67C2F77-D5D6-4CAF-8CFA-758AF64B2473}" dt="2026-05-31T10:19:48.216" v="2458" actId="255"/>
          <ac:spMkLst>
            <pc:docMk/>
            <pc:sldMk cId="2910883109" sldId="454"/>
            <ac:spMk id="3" creationId="{5CF15EDA-C6C8-F32D-4161-A01EC40DEA98}"/>
          </ac:spMkLst>
        </pc:spChg>
        <pc:spChg chg="add">
          <ac:chgData name="Deborah Suleman" userId="634b21d8b0bd131d" providerId="LiveId" clId="{F67C2F77-D5D6-4CAF-8CFA-758AF64B2473}" dt="2026-05-31T10:19:21.805" v="2457" actId="26606"/>
          <ac:spMkLst>
            <pc:docMk/>
            <pc:sldMk cId="2910883109" sldId="454"/>
            <ac:spMk id="9" creationId="{C0763A76-9F1C-4FC5-82B7-DD475DA461B2}"/>
          </ac:spMkLst>
        </pc:spChg>
        <pc:spChg chg="add">
          <ac:chgData name="Deborah Suleman" userId="634b21d8b0bd131d" providerId="LiveId" clId="{F67C2F77-D5D6-4CAF-8CFA-758AF64B2473}" dt="2026-05-31T10:19:21.805" v="2457" actId="26606"/>
          <ac:spMkLst>
            <pc:docMk/>
            <pc:sldMk cId="2910883109" sldId="454"/>
            <ac:spMk id="11" creationId="{E81BF4F6-F2CF-4984-9D14-D6966D92F99F}"/>
          </ac:spMkLst>
        </pc:spChg>
        <pc:picChg chg="add">
          <ac:chgData name="Deborah Suleman" userId="634b21d8b0bd131d" providerId="LiveId" clId="{F67C2F77-D5D6-4CAF-8CFA-758AF64B2473}" dt="2026-05-31T10:19:21.805" v="2457" actId="26606"/>
          <ac:picMkLst>
            <pc:docMk/>
            <pc:sldMk cId="2910883109" sldId="454"/>
            <ac:picMk id="5" creationId="{FAB28640-30C3-DBBD-642B-F0E60262AD23}"/>
          </ac:picMkLst>
        </pc:picChg>
      </pc:sldChg>
      <pc:sldChg chg="add del">
        <pc:chgData name="Deborah Suleman" userId="634b21d8b0bd131d" providerId="LiveId" clId="{F67C2F77-D5D6-4CAF-8CFA-758AF64B2473}" dt="2026-05-31T10:18:30.798" v="2455" actId="2696"/>
        <pc:sldMkLst>
          <pc:docMk/>
          <pc:sldMk cId="1812068600" sldId="455"/>
        </pc:sldMkLst>
      </pc:sldChg>
      <pc:sldChg chg="add del">
        <pc:chgData name="Deborah Suleman" userId="634b21d8b0bd131d" providerId="LiveId" clId="{F67C2F77-D5D6-4CAF-8CFA-758AF64B2473}" dt="2026-05-31T10:18:08.250" v="2453" actId="2696"/>
        <pc:sldMkLst>
          <pc:docMk/>
          <pc:sldMk cId="4139979354" sldId="456"/>
        </pc:sldMkLst>
      </pc:sldChg>
      <pc:sldChg chg="addSp delSp modSp add mod setBg">
        <pc:chgData name="Deborah Suleman" userId="634b21d8b0bd131d" providerId="LiveId" clId="{F67C2F77-D5D6-4CAF-8CFA-758AF64B2473}" dt="2026-05-31T10:17:34.867" v="2451" actId="14100"/>
        <pc:sldMkLst>
          <pc:docMk/>
          <pc:sldMk cId="4153997308" sldId="457"/>
        </pc:sldMkLst>
        <pc:spChg chg="add del">
          <ac:chgData name="Deborah Suleman" userId="634b21d8b0bd131d" providerId="LiveId" clId="{F67C2F77-D5D6-4CAF-8CFA-758AF64B2473}" dt="2026-05-31T10:17:11.025" v="2447" actId="26606"/>
          <ac:spMkLst>
            <pc:docMk/>
            <pc:sldMk cId="4153997308" sldId="457"/>
            <ac:spMk id="2" creationId="{594DB6BA-E2B5-8498-C92D-6A24FAA0E7F4}"/>
          </ac:spMkLst>
        </pc:spChg>
        <pc:spChg chg="add del mod">
          <ac:chgData name="Deborah Suleman" userId="634b21d8b0bd131d" providerId="LiveId" clId="{F67C2F77-D5D6-4CAF-8CFA-758AF64B2473}" dt="2026-05-31T10:17:11.025" v="2447" actId="26606"/>
          <ac:spMkLst>
            <pc:docMk/>
            <pc:sldMk cId="4153997308" sldId="457"/>
            <ac:spMk id="3" creationId="{916DC47B-0A19-B7CA-7BC4-47CA90B682EF}"/>
          </ac:spMkLst>
        </pc:spChg>
        <pc:spChg chg="add del">
          <ac:chgData name="Deborah Suleman" userId="634b21d8b0bd131d" providerId="LiveId" clId="{F67C2F77-D5D6-4CAF-8CFA-758AF64B2473}" dt="2026-05-31T10:17:11.025" v="2447" actId="26606"/>
          <ac:spMkLst>
            <pc:docMk/>
            <pc:sldMk cId="4153997308" sldId="457"/>
            <ac:spMk id="9" creationId="{42A4FC2C-047E-45A5-965D-8E1E3BF09BC6}"/>
          </ac:spMkLst>
        </pc:spChg>
        <pc:picChg chg="add mod">
          <ac:chgData name="Deborah Suleman" userId="634b21d8b0bd131d" providerId="LiveId" clId="{F67C2F77-D5D6-4CAF-8CFA-758AF64B2473}" dt="2026-05-31T10:17:34.867" v="2451" actId="14100"/>
          <ac:picMkLst>
            <pc:docMk/>
            <pc:sldMk cId="4153997308" sldId="457"/>
            <ac:picMk id="4" creationId="{FEBF943A-00DD-5264-283D-876D81B8F51E}"/>
          </ac:picMkLst>
        </pc:picChg>
      </pc:sldChg>
      <pc:sldChg chg="addSp modSp new mod setBg">
        <pc:chgData name="Deborah Suleman" userId="634b21d8b0bd131d" providerId="LiveId" clId="{F67C2F77-D5D6-4CAF-8CFA-758AF64B2473}" dt="2026-05-31T10:45:07.782" v="2559" actId="26606"/>
        <pc:sldMkLst>
          <pc:docMk/>
          <pc:sldMk cId="2437263174" sldId="458"/>
        </pc:sldMkLst>
        <pc:spChg chg="mod">
          <ac:chgData name="Deborah Suleman" userId="634b21d8b0bd131d" providerId="LiveId" clId="{F67C2F77-D5D6-4CAF-8CFA-758AF64B2473}" dt="2026-05-31T10:45:07.782" v="2559" actId="26606"/>
          <ac:spMkLst>
            <pc:docMk/>
            <pc:sldMk cId="2437263174" sldId="458"/>
            <ac:spMk id="2" creationId="{E495C806-9B1D-BFBA-819C-B1FEF9A3B57D}"/>
          </ac:spMkLst>
        </pc:spChg>
        <pc:spChg chg="mod">
          <ac:chgData name="Deborah Suleman" userId="634b21d8b0bd131d" providerId="LiveId" clId="{F67C2F77-D5D6-4CAF-8CFA-758AF64B2473}" dt="2026-05-31T10:45:07.782" v="2559" actId="26606"/>
          <ac:spMkLst>
            <pc:docMk/>
            <pc:sldMk cId="2437263174" sldId="458"/>
            <ac:spMk id="3" creationId="{7CB5290B-47C2-9973-FA19-15C48CC64ABA}"/>
          </ac:spMkLst>
        </pc:spChg>
        <pc:spChg chg="add">
          <ac:chgData name="Deborah Suleman" userId="634b21d8b0bd131d" providerId="LiveId" clId="{F67C2F77-D5D6-4CAF-8CFA-758AF64B2473}" dt="2026-05-31T10:45:07.782" v="2559" actId="26606"/>
          <ac:spMkLst>
            <pc:docMk/>
            <pc:sldMk cId="2437263174" sldId="458"/>
            <ac:spMk id="8" creationId="{907EF6B7-1338-4443-8C46-6A318D952DFD}"/>
          </ac:spMkLst>
        </pc:spChg>
        <pc:spChg chg="add">
          <ac:chgData name="Deborah Suleman" userId="634b21d8b0bd131d" providerId="LiveId" clId="{F67C2F77-D5D6-4CAF-8CFA-758AF64B2473}" dt="2026-05-31T10:45:07.782" v="2559" actId="26606"/>
          <ac:spMkLst>
            <pc:docMk/>
            <pc:sldMk cId="2437263174" sldId="458"/>
            <ac:spMk id="10" creationId="{DAAE4CDD-124C-4DCF-9584-B6033B545DD5}"/>
          </ac:spMkLst>
        </pc:spChg>
        <pc:spChg chg="add">
          <ac:chgData name="Deborah Suleman" userId="634b21d8b0bd131d" providerId="LiveId" clId="{F67C2F77-D5D6-4CAF-8CFA-758AF64B2473}" dt="2026-05-31T10:45:07.782" v="2559" actId="26606"/>
          <ac:spMkLst>
            <pc:docMk/>
            <pc:sldMk cId="2437263174" sldId="458"/>
            <ac:spMk id="12" creationId="{081E4A58-353D-44AE-B2FC-2A74E2E400F7}"/>
          </ac:spMkLst>
        </pc:spChg>
      </pc:sldChg>
      <pc:sldChg chg="addSp delSp modSp new mod setBg">
        <pc:chgData name="Deborah Suleman" userId="634b21d8b0bd131d" providerId="LiveId" clId="{F67C2F77-D5D6-4CAF-8CFA-758AF64B2473}" dt="2026-05-31T10:39:13.587" v="2547" actId="26606"/>
        <pc:sldMkLst>
          <pc:docMk/>
          <pc:sldMk cId="4235083962" sldId="459"/>
        </pc:sldMkLst>
        <pc:spChg chg="mod">
          <ac:chgData name="Deborah Suleman" userId="634b21d8b0bd131d" providerId="LiveId" clId="{F67C2F77-D5D6-4CAF-8CFA-758AF64B2473}" dt="2026-05-31T10:39:13.587" v="2547" actId="26606"/>
          <ac:spMkLst>
            <pc:docMk/>
            <pc:sldMk cId="4235083962" sldId="459"/>
            <ac:spMk id="2" creationId="{45805485-10E6-CCA2-FBF7-4D127B8B6E62}"/>
          </ac:spMkLst>
        </pc:spChg>
        <pc:spChg chg="del mod">
          <ac:chgData name="Deborah Suleman" userId="634b21d8b0bd131d" providerId="LiveId" clId="{F67C2F77-D5D6-4CAF-8CFA-758AF64B2473}" dt="2026-05-31T10:35:53.463" v="2512" actId="26606"/>
          <ac:spMkLst>
            <pc:docMk/>
            <pc:sldMk cId="4235083962" sldId="459"/>
            <ac:spMk id="3" creationId="{08EFCB57-93BC-07CC-2D85-71518766D658}"/>
          </ac:spMkLst>
        </pc:spChg>
        <pc:spChg chg="add del">
          <ac:chgData name="Deborah Suleman" userId="634b21d8b0bd131d" providerId="LiveId" clId="{F67C2F77-D5D6-4CAF-8CFA-758AF64B2473}" dt="2026-05-31T10:36:27.568" v="2516" actId="26606"/>
          <ac:spMkLst>
            <pc:docMk/>
            <pc:sldMk cId="4235083962" sldId="459"/>
            <ac:spMk id="9" creationId="{545D489D-16E1-484D-867B-144368D74B83}"/>
          </ac:spMkLst>
        </pc:spChg>
        <pc:spChg chg="add del">
          <ac:chgData name="Deborah Suleman" userId="634b21d8b0bd131d" providerId="LiveId" clId="{F67C2F77-D5D6-4CAF-8CFA-758AF64B2473}" dt="2026-05-31T10:36:27.568" v="2516" actId="26606"/>
          <ac:spMkLst>
            <pc:docMk/>
            <pc:sldMk cId="4235083962" sldId="459"/>
            <ac:spMk id="11" creationId="{49A496F5-B01E-4BF8-9D1E-C4E53B6F9652}"/>
          </ac:spMkLst>
        </pc:spChg>
        <pc:spChg chg="add del">
          <ac:chgData name="Deborah Suleman" userId="634b21d8b0bd131d" providerId="LiveId" clId="{F67C2F77-D5D6-4CAF-8CFA-758AF64B2473}" dt="2026-05-31T10:36:27.568" v="2516" actId="26606"/>
          <ac:spMkLst>
            <pc:docMk/>
            <pc:sldMk cId="4235083962" sldId="459"/>
            <ac:spMk id="13" creationId="{6E895C8D-1379-40B8-8B1B-B6F5AEAF0A6C}"/>
          </ac:spMkLst>
        </pc:spChg>
        <pc:spChg chg="add del">
          <ac:chgData name="Deborah Suleman" userId="634b21d8b0bd131d" providerId="LiveId" clId="{F67C2F77-D5D6-4CAF-8CFA-758AF64B2473}" dt="2026-05-31T10:36:27.209" v="2515" actId="26606"/>
          <ac:spMkLst>
            <pc:docMk/>
            <pc:sldMk cId="4235083962" sldId="459"/>
            <ac:spMk id="18" creationId="{1A9F7B4E-B03D-4F64-BE33-00D074458D45}"/>
          </ac:spMkLst>
        </pc:spChg>
        <pc:spChg chg="add del">
          <ac:chgData name="Deborah Suleman" userId="634b21d8b0bd131d" providerId="LiveId" clId="{F67C2F77-D5D6-4CAF-8CFA-758AF64B2473}" dt="2026-05-31T10:36:27.209" v="2515" actId="26606"/>
          <ac:spMkLst>
            <pc:docMk/>
            <pc:sldMk cId="4235083962" sldId="459"/>
            <ac:spMk id="20" creationId="{7E2BE7F7-CA89-4002-ACCE-A478AEA24F5E}"/>
          </ac:spMkLst>
        </pc:spChg>
        <pc:spChg chg="add del">
          <ac:chgData name="Deborah Suleman" userId="634b21d8b0bd131d" providerId="LiveId" clId="{F67C2F77-D5D6-4CAF-8CFA-758AF64B2473}" dt="2026-05-31T10:39:13.587" v="2547" actId="26606"/>
          <ac:spMkLst>
            <pc:docMk/>
            <pc:sldMk cId="4235083962" sldId="459"/>
            <ac:spMk id="22" creationId="{B50AB553-2A96-4A92-96F2-93548E096954}"/>
          </ac:spMkLst>
        </pc:spChg>
        <pc:spChg chg="add del">
          <ac:chgData name="Deborah Suleman" userId="634b21d8b0bd131d" providerId="LiveId" clId="{F67C2F77-D5D6-4CAF-8CFA-758AF64B2473}" dt="2026-05-31T10:39:13.587" v="2547" actId="26606"/>
          <ac:spMkLst>
            <pc:docMk/>
            <pc:sldMk cId="4235083962" sldId="459"/>
            <ac:spMk id="27" creationId="{6C4028FD-8BAA-4A19-BFDE-594D991B7552}"/>
          </ac:spMkLst>
        </pc:spChg>
        <pc:graphicFrameChg chg="add mod modGraphic">
          <ac:chgData name="Deborah Suleman" userId="634b21d8b0bd131d" providerId="LiveId" clId="{F67C2F77-D5D6-4CAF-8CFA-758AF64B2473}" dt="2026-05-31T10:39:13.587" v="2547" actId="26606"/>
          <ac:graphicFrameMkLst>
            <pc:docMk/>
            <pc:sldMk cId="4235083962" sldId="459"/>
            <ac:graphicFrameMk id="5" creationId="{1218AA1D-0388-0758-20A0-39030054A8F3}"/>
          </ac:graphicFrameMkLst>
        </pc:graphicFrameChg>
      </pc:sldChg>
      <pc:sldChg chg="add">
        <pc:chgData name="Deborah Suleman" userId="634b21d8b0bd131d" providerId="LiveId" clId="{F67C2F77-D5D6-4CAF-8CFA-758AF64B2473}" dt="2026-05-31T10:18:01.391" v="2452"/>
        <pc:sldMkLst>
          <pc:docMk/>
          <pc:sldMk cId="819278908" sldId="460"/>
        </pc:sldMkLst>
      </pc:sldChg>
      <pc:sldChg chg="add">
        <pc:chgData name="Deborah Suleman" userId="634b21d8b0bd131d" providerId="LiveId" clId="{F67C2F77-D5D6-4CAF-8CFA-758AF64B2473}" dt="2026-05-31T10:18:21.470" v="2454"/>
        <pc:sldMkLst>
          <pc:docMk/>
          <pc:sldMk cId="168936764" sldId="461"/>
        </pc:sldMkLst>
      </pc:sldChg>
      <pc:sldChg chg="add">
        <pc:chgData name="Deborah Suleman" userId="634b21d8b0bd131d" providerId="LiveId" clId="{F67C2F77-D5D6-4CAF-8CFA-758AF64B2473}" dt="2026-05-31T10:18:59.908" v="2456"/>
        <pc:sldMkLst>
          <pc:docMk/>
          <pc:sldMk cId="4192637466" sldId="462"/>
        </pc:sldMkLst>
      </pc:sldChg>
      <pc:sldChg chg="add">
        <pc:chgData name="Deborah Suleman" userId="634b21d8b0bd131d" providerId="LiveId" clId="{F67C2F77-D5D6-4CAF-8CFA-758AF64B2473}" dt="2026-05-31T10:22:55.532" v="2460"/>
        <pc:sldMkLst>
          <pc:docMk/>
          <pc:sldMk cId="2077729105" sldId="463"/>
        </pc:sldMkLst>
      </pc:sldChg>
      <pc:sldChg chg="add">
        <pc:chgData name="Deborah Suleman" userId="634b21d8b0bd131d" providerId="LiveId" clId="{F67C2F77-D5D6-4CAF-8CFA-758AF64B2473}" dt="2026-05-31T10:23:18.898" v="2461"/>
        <pc:sldMkLst>
          <pc:docMk/>
          <pc:sldMk cId="2046871108" sldId="464"/>
        </pc:sldMkLst>
      </pc:sldChg>
      <pc:sldChg chg="add">
        <pc:chgData name="Deborah Suleman" userId="634b21d8b0bd131d" providerId="LiveId" clId="{F67C2F77-D5D6-4CAF-8CFA-758AF64B2473}" dt="2026-05-31T10:23:37.212" v="2463"/>
        <pc:sldMkLst>
          <pc:docMk/>
          <pc:sldMk cId="4241652027" sldId="465"/>
        </pc:sldMkLst>
      </pc:sldChg>
      <pc:sldChg chg="addSp delSp modSp new mod setBg">
        <pc:chgData name="Deborah Suleman" userId="634b21d8b0bd131d" providerId="LiveId" clId="{F67C2F77-D5D6-4CAF-8CFA-758AF64B2473}" dt="2026-05-31T11:25:58.564" v="2832" actId="26606"/>
        <pc:sldMkLst>
          <pc:docMk/>
          <pc:sldMk cId="78201133" sldId="466"/>
        </pc:sldMkLst>
        <pc:spChg chg="mod">
          <ac:chgData name="Deborah Suleman" userId="634b21d8b0bd131d" providerId="LiveId" clId="{F67C2F77-D5D6-4CAF-8CFA-758AF64B2473}" dt="2026-05-31T11:25:58.564" v="2832" actId="26606"/>
          <ac:spMkLst>
            <pc:docMk/>
            <pc:sldMk cId="78201133" sldId="466"/>
            <ac:spMk id="2" creationId="{A198FEF6-C057-2197-A74E-37D1FF764774}"/>
          </ac:spMkLst>
        </pc:spChg>
        <pc:spChg chg="add del mod">
          <ac:chgData name="Deborah Suleman" userId="634b21d8b0bd131d" providerId="LiveId" clId="{F67C2F77-D5D6-4CAF-8CFA-758AF64B2473}" dt="2026-05-31T11:25:58.564" v="2832" actId="26606"/>
          <ac:spMkLst>
            <pc:docMk/>
            <pc:sldMk cId="78201133" sldId="466"/>
            <ac:spMk id="3" creationId="{683B1987-0B19-9EB6-4AF7-E40C46088DED}"/>
          </ac:spMkLst>
        </pc:spChg>
        <pc:spChg chg="add del">
          <ac:chgData name="Deborah Suleman" userId="634b21d8b0bd131d" providerId="LiveId" clId="{F67C2F77-D5D6-4CAF-8CFA-758AF64B2473}" dt="2026-05-31T11:07:17.153" v="2829" actId="26606"/>
          <ac:spMkLst>
            <pc:docMk/>
            <pc:sldMk cId="78201133" sldId="466"/>
            <ac:spMk id="8" creationId="{907EF6B7-1338-4443-8C46-6A318D952DFD}"/>
          </ac:spMkLst>
        </pc:spChg>
        <pc:spChg chg="add del">
          <ac:chgData name="Deborah Suleman" userId="634b21d8b0bd131d" providerId="LiveId" clId="{F67C2F77-D5D6-4CAF-8CFA-758AF64B2473}" dt="2026-05-31T11:07:12.041" v="2827" actId="26606"/>
          <ac:spMkLst>
            <pc:docMk/>
            <pc:sldMk cId="78201133" sldId="466"/>
            <ac:spMk id="9" creationId="{C0763A76-9F1C-4FC5-82B7-DD475DA461B2}"/>
          </ac:spMkLst>
        </pc:spChg>
        <pc:spChg chg="add del">
          <ac:chgData name="Deborah Suleman" userId="634b21d8b0bd131d" providerId="LiveId" clId="{F67C2F77-D5D6-4CAF-8CFA-758AF64B2473}" dt="2026-05-31T11:07:17.153" v="2829" actId="26606"/>
          <ac:spMkLst>
            <pc:docMk/>
            <pc:sldMk cId="78201133" sldId="466"/>
            <ac:spMk id="10" creationId="{DAAE4CDD-124C-4DCF-9584-B6033B545DD5}"/>
          </ac:spMkLst>
        </pc:spChg>
        <pc:spChg chg="add del">
          <ac:chgData name="Deborah Suleman" userId="634b21d8b0bd131d" providerId="LiveId" clId="{F67C2F77-D5D6-4CAF-8CFA-758AF64B2473}" dt="2026-05-31T11:07:12.041" v="2827" actId="26606"/>
          <ac:spMkLst>
            <pc:docMk/>
            <pc:sldMk cId="78201133" sldId="466"/>
            <ac:spMk id="11" creationId="{E81BF4F6-F2CF-4984-9D14-D6966D92F99F}"/>
          </ac:spMkLst>
        </pc:spChg>
        <pc:spChg chg="add del">
          <ac:chgData name="Deborah Suleman" userId="634b21d8b0bd131d" providerId="LiveId" clId="{F67C2F77-D5D6-4CAF-8CFA-758AF64B2473}" dt="2026-05-31T11:07:17.153" v="2829" actId="26606"/>
          <ac:spMkLst>
            <pc:docMk/>
            <pc:sldMk cId="78201133" sldId="466"/>
            <ac:spMk id="12" creationId="{081E4A58-353D-44AE-B2FC-2A74E2E400F7}"/>
          </ac:spMkLst>
        </pc:spChg>
        <pc:spChg chg="add del">
          <ac:chgData name="Deborah Suleman" userId="634b21d8b0bd131d" providerId="LiveId" clId="{F67C2F77-D5D6-4CAF-8CFA-758AF64B2473}" dt="2026-05-31T11:25:58.470" v="2831" actId="26606"/>
          <ac:spMkLst>
            <pc:docMk/>
            <pc:sldMk cId="78201133" sldId="466"/>
            <ac:spMk id="14" creationId="{C924DBCE-E731-4B22-8181-A39C1D86276C}"/>
          </ac:spMkLst>
        </pc:spChg>
        <pc:spChg chg="add del">
          <ac:chgData name="Deborah Suleman" userId="634b21d8b0bd131d" providerId="LiveId" clId="{F67C2F77-D5D6-4CAF-8CFA-758AF64B2473}" dt="2026-05-31T11:25:58.470" v="2831" actId="26606"/>
          <ac:spMkLst>
            <pc:docMk/>
            <pc:sldMk cId="78201133" sldId="466"/>
            <ac:spMk id="15" creationId="{6A84B152-3496-4C52-AF08-97AFFC09DD2C}"/>
          </ac:spMkLst>
        </pc:spChg>
        <pc:spChg chg="add del">
          <ac:chgData name="Deborah Suleman" userId="634b21d8b0bd131d" providerId="LiveId" clId="{F67C2F77-D5D6-4CAF-8CFA-758AF64B2473}" dt="2026-05-31T11:25:58.470" v="2831" actId="26606"/>
          <ac:spMkLst>
            <pc:docMk/>
            <pc:sldMk cId="78201133" sldId="466"/>
            <ac:spMk id="16" creationId="{4CBF9756-6AC8-4C65-84DF-56FBFFA1D873}"/>
          </ac:spMkLst>
        </pc:spChg>
        <pc:spChg chg="add del">
          <ac:chgData name="Deborah Suleman" userId="634b21d8b0bd131d" providerId="LiveId" clId="{F67C2F77-D5D6-4CAF-8CFA-758AF64B2473}" dt="2026-05-31T11:25:58.470" v="2831" actId="26606"/>
          <ac:spMkLst>
            <pc:docMk/>
            <pc:sldMk cId="78201133" sldId="466"/>
            <ac:spMk id="17" creationId="{6B2ADB95-0FA3-4BD7-A8AC-89D014A83E5B}"/>
          </ac:spMkLst>
        </pc:spChg>
        <pc:spChg chg="add del">
          <ac:chgData name="Deborah Suleman" userId="634b21d8b0bd131d" providerId="LiveId" clId="{F67C2F77-D5D6-4CAF-8CFA-758AF64B2473}" dt="2026-05-31T11:25:58.470" v="2831" actId="26606"/>
          <ac:spMkLst>
            <pc:docMk/>
            <pc:sldMk cId="78201133" sldId="466"/>
            <ac:spMk id="18" creationId="{2D385988-EAAF-4C27-AF8A-2BFBECAF3D4F}"/>
          </ac:spMkLst>
        </pc:spChg>
        <pc:spChg chg="add del">
          <ac:chgData name="Deborah Suleman" userId="634b21d8b0bd131d" providerId="LiveId" clId="{F67C2F77-D5D6-4CAF-8CFA-758AF64B2473}" dt="2026-05-31T11:25:58.470" v="2831" actId="26606"/>
          <ac:spMkLst>
            <pc:docMk/>
            <pc:sldMk cId="78201133" sldId="466"/>
            <ac:spMk id="22" creationId="{B621D332-7329-4994-8836-C429A51B7549}"/>
          </ac:spMkLst>
        </pc:spChg>
        <pc:spChg chg="add del">
          <ac:chgData name="Deborah Suleman" userId="634b21d8b0bd131d" providerId="LiveId" clId="{F67C2F77-D5D6-4CAF-8CFA-758AF64B2473}" dt="2026-05-31T11:25:58.470" v="2831" actId="26606"/>
          <ac:spMkLst>
            <pc:docMk/>
            <pc:sldMk cId="78201133" sldId="466"/>
            <ac:spMk id="24" creationId="{2D20F754-35A9-4508-BE3C-C59996D1437B}"/>
          </ac:spMkLst>
        </pc:spChg>
        <pc:spChg chg="add">
          <ac:chgData name="Deborah Suleman" userId="634b21d8b0bd131d" providerId="LiveId" clId="{F67C2F77-D5D6-4CAF-8CFA-758AF64B2473}" dt="2026-05-31T11:25:58.564" v="2832" actId="26606"/>
          <ac:spMkLst>
            <pc:docMk/>
            <pc:sldMk cId="78201133" sldId="466"/>
            <ac:spMk id="26" creationId="{1BB867FF-FC45-48F7-8104-F89BE54909F1}"/>
          </ac:spMkLst>
        </pc:spChg>
        <pc:spChg chg="add">
          <ac:chgData name="Deborah Suleman" userId="634b21d8b0bd131d" providerId="LiveId" clId="{F67C2F77-D5D6-4CAF-8CFA-758AF64B2473}" dt="2026-05-31T11:25:58.564" v="2832" actId="26606"/>
          <ac:spMkLst>
            <pc:docMk/>
            <pc:sldMk cId="78201133" sldId="466"/>
            <ac:spMk id="27" creationId="{8BB56887-D0D5-4F0C-9E19-7247EB83C8B7}"/>
          </ac:spMkLst>
        </pc:spChg>
        <pc:spChg chg="add">
          <ac:chgData name="Deborah Suleman" userId="634b21d8b0bd131d" providerId="LiveId" clId="{F67C2F77-D5D6-4CAF-8CFA-758AF64B2473}" dt="2026-05-31T11:25:58.564" v="2832" actId="26606"/>
          <ac:spMkLst>
            <pc:docMk/>
            <pc:sldMk cId="78201133" sldId="466"/>
            <ac:spMk id="28" creationId="{081E4A58-353D-44AE-B2FC-2A74E2E400F7}"/>
          </ac:spMkLst>
        </pc:spChg>
        <pc:spChg chg="add">
          <ac:chgData name="Deborah Suleman" userId="634b21d8b0bd131d" providerId="LiveId" clId="{F67C2F77-D5D6-4CAF-8CFA-758AF64B2473}" dt="2026-05-31T11:25:58.564" v="2832" actId="26606"/>
          <ac:spMkLst>
            <pc:docMk/>
            <pc:sldMk cId="78201133" sldId="466"/>
            <ac:spMk id="29" creationId="{683B1987-0B19-9EB6-4AF7-E40C46088DED}"/>
          </ac:spMkLst>
        </pc:spChg>
        <pc:picChg chg="add del">
          <ac:chgData name="Deborah Suleman" userId="634b21d8b0bd131d" providerId="LiveId" clId="{F67C2F77-D5D6-4CAF-8CFA-758AF64B2473}" dt="2026-05-31T11:07:12.041" v="2827" actId="26606"/>
          <ac:picMkLst>
            <pc:docMk/>
            <pc:sldMk cId="78201133" sldId="466"/>
            <ac:picMk id="5" creationId="{AD2FAA54-2A4D-AD31-6CB8-924601B622F8}"/>
          </ac:picMkLst>
        </pc:picChg>
        <pc:picChg chg="add del">
          <ac:chgData name="Deborah Suleman" userId="634b21d8b0bd131d" providerId="LiveId" clId="{F67C2F77-D5D6-4CAF-8CFA-758AF64B2473}" dt="2026-05-31T11:25:58.470" v="2831" actId="26606"/>
          <ac:picMkLst>
            <pc:docMk/>
            <pc:sldMk cId="78201133" sldId="466"/>
            <ac:picMk id="6" creationId="{42349AA2-84C0-3B4B-08F2-106E92BD4886}"/>
          </ac:picMkLst>
        </pc:picChg>
      </pc:sldChg>
      <pc:sldChg chg="add del">
        <pc:chgData name="Deborah Suleman" userId="634b21d8b0bd131d" providerId="LiveId" clId="{F67C2F77-D5D6-4CAF-8CFA-758AF64B2473}" dt="2026-05-31T10:24:20.534" v="2465" actId="2696"/>
        <pc:sldMkLst>
          <pc:docMk/>
          <pc:sldMk cId="2156799741" sldId="466"/>
        </pc:sldMkLst>
      </pc:sldChg>
      <pc:sldChg chg="addSp modSp new mod setBg">
        <pc:chgData name="Deborah Suleman" userId="634b21d8b0bd131d" providerId="LiveId" clId="{F67C2F77-D5D6-4CAF-8CFA-758AF64B2473}" dt="2026-05-31T20:33:45.090" v="4270" actId="20577"/>
        <pc:sldMkLst>
          <pc:docMk/>
          <pc:sldMk cId="4173910501" sldId="467"/>
        </pc:sldMkLst>
        <pc:spChg chg="mod">
          <ac:chgData name="Deborah Suleman" userId="634b21d8b0bd131d" providerId="LiveId" clId="{F67C2F77-D5D6-4CAF-8CFA-758AF64B2473}" dt="2026-05-31T11:29:47.303" v="2843" actId="26606"/>
          <ac:spMkLst>
            <pc:docMk/>
            <pc:sldMk cId="4173910501" sldId="467"/>
            <ac:spMk id="2" creationId="{1B8D8D2E-FCA0-DE48-E2B0-5A4E110D221F}"/>
          </ac:spMkLst>
        </pc:spChg>
        <pc:spChg chg="mod">
          <ac:chgData name="Deborah Suleman" userId="634b21d8b0bd131d" providerId="LiveId" clId="{F67C2F77-D5D6-4CAF-8CFA-758AF64B2473}" dt="2026-05-31T20:33:45.090" v="4270" actId="20577"/>
          <ac:spMkLst>
            <pc:docMk/>
            <pc:sldMk cId="4173910501" sldId="467"/>
            <ac:spMk id="3" creationId="{A808F849-8233-D404-3D76-21091984FBC0}"/>
          </ac:spMkLst>
        </pc:spChg>
        <pc:spChg chg="add">
          <ac:chgData name="Deborah Suleman" userId="634b21d8b0bd131d" providerId="LiveId" clId="{F67C2F77-D5D6-4CAF-8CFA-758AF64B2473}" dt="2026-05-31T11:29:47.303" v="2843" actId="26606"/>
          <ac:spMkLst>
            <pc:docMk/>
            <pc:sldMk cId="4173910501" sldId="467"/>
            <ac:spMk id="8" creationId="{1BB867FF-FC45-48F7-8104-F89BE54909F1}"/>
          </ac:spMkLst>
        </pc:spChg>
        <pc:spChg chg="add">
          <ac:chgData name="Deborah Suleman" userId="634b21d8b0bd131d" providerId="LiveId" clId="{F67C2F77-D5D6-4CAF-8CFA-758AF64B2473}" dt="2026-05-31T11:29:47.303" v="2843" actId="26606"/>
          <ac:spMkLst>
            <pc:docMk/>
            <pc:sldMk cId="4173910501" sldId="467"/>
            <ac:spMk id="10" creationId="{8BB56887-D0D5-4F0C-9E19-7247EB83C8B7}"/>
          </ac:spMkLst>
        </pc:spChg>
        <pc:spChg chg="add">
          <ac:chgData name="Deborah Suleman" userId="634b21d8b0bd131d" providerId="LiveId" clId="{F67C2F77-D5D6-4CAF-8CFA-758AF64B2473}" dt="2026-05-31T11:29:47.303" v="2843" actId="26606"/>
          <ac:spMkLst>
            <pc:docMk/>
            <pc:sldMk cId="4173910501" sldId="467"/>
            <ac:spMk id="12" creationId="{081E4A58-353D-44AE-B2FC-2A74E2E400F7}"/>
          </ac:spMkLst>
        </pc:spChg>
      </pc:sldChg>
      <pc:sldChg chg="addSp modSp new mod setBg">
        <pc:chgData name="Deborah Suleman" userId="634b21d8b0bd131d" providerId="LiveId" clId="{F67C2F77-D5D6-4CAF-8CFA-758AF64B2473}" dt="2026-05-31T11:29:59.252" v="2844" actId="26606"/>
        <pc:sldMkLst>
          <pc:docMk/>
          <pc:sldMk cId="2280227130" sldId="468"/>
        </pc:sldMkLst>
        <pc:spChg chg="mod">
          <ac:chgData name="Deborah Suleman" userId="634b21d8b0bd131d" providerId="LiveId" clId="{F67C2F77-D5D6-4CAF-8CFA-758AF64B2473}" dt="2026-05-31T11:29:59.252" v="2844" actId="26606"/>
          <ac:spMkLst>
            <pc:docMk/>
            <pc:sldMk cId="2280227130" sldId="468"/>
            <ac:spMk id="2" creationId="{9D694F97-2C6E-5492-CB30-2438FD35D97D}"/>
          </ac:spMkLst>
        </pc:spChg>
        <pc:spChg chg="mod">
          <ac:chgData name="Deborah Suleman" userId="634b21d8b0bd131d" providerId="LiveId" clId="{F67C2F77-D5D6-4CAF-8CFA-758AF64B2473}" dt="2026-05-31T11:29:59.252" v="2844" actId="26606"/>
          <ac:spMkLst>
            <pc:docMk/>
            <pc:sldMk cId="2280227130" sldId="468"/>
            <ac:spMk id="3" creationId="{B681B8B2-D0FF-55FA-D044-FF34F640BDEC}"/>
          </ac:spMkLst>
        </pc:spChg>
        <pc:spChg chg="add">
          <ac:chgData name="Deborah Suleman" userId="634b21d8b0bd131d" providerId="LiveId" clId="{F67C2F77-D5D6-4CAF-8CFA-758AF64B2473}" dt="2026-05-31T11:29:59.252" v="2844" actId="26606"/>
          <ac:spMkLst>
            <pc:docMk/>
            <pc:sldMk cId="2280227130" sldId="468"/>
            <ac:spMk id="8" creationId="{1BB867FF-FC45-48F7-8104-F89BE54909F1}"/>
          </ac:spMkLst>
        </pc:spChg>
        <pc:spChg chg="add">
          <ac:chgData name="Deborah Suleman" userId="634b21d8b0bd131d" providerId="LiveId" clId="{F67C2F77-D5D6-4CAF-8CFA-758AF64B2473}" dt="2026-05-31T11:29:59.252" v="2844" actId="26606"/>
          <ac:spMkLst>
            <pc:docMk/>
            <pc:sldMk cId="2280227130" sldId="468"/>
            <ac:spMk id="10" creationId="{8BB56887-D0D5-4F0C-9E19-7247EB83C8B7}"/>
          </ac:spMkLst>
        </pc:spChg>
        <pc:spChg chg="add">
          <ac:chgData name="Deborah Suleman" userId="634b21d8b0bd131d" providerId="LiveId" clId="{F67C2F77-D5D6-4CAF-8CFA-758AF64B2473}" dt="2026-05-31T11:29:59.252" v="2844" actId="26606"/>
          <ac:spMkLst>
            <pc:docMk/>
            <pc:sldMk cId="2280227130" sldId="468"/>
            <ac:spMk id="12" creationId="{081E4A58-353D-44AE-B2FC-2A74E2E400F7}"/>
          </ac:spMkLst>
        </pc:spChg>
      </pc:sldChg>
      <pc:sldChg chg="addSp modSp new mod setBg">
        <pc:chgData name="Deborah Suleman" userId="634b21d8b0bd131d" providerId="LiveId" clId="{F67C2F77-D5D6-4CAF-8CFA-758AF64B2473}" dt="2026-05-31T11:30:41.510" v="2848" actId="26606"/>
        <pc:sldMkLst>
          <pc:docMk/>
          <pc:sldMk cId="2106996487" sldId="469"/>
        </pc:sldMkLst>
        <pc:spChg chg="mod">
          <ac:chgData name="Deborah Suleman" userId="634b21d8b0bd131d" providerId="LiveId" clId="{F67C2F77-D5D6-4CAF-8CFA-758AF64B2473}" dt="2026-05-31T11:30:41.510" v="2848" actId="26606"/>
          <ac:spMkLst>
            <pc:docMk/>
            <pc:sldMk cId="2106996487" sldId="469"/>
            <ac:spMk id="2" creationId="{7010CBB6-DAA7-BA9B-3ABE-810BC7D9A0F5}"/>
          </ac:spMkLst>
        </pc:spChg>
        <pc:spChg chg="mod">
          <ac:chgData name="Deborah Suleman" userId="634b21d8b0bd131d" providerId="LiveId" clId="{F67C2F77-D5D6-4CAF-8CFA-758AF64B2473}" dt="2026-05-31T11:30:41.510" v="2848" actId="26606"/>
          <ac:spMkLst>
            <pc:docMk/>
            <pc:sldMk cId="2106996487" sldId="469"/>
            <ac:spMk id="3" creationId="{9D422D76-0954-0452-46FD-B9BCA15D1E7F}"/>
          </ac:spMkLst>
        </pc:spChg>
        <pc:spChg chg="add">
          <ac:chgData name="Deborah Suleman" userId="634b21d8b0bd131d" providerId="LiveId" clId="{F67C2F77-D5D6-4CAF-8CFA-758AF64B2473}" dt="2026-05-31T11:30:41.510" v="2848" actId="26606"/>
          <ac:spMkLst>
            <pc:docMk/>
            <pc:sldMk cId="2106996487" sldId="469"/>
            <ac:spMk id="8" creationId="{1BB867FF-FC45-48F7-8104-F89BE54909F1}"/>
          </ac:spMkLst>
        </pc:spChg>
        <pc:spChg chg="add">
          <ac:chgData name="Deborah Suleman" userId="634b21d8b0bd131d" providerId="LiveId" clId="{F67C2F77-D5D6-4CAF-8CFA-758AF64B2473}" dt="2026-05-31T11:30:41.510" v="2848" actId="26606"/>
          <ac:spMkLst>
            <pc:docMk/>
            <pc:sldMk cId="2106996487" sldId="469"/>
            <ac:spMk id="10" creationId="{8BB56887-D0D5-4F0C-9E19-7247EB83C8B7}"/>
          </ac:spMkLst>
        </pc:spChg>
        <pc:spChg chg="add">
          <ac:chgData name="Deborah Suleman" userId="634b21d8b0bd131d" providerId="LiveId" clId="{F67C2F77-D5D6-4CAF-8CFA-758AF64B2473}" dt="2026-05-31T11:30:41.510" v="2848" actId="26606"/>
          <ac:spMkLst>
            <pc:docMk/>
            <pc:sldMk cId="2106996487" sldId="469"/>
            <ac:spMk id="12" creationId="{081E4A58-353D-44AE-B2FC-2A74E2E400F7}"/>
          </ac:spMkLst>
        </pc:spChg>
      </pc:sldChg>
      <pc:sldChg chg="modSp new del">
        <pc:chgData name="Deborah Suleman" userId="634b21d8b0bd131d" providerId="LiveId" clId="{F67C2F77-D5D6-4CAF-8CFA-758AF64B2473}" dt="2026-05-31T12:15:36.350" v="2861" actId="2696"/>
        <pc:sldMkLst>
          <pc:docMk/>
          <pc:sldMk cId="1444407529" sldId="470"/>
        </pc:sldMkLst>
        <pc:spChg chg="mod">
          <ac:chgData name="Deborah Suleman" userId="634b21d8b0bd131d" providerId="LiveId" clId="{F67C2F77-D5D6-4CAF-8CFA-758AF64B2473}" dt="2026-05-31T12:13:48.919" v="2857"/>
          <ac:spMkLst>
            <pc:docMk/>
            <pc:sldMk cId="1444407529" sldId="470"/>
            <ac:spMk id="3" creationId="{F2E554F4-4086-BC7F-4910-40CBFB316C61}"/>
          </ac:spMkLst>
        </pc:spChg>
      </pc:sldChg>
      <pc:sldChg chg="addSp modSp new mod setBg">
        <pc:chgData name="Deborah Suleman" userId="634b21d8b0bd131d" providerId="LiveId" clId="{F67C2F77-D5D6-4CAF-8CFA-758AF64B2473}" dt="2026-05-31T16:17:25.934" v="3609" actId="255"/>
        <pc:sldMkLst>
          <pc:docMk/>
          <pc:sldMk cId="3171100769" sldId="470"/>
        </pc:sldMkLst>
        <pc:spChg chg="mod">
          <ac:chgData name="Deborah Suleman" userId="634b21d8b0bd131d" providerId="LiveId" clId="{F67C2F77-D5D6-4CAF-8CFA-758AF64B2473}" dt="2026-05-31T16:17:11.014" v="3608" actId="26606"/>
          <ac:spMkLst>
            <pc:docMk/>
            <pc:sldMk cId="3171100769" sldId="470"/>
            <ac:spMk id="2" creationId="{BF2EF47B-4204-9EE4-3BD9-B1FB23A88CAA}"/>
          </ac:spMkLst>
        </pc:spChg>
        <pc:spChg chg="mod">
          <ac:chgData name="Deborah Suleman" userId="634b21d8b0bd131d" providerId="LiveId" clId="{F67C2F77-D5D6-4CAF-8CFA-758AF64B2473}" dt="2026-05-31T16:17:25.934" v="3609" actId="255"/>
          <ac:spMkLst>
            <pc:docMk/>
            <pc:sldMk cId="3171100769" sldId="470"/>
            <ac:spMk id="3" creationId="{97CBA62B-1663-E8AD-6FCE-15B4C4AB6D85}"/>
          </ac:spMkLst>
        </pc:spChg>
        <pc:spChg chg="add">
          <ac:chgData name="Deborah Suleman" userId="634b21d8b0bd131d" providerId="LiveId" clId="{F67C2F77-D5D6-4CAF-8CFA-758AF64B2473}" dt="2026-05-31T16:17:11.014" v="3608" actId="26606"/>
          <ac:spMkLst>
            <pc:docMk/>
            <pc:sldMk cId="3171100769" sldId="470"/>
            <ac:spMk id="8" creationId="{09588DA8-065E-4F6F-8EFD-43104AB2E0CF}"/>
          </ac:spMkLst>
        </pc:spChg>
        <pc:spChg chg="add">
          <ac:chgData name="Deborah Suleman" userId="634b21d8b0bd131d" providerId="LiveId" clId="{F67C2F77-D5D6-4CAF-8CFA-758AF64B2473}" dt="2026-05-31T16:17:11.014" v="3608" actId="26606"/>
          <ac:spMkLst>
            <pc:docMk/>
            <pc:sldMk cId="3171100769" sldId="470"/>
            <ac:spMk id="10" creationId="{C4285719-470E-454C-AF62-8323075F1F5B}"/>
          </ac:spMkLst>
        </pc:spChg>
        <pc:spChg chg="add">
          <ac:chgData name="Deborah Suleman" userId="634b21d8b0bd131d" providerId="LiveId" clId="{F67C2F77-D5D6-4CAF-8CFA-758AF64B2473}" dt="2026-05-31T16:17:11.014" v="3608" actId="26606"/>
          <ac:spMkLst>
            <pc:docMk/>
            <pc:sldMk cId="3171100769" sldId="470"/>
            <ac:spMk id="12" creationId="{CD9FE4EF-C4D8-49A0-B2FF-81D8DB7D8A24}"/>
          </ac:spMkLst>
        </pc:spChg>
        <pc:spChg chg="add">
          <ac:chgData name="Deborah Suleman" userId="634b21d8b0bd131d" providerId="LiveId" clId="{F67C2F77-D5D6-4CAF-8CFA-758AF64B2473}" dt="2026-05-31T16:17:11.014" v="3608" actId="26606"/>
          <ac:spMkLst>
            <pc:docMk/>
            <pc:sldMk cId="3171100769" sldId="470"/>
            <ac:spMk id="14" creationId="{4300840D-0A0B-4512-BACA-B439D5B9C57C}"/>
          </ac:spMkLst>
        </pc:spChg>
        <pc:spChg chg="add">
          <ac:chgData name="Deborah Suleman" userId="634b21d8b0bd131d" providerId="LiveId" clId="{F67C2F77-D5D6-4CAF-8CFA-758AF64B2473}" dt="2026-05-31T16:17:11.014" v="3608" actId="26606"/>
          <ac:spMkLst>
            <pc:docMk/>
            <pc:sldMk cId="3171100769" sldId="470"/>
            <ac:spMk id="16" creationId="{D2B78728-A580-49A7-84F9-6EF6F583ADE0}"/>
          </ac:spMkLst>
        </pc:spChg>
        <pc:spChg chg="add">
          <ac:chgData name="Deborah Suleman" userId="634b21d8b0bd131d" providerId="LiveId" clId="{F67C2F77-D5D6-4CAF-8CFA-758AF64B2473}" dt="2026-05-31T16:17:11.014" v="3608" actId="26606"/>
          <ac:spMkLst>
            <pc:docMk/>
            <pc:sldMk cId="3171100769" sldId="470"/>
            <ac:spMk id="18" creationId="{38FAA1A1-D861-433F-88FA-1E9D6FD31D11}"/>
          </ac:spMkLst>
        </pc:spChg>
        <pc:spChg chg="add">
          <ac:chgData name="Deborah Suleman" userId="634b21d8b0bd131d" providerId="LiveId" clId="{F67C2F77-D5D6-4CAF-8CFA-758AF64B2473}" dt="2026-05-31T16:17:11.014" v="3608" actId="26606"/>
          <ac:spMkLst>
            <pc:docMk/>
            <pc:sldMk cId="3171100769" sldId="470"/>
            <ac:spMk id="20" creationId="{8D71EDA1-87BF-4D5D-AB79-F346FD19278A}"/>
          </ac:spMkLst>
        </pc:spChg>
      </pc:sldChg>
      <pc:sldChg chg="addSp modSp new mod setBg">
        <pc:chgData name="Deborah Suleman" userId="634b21d8b0bd131d" providerId="LiveId" clId="{F67C2F77-D5D6-4CAF-8CFA-758AF64B2473}" dt="2026-05-31T16:18:07.797" v="3611" actId="255"/>
        <pc:sldMkLst>
          <pc:docMk/>
          <pc:sldMk cId="2797454870" sldId="471"/>
        </pc:sldMkLst>
        <pc:spChg chg="mod">
          <ac:chgData name="Deborah Suleman" userId="634b21d8b0bd131d" providerId="LiveId" clId="{F67C2F77-D5D6-4CAF-8CFA-758AF64B2473}" dt="2026-05-31T16:17:58.783" v="3610" actId="26606"/>
          <ac:spMkLst>
            <pc:docMk/>
            <pc:sldMk cId="2797454870" sldId="471"/>
            <ac:spMk id="2" creationId="{0F50F8D8-1C72-C8E6-1C32-BB1FFA656618}"/>
          </ac:spMkLst>
        </pc:spChg>
        <pc:spChg chg="mod">
          <ac:chgData name="Deborah Suleman" userId="634b21d8b0bd131d" providerId="LiveId" clId="{F67C2F77-D5D6-4CAF-8CFA-758AF64B2473}" dt="2026-05-31T16:18:07.797" v="3611" actId="255"/>
          <ac:spMkLst>
            <pc:docMk/>
            <pc:sldMk cId="2797454870" sldId="471"/>
            <ac:spMk id="3" creationId="{759A7508-85E6-4AB4-827F-15E456CCF0C0}"/>
          </ac:spMkLst>
        </pc:spChg>
        <pc:spChg chg="add">
          <ac:chgData name="Deborah Suleman" userId="634b21d8b0bd131d" providerId="LiveId" clId="{F67C2F77-D5D6-4CAF-8CFA-758AF64B2473}" dt="2026-05-31T16:17:58.783" v="3610" actId="26606"/>
          <ac:spMkLst>
            <pc:docMk/>
            <pc:sldMk cId="2797454870" sldId="471"/>
            <ac:spMk id="8" creationId="{09588DA8-065E-4F6F-8EFD-43104AB2E0CF}"/>
          </ac:spMkLst>
        </pc:spChg>
        <pc:spChg chg="add">
          <ac:chgData name="Deborah Suleman" userId="634b21d8b0bd131d" providerId="LiveId" clId="{F67C2F77-D5D6-4CAF-8CFA-758AF64B2473}" dt="2026-05-31T16:17:58.783" v="3610" actId="26606"/>
          <ac:spMkLst>
            <pc:docMk/>
            <pc:sldMk cId="2797454870" sldId="471"/>
            <ac:spMk id="10" creationId="{C4285719-470E-454C-AF62-8323075F1F5B}"/>
          </ac:spMkLst>
        </pc:spChg>
        <pc:spChg chg="add">
          <ac:chgData name="Deborah Suleman" userId="634b21d8b0bd131d" providerId="LiveId" clId="{F67C2F77-D5D6-4CAF-8CFA-758AF64B2473}" dt="2026-05-31T16:17:58.783" v="3610" actId="26606"/>
          <ac:spMkLst>
            <pc:docMk/>
            <pc:sldMk cId="2797454870" sldId="471"/>
            <ac:spMk id="12" creationId="{CD9FE4EF-C4D8-49A0-B2FF-81D8DB7D8A24}"/>
          </ac:spMkLst>
        </pc:spChg>
        <pc:spChg chg="add">
          <ac:chgData name="Deborah Suleman" userId="634b21d8b0bd131d" providerId="LiveId" clId="{F67C2F77-D5D6-4CAF-8CFA-758AF64B2473}" dt="2026-05-31T16:17:58.783" v="3610" actId="26606"/>
          <ac:spMkLst>
            <pc:docMk/>
            <pc:sldMk cId="2797454870" sldId="471"/>
            <ac:spMk id="14" creationId="{4300840D-0A0B-4512-BACA-B439D5B9C57C}"/>
          </ac:spMkLst>
        </pc:spChg>
        <pc:spChg chg="add">
          <ac:chgData name="Deborah Suleman" userId="634b21d8b0bd131d" providerId="LiveId" clId="{F67C2F77-D5D6-4CAF-8CFA-758AF64B2473}" dt="2026-05-31T16:17:58.783" v="3610" actId="26606"/>
          <ac:spMkLst>
            <pc:docMk/>
            <pc:sldMk cId="2797454870" sldId="471"/>
            <ac:spMk id="16" creationId="{D2B78728-A580-49A7-84F9-6EF6F583ADE0}"/>
          </ac:spMkLst>
        </pc:spChg>
        <pc:spChg chg="add">
          <ac:chgData name="Deborah Suleman" userId="634b21d8b0bd131d" providerId="LiveId" clId="{F67C2F77-D5D6-4CAF-8CFA-758AF64B2473}" dt="2026-05-31T16:17:58.783" v="3610" actId="26606"/>
          <ac:spMkLst>
            <pc:docMk/>
            <pc:sldMk cId="2797454870" sldId="471"/>
            <ac:spMk id="18" creationId="{38FAA1A1-D861-433F-88FA-1E9D6FD31D11}"/>
          </ac:spMkLst>
        </pc:spChg>
        <pc:spChg chg="add">
          <ac:chgData name="Deborah Suleman" userId="634b21d8b0bd131d" providerId="LiveId" clId="{F67C2F77-D5D6-4CAF-8CFA-758AF64B2473}" dt="2026-05-31T16:17:58.783" v="3610" actId="26606"/>
          <ac:spMkLst>
            <pc:docMk/>
            <pc:sldMk cId="2797454870" sldId="471"/>
            <ac:spMk id="20" creationId="{8D71EDA1-87BF-4D5D-AB79-F346FD19278A}"/>
          </ac:spMkLst>
        </pc:spChg>
      </pc:sldChg>
      <pc:sldChg chg="addSp modSp add mod setBg">
        <pc:chgData name="Deborah Suleman" userId="634b21d8b0bd131d" providerId="LiveId" clId="{F67C2F77-D5D6-4CAF-8CFA-758AF64B2473}" dt="2026-05-31T16:19:26.450" v="3618" actId="255"/>
        <pc:sldMkLst>
          <pc:docMk/>
          <pc:sldMk cId="3945201275" sldId="472"/>
        </pc:sldMkLst>
        <pc:spChg chg="mod">
          <ac:chgData name="Deborah Suleman" userId="634b21d8b0bd131d" providerId="LiveId" clId="{F67C2F77-D5D6-4CAF-8CFA-758AF64B2473}" dt="2026-05-31T16:18:32.743" v="3614" actId="26606"/>
          <ac:spMkLst>
            <pc:docMk/>
            <pc:sldMk cId="3945201275" sldId="472"/>
            <ac:spMk id="2" creationId="{5F6C444D-FADA-BD15-7A20-930FB2407862}"/>
          </ac:spMkLst>
        </pc:spChg>
        <pc:spChg chg="mod">
          <ac:chgData name="Deborah Suleman" userId="634b21d8b0bd131d" providerId="LiveId" clId="{F67C2F77-D5D6-4CAF-8CFA-758AF64B2473}" dt="2026-05-31T16:19:26.450" v="3618" actId="255"/>
          <ac:spMkLst>
            <pc:docMk/>
            <pc:sldMk cId="3945201275" sldId="472"/>
            <ac:spMk id="3" creationId="{127EB4A9-DECC-180C-5BF9-039A0924AC13}"/>
          </ac:spMkLst>
        </pc:spChg>
        <pc:spChg chg="add">
          <ac:chgData name="Deborah Suleman" userId="634b21d8b0bd131d" providerId="LiveId" clId="{F67C2F77-D5D6-4CAF-8CFA-758AF64B2473}" dt="2026-05-31T16:18:32.743" v="3614" actId="26606"/>
          <ac:spMkLst>
            <pc:docMk/>
            <pc:sldMk cId="3945201275" sldId="472"/>
            <ac:spMk id="8" creationId="{09588DA8-065E-4F6F-8EFD-43104AB2E0CF}"/>
          </ac:spMkLst>
        </pc:spChg>
        <pc:spChg chg="add">
          <ac:chgData name="Deborah Suleman" userId="634b21d8b0bd131d" providerId="LiveId" clId="{F67C2F77-D5D6-4CAF-8CFA-758AF64B2473}" dt="2026-05-31T16:18:32.743" v="3614" actId="26606"/>
          <ac:spMkLst>
            <pc:docMk/>
            <pc:sldMk cId="3945201275" sldId="472"/>
            <ac:spMk id="10" creationId="{C4285719-470E-454C-AF62-8323075F1F5B}"/>
          </ac:spMkLst>
        </pc:spChg>
        <pc:spChg chg="add">
          <ac:chgData name="Deborah Suleman" userId="634b21d8b0bd131d" providerId="LiveId" clId="{F67C2F77-D5D6-4CAF-8CFA-758AF64B2473}" dt="2026-05-31T16:18:32.743" v="3614" actId="26606"/>
          <ac:spMkLst>
            <pc:docMk/>
            <pc:sldMk cId="3945201275" sldId="472"/>
            <ac:spMk id="12" creationId="{CD9FE4EF-C4D8-49A0-B2FF-81D8DB7D8A24}"/>
          </ac:spMkLst>
        </pc:spChg>
        <pc:spChg chg="add">
          <ac:chgData name="Deborah Suleman" userId="634b21d8b0bd131d" providerId="LiveId" clId="{F67C2F77-D5D6-4CAF-8CFA-758AF64B2473}" dt="2026-05-31T16:18:32.743" v="3614" actId="26606"/>
          <ac:spMkLst>
            <pc:docMk/>
            <pc:sldMk cId="3945201275" sldId="472"/>
            <ac:spMk id="14" creationId="{4300840D-0A0B-4512-BACA-B439D5B9C57C}"/>
          </ac:spMkLst>
        </pc:spChg>
        <pc:spChg chg="add">
          <ac:chgData name="Deborah Suleman" userId="634b21d8b0bd131d" providerId="LiveId" clId="{F67C2F77-D5D6-4CAF-8CFA-758AF64B2473}" dt="2026-05-31T16:18:32.743" v="3614" actId="26606"/>
          <ac:spMkLst>
            <pc:docMk/>
            <pc:sldMk cId="3945201275" sldId="472"/>
            <ac:spMk id="16" creationId="{D2B78728-A580-49A7-84F9-6EF6F583ADE0}"/>
          </ac:spMkLst>
        </pc:spChg>
        <pc:spChg chg="add">
          <ac:chgData name="Deborah Suleman" userId="634b21d8b0bd131d" providerId="LiveId" clId="{F67C2F77-D5D6-4CAF-8CFA-758AF64B2473}" dt="2026-05-31T16:18:32.743" v="3614" actId="26606"/>
          <ac:spMkLst>
            <pc:docMk/>
            <pc:sldMk cId="3945201275" sldId="472"/>
            <ac:spMk id="18" creationId="{38FAA1A1-D861-433F-88FA-1E9D6FD31D11}"/>
          </ac:spMkLst>
        </pc:spChg>
        <pc:spChg chg="add">
          <ac:chgData name="Deborah Suleman" userId="634b21d8b0bd131d" providerId="LiveId" clId="{F67C2F77-D5D6-4CAF-8CFA-758AF64B2473}" dt="2026-05-31T16:18:32.743" v="3614" actId="26606"/>
          <ac:spMkLst>
            <pc:docMk/>
            <pc:sldMk cId="3945201275" sldId="472"/>
            <ac:spMk id="20" creationId="{8D71EDA1-87BF-4D5D-AB79-F346FD19278A}"/>
          </ac:spMkLst>
        </pc:spChg>
      </pc:sldChg>
      <pc:sldChg chg="addSp modSp new mod setBg">
        <pc:chgData name="Deborah Suleman" userId="634b21d8b0bd131d" providerId="LiveId" clId="{F67C2F77-D5D6-4CAF-8CFA-758AF64B2473}" dt="2026-05-31T16:18:59.764" v="3617" actId="20577"/>
        <pc:sldMkLst>
          <pc:docMk/>
          <pc:sldMk cId="2584605140" sldId="473"/>
        </pc:sldMkLst>
        <pc:spChg chg="mod">
          <ac:chgData name="Deborah Suleman" userId="634b21d8b0bd131d" providerId="LiveId" clId="{F67C2F77-D5D6-4CAF-8CFA-758AF64B2473}" dt="2026-05-31T16:18:45.076" v="3615" actId="26606"/>
          <ac:spMkLst>
            <pc:docMk/>
            <pc:sldMk cId="2584605140" sldId="473"/>
            <ac:spMk id="2" creationId="{C2CC3F20-0819-A090-D277-1DBB78EE83C6}"/>
          </ac:spMkLst>
        </pc:spChg>
        <pc:spChg chg="mod">
          <ac:chgData name="Deborah Suleman" userId="634b21d8b0bd131d" providerId="LiveId" clId="{F67C2F77-D5D6-4CAF-8CFA-758AF64B2473}" dt="2026-05-31T16:18:59.764" v="3617" actId="20577"/>
          <ac:spMkLst>
            <pc:docMk/>
            <pc:sldMk cId="2584605140" sldId="473"/>
            <ac:spMk id="3" creationId="{0879C6EF-D3E9-FA30-563E-289FC56467FD}"/>
          </ac:spMkLst>
        </pc:spChg>
        <pc:spChg chg="add">
          <ac:chgData name="Deborah Suleman" userId="634b21d8b0bd131d" providerId="LiveId" clId="{F67C2F77-D5D6-4CAF-8CFA-758AF64B2473}" dt="2026-05-31T16:18:45.076" v="3615" actId="26606"/>
          <ac:spMkLst>
            <pc:docMk/>
            <pc:sldMk cId="2584605140" sldId="473"/>
            <ac:spMk id="8" creationId="{09588DA8-065E-4F6F-8EFD-43104AB2E0CF}"/>
          </ac:spMkLst>
        </pc:spChg>
        <pc:spChg chg="add">
          <ac:chgData name="Deborah Suleman" userId="634b21d8b0bd131d" providerId="LiveId" clId="{F67C2F77-D5D6-4CAF-8CFA-758AF64B2473}" dt="2026-05-31T16:18:45.076" v="3615" actId="26606"/>
          <ac:spMkLst>
            <pc:docMk/>
            <pc:sldMk cId="2584605140" sldId="473"/>
            <ac:spMk id="10" creationId="{C4285719-470E-454C-AF62-8323075F1F5B}"/>
          </ac:spMkLst>
        </pc:spChg>
        <pc:spChg chg="add">
          <ac:chgData name="Deborah Suleman" userId="634b21d8b0bd131d" providerId="LiveId" clId="{F67C2F77-D5D6-4CAF-8CFA-758AF64B2473}" dt="2026-05-31T16:18:45.076" v="3615" actId="26606"/>
          <ac:spMkLst>
            <pc:docMk/>
            <pc:sldMk cId="2584605140" sldId="473"/>
            <ac:spMk id="12" creationId="{CD9FE4EF-C4D8-49A0-B2FF-81D8DB7D8A24}"/>
          </ac:spMkLst>
        </pc:spChg>
        <pc:spChg chg="add">
          <ac:chgData name="Deborah Suleman" userId="634b21d8b0bd131d" providerId="LiveId" clId="{F67C2F77-D5D6-4CAF-8CFA-758AF64B2473}" dt="2026-05-31T16:18:45.076" v="3615" actId="26606"/>
          <ac:spMkLst>
            <pc:docMk/>
            <pc:sldMk cId="2584605140" sldId="473"/>
            <ac:spMk id="14" creationId="{4300840D-0A0B-4512-BACA-B439D5B9C57C}"/>
          </ac:spMkLst>
        </pc:spChg>
        <pc:spChg chg="add">
          <ac:chgData name="Deborah Suleman" userId="634b21d8b0bd131d" providerId="LiveId" clId="{F67C2F77-D5D6-4CAF-8CFA-758AF64B2473}" dt="2026-05-31T16:18:45.076" v="3615" actId="26606"/>
          <ac:spMkLst>
            <pc:docMk/>
            <pc:sldMk cId="2584605140" sldId="473"/>
            <ac:spMk id="16" creationId="{D2B78728-A580-49A7-84F9-6EF6F583ADE0}"/>
          </ac:spMkLst>
        </pc:spChg>
        <pc:spChg chg="add">
          <ac:chgData name="Deborah Suleman" userId="634b21d8b0bd131d" providerId="LiveId" clId="{F67C2F77-D5D6-4CAF-8CFA-758AF64B2473}" dt="2026-05-31T16:18:45.076" v="3615" actId="26606"/>
          <ac:spMkLst>
            <pc:docMk/>
            <pc:sldMk cId="2584605140" sldId="473"/>
            <ac:spMk id="18" creationId="{38FAA1A1-D861-433F-88FA-1E9D6FD31D11}"/>
          </ac:spMkLst>
        </pc:spChg>
        <pc:spChg chg="add">
          <ac:chgData name="Deborah Suleman" userId="634b21d8b0bd131d" providerId="LiveId" clId="{F67C2F77-D5D6-4CAF-8CFA-758AF64B2473}" dt="2026-05-31T16:18:45.076" v="3615" actId="26606"/>
          <ac:spMkLst>
            <pc:docMk/>
            <pc:sldMk cId="2584605140" sldId="473"/>
            <ac:spMk id="20" creationId="{8D71EDA1-87BF-4D5D-AB79-F346FD19278A}"/>
          </ac:spMkLst>
        </pc:spChg>
      </pc:sldChg>
      <pc:sldChg chg="addSp modSp new mod setBg">
        <pc:chgData name="Deborah Suleman" userId="634b21d8b0bd131d" providerId="LiveId" clId="{F67C2F77-D5D6-4CAF-8CFA-758AF64B2473}" dt="2026-05-31T16:20:37.420" v="3621" actId="255"/>
        <pc:sldMkLst>
          <pc:docMk/>
          <pc:sldMk cId="1027464859" sldId="474"/>
        </pc:sldMkLst>
        <pc:spChg chg="mod">
          <ac:chgData name="Deborah Suleman" userId="634b21d8b0bd131d" providerId="LiveId" clId="{F67C2F77-D5D6-4CAF-8CFA-758AF64B2473}" dt="2026-05-31T16:20:08.331" v="3620" actId="26606"/>
          <ac:spMkLst>
            <pc:docMk/>
            <pc:sldMk cId="1027464859" sldId="474"/>
            <ac:spMk id="2" creationId="{FCF0FFD2-DA98-C156-4349-F25B1D65D5AD}"/>
          </ac:spMkLst>
        </pc:spChg>
        <pc:spChg chg="mod">
          <ac:chgData name="Deborah Suleman" userId="634b21d8b0bd131d" providerId="LiveId" clId="{F67C2F77-D5D6-4CAF-8CFA-758AF64B2473}" dt="2026-05-31T16:20:37.420" v="3621" actId="255"/>
          <ac:spMkLst>
            <pc:docMk/>
            <pc:sldMk cId="1027464859" sldId="474"/>
            <ac:spMk id="3" creationId="{B31BA3E9-A571-2E39-D328-D453F6EC04C3}"/>
          </ac:spMkLst>
        </pc:spChg>
        <pc:spChg chg="add">
          <ac:chgData name="Deborah Suleman" userId="634b21d8b0bd131d" providerId="LiveId" clId="{F67C2F77-D5D6-4CAF-8CFA-758AF64B2473}" dt="2026-05-31T16:20:08.331" v="3620" actId="26606"/>
          <ac:spMkLst>
            <pc:docMk/>
            <pc:sldMk cId="1027464859" sldId="474"/>
            <ac:spMk id="9" creationId="{3BA513B0-82FF-4F41-8178-885375D1CFB5}"/>
          </ac:spMkLst>
        </pc:spChg>
        <pc:grpChg chg="add">
          <ac:chgData name="Deborah Suleman" userId="634b21d8b0bd131d" providerId="LiveId" clId="{F67C2F77-D5D6-4CAF-8CFA-758AF64B2473}" dt="2026-05-31T16:20:08.331" v="3620" actId="26606"/>
          <ac:grpSpMkLst>
            <pc:docMk/>
            <pc:sldMk cId="1027464859" sldId="474"/>
            <ac:grpSpMk id="11" creationId="{93DB8501-F9F2-4ACD-B56A-9019CD5006D6}"/>
          </ac:grpSpMkLst>
        </pc:grpChg>
        <pc:picChg chg="add mod ord">
          <ac:chgData name="Deborah Suleman" userId="634b21d8b0bd131d" providerId="LiveId" clId="{F67C2F77-D5D6-4CAF-8CFA-758AF64B2473}" dt="2026-05-31T16:20:08.331" v="3620" actId="26606"/>
          <ac:picMkLst>
            <pc:docMk/>
            <pc:sldMk cId="1027464859" sldId="474"/>
            <ac:picMk id="4" creationId="{F0F7BC54-482B-9C76-1473-597F19D5F6A0}"/>
          </ac:picMkLst>
        </pc:picChg>
      </pc:sldChg>
      <pc:sldChg chg="addSp modSp new mod ord setBg">
        <pc:chgData name="Deborah Suleman" userId="634b21d8b0bd131d" providerId="LiveId" clId="{F67C2F77-D5D6-4CAF-8CFA-758AF64B2473}" dt="2026-05-31T16:19:40.317" v="3619" actId="26606"/>
        <pc:sldMkLst>
          <pc:docMk/>
          <pc:sldMk cId="179325285" sldId="475"/>
        </pc:sldMkLst>
        <pc:spChg chg="mod">
          <ac:chgData name="Deborah Suleman" userId="634b21d8b0bd131d" providerId="LiveId" clId="{F67C2F77-D5D6-4CAF-8CFA-758AF64B2473}" dt="2026-05-31T16:19:40.317" v="3619" actId="26606"/>
          <ac:spMkLst>
            <pc:docMk/>
            <pc:sldMk cId="179325285" sldId="475"/>
            <ac:spMk id="2" creationId="{D2AF1E72-5205-3085-D99E-16F264C91ABB}"/>
          </ac:spMkLst>
        </pc:spChg>
        <pc:spChg chg="mod">
          <ac:chgData name="Deborah Suleman" userId="634b21d8b0bd131d" providerId="LiveId" clId="{F67C2F77-D5D6-4CAF-8CFA-758AF64B2473}" dt="2026-05-31T16:19:40.317" v="3619" actId="26606"/>
          <ac:spMkLst>
            <pc:docMk/>
            <pc:sldMk cId="179325285" sldId="475"/>
            <ac:spMk id="3" creationId="{DBC7B1D8-8EB4-3F8E-6DA8-6C9259C19634}"/>
          </ac:spMkLst>
        </pc:spChg>
        <pc:spChg chg="add">
          <ac:chgData name="Deborah Suleman" userId="634b21d8b0bd131d" providerId="LiveId" clId="{F67C2F77-D5D6-4CAF-8CFA-758AF64B2473}" dt="2026-05-31T16:19:40.317" v="3619" actId="26606"/>
          <ac:spMkLst>
            <pc:docMk/>
            <pc:sldMk cId="179325285" sldId="475"/>
            <ac:spMk id="8" creationId="{09588DA8-065E-4F6F-8EFD-43104AB2E0CF}"/>
          </ac:spMkLst>
        </pc:spChg>
        <pc:spChg chg="add">
          <ac:chgData name="Deborah Suleman" userId="634b21d8b0bd131d" providerId="LiveId" clId="{F67C2F77-D5D6-4CAF-8CFA-758AF64B2473}" dt="2026-05-31T16:19:40.317" v="3619" actId="26606"/>
          <ac:spMkLst>
            <pc:docMk/>
            <pc:sldMk cId="179325285" sldId="475"/>
            <ac:spMk id="10" creationId="{C4285719-470E-454C-AF62-8323075F1F5B}"/>
          </ac:spMkLst>
        </pc:spChg>
        <pc:spChg chg="add">
          <ac:chgData name="Deborah Suleman" userId="634b21d8b0bd131d" providerId="LiveId" clId="{F67C2F77-D5D6-4CAF-8CFA-758AF64B2473}" dt="2026-05-31T16:19:40.317" v="3619" actId="26606"/>
          <ac:spMkLst>
            <pc:docMk/>
            <pc:sldMk cId="179325285" sldId="475"/>
            <ac:spMk id="12" creationId="{CD9FE4EF-C4D8-49A0-B2FF-81D8DB7D8A24}"/>
          </ac:spMkLst>
        </pc:spChg>
        <pc:spChg chg="add">
          <ac:chgData name="Deborah Suleman" userId="634b21d8b0bd131d" providerId="LiveId" clId="{F67C2F77-D5D6-4CAF-8CFA-758AF64B2473}" dt="2026-05-31T16:19:40.317" v="3619" actId="26606"/>
          <ac:spMkLst>
            <pc:docMk/>
            <pc:sldMk cId="179325285" sldId="475"/>
            <ac:spMk id="14" creationId="{4300840D-0A0B-4512-BACA-B439D5B9C57C}"/>
          </ac:spMkLst>
        </pc:spChg>
        <pc:spChg chg="add">
          <ac:chgData name="Deborah Suleman" userId="634b21d8b0bd131d" providerId="LiveId" clId="{F67C2F77-D5D6-4CAF-8CFA-758AF64B2473}" dt="2026-05-31T16:19:40.317" v="3619" actId="26606"/>
          <ac:spMkLst>
            <pc:docMk/>
            <pc:sldMk cId="179325285" sldId="475"/>
            <ac:spMk id="16" creationId="{D2B78728-A580-49A7-84F9-6EF6F583ADE0}"/>
          </ac:spMkLst>
        </pc:spChg>
        <pc:spChg chg="add">
          <ac:chgData name="Deborah Suleman" userId="634b21d8b0bd131d" providerId="LiveId" clId="{F67C2F77-D5D6-4CAF-8CFA-758AF64B2473}" dt="2026-05-31T16:19:40.317" v="3619" actId="26606"/>
          <ac:spMkLst>
            <pc:docMk/>
            <pc:sldMk cId="179325285" sldId="475"/>
            <ac:spMk id="18" creationId="{38FAA1A1-D861-433F-88FA-1E9D6FD31D11}"/>
          </ac:spMkLst>
        </pc:spChg>
        <pc:spChg chg="add">
          <ac:chgData name="Deborah Suleman" userId="634b21d8b0bd131d" providerId="LiveId" clId="{F67C2F77-D5D6-4CAF-8CFA-758AF64B2473}" dt="2026-05-31T16:19:40.317" v="3619" actId="26606"/>
          <ac:spMkLst>
            <pc:docMk/>
            <pc:sldMk cId="179325285" sldId="475"/>
            <ac:spMk id="20" creationId="{8D71EDA1-87BF-4D5D-AB79-F346FD19278A}"/>
          </ac:spMkLst>
        </pc:spChg>
      </pc:sldChg>
      <pc:sldChg chg="modSp new mod">
        <pc:chgData name="Deborah Suleman" userId="634b21d8b0bd131d" providerId="LiveId" clId="{F67C2F77-D5D6-4CAF-8CFA-758AF64B2473}" dt="2026-05-31T13:37:10.230" v="3072" actId="14100"/>
        <pc:sldMkLst>
          <pc:docMk/>
          <pc:sldMk cId="3756530967" sldId="476"/>
        </pc:sldMkLst>
        <pc:picChg chg="mod">
          <ac:chgData name="Deborah Suleman" userId="634b21d8b0bd131d" providerId="LiveId" clId="{F67C2F77-D5D6-4CAF-8CFA-758AF64B2473}" dt="2026-05-31T13:37:10.230" v="3072" actId="14100"/>
          <ac:picMkLst>
            <pc:docMk/>
            <pc:sldMk cId="3756530967" sldId="476"/>
            <ac:picMk id="4" creationId="{FFDC1674-3FE4-90E8-CEC8-55102695F02B}"/>
          </ac:picMkLst>
        </pc:picChg>
      </pc:sldChg>
      <pc:sldChg chg="addSp delSp modSp new mod setBg">
        <pc:chgData name="Deborah Suleman" userId="634b21d8b0bd131d" providerId="LiveId" clId="{F67C2F77-D5D6-4CAF-8CFA-758AF64B2473}" dt="2026-05-31T16:23:50.655" v="3638" actId="26606"/>
        <pc:sldMkLst>
          <pc:docMk/>
          <pc:sldMk cId="141726482" sldId="477"/>
        </pc:sldMkLst>
        <pc:spChg chg="add del">
          <ac:chgData name="Deborah Suleman" userId="634b21d8b0bd131d" providerId="LiveId" clId="{F67C2F77-D5D6-4CAF-8CFA-758AF64B2473}" dt="2026-05-31T16:23:50.655" v="3638" actId="26606"/>
          <ac:spMkLst>
            <pc:docMk/>
            <pc:sldMk cId="141726482" sldId="477"/>
            <ac:spMk id="2" creationId="{3DD066C2-38F6-3105-9204-ADB932717FDD}"/>
          </ac:spMkLst>
        </pc:spChg>
        <pc:picChg chg="mod">
          <ac:chgData name="Deborah Suleman" userId="634b21d8b0bd131d" providerId="LiveId" clId="{F67C2F77-D5D6-4CAF-8CFA-758AF64B2473}" dt="2026-05-31T16:23:50.655" v="3638" actId="26606"/>
          <ac:picMkLst>
            <pc:docMk/>
            <pc:sldMk cId="141726482" sldId="477"/>
            <ac:picMk id="4" creationId="{59F4115D-01C7-4771-EFF0-5CFBA4A3ACD3}"/>
          </ac:picMkLst>
        </pc:picChg>
      </pc:sldChg>
      <pc:sldChg chg="new del">
        <pc:chgData name="Deborah Suleman" userId="634b21d8b0bd131d" providerId="LiveId" clId="{F67C2F77-D5D6-4CAF-8CFA-758AF64B2473}" dt="2026-05-31T13:35:39.675" v="3061" actId="680"/>
        <pc:sldMkLst>
          <pc:docMk/>
          <pc:sldMk cId="508991592" sldId="478"/>
        </pc:sldMkLst>
      </pc:sldChg>
      <pc:sldChg chg="addSp delSp modSp new mod setBg">
        <pc:chgData name="Deborah Suleman" userId="634b21d8b0bd131d" providerId="LiveId" clId="{F67C2F77-D5D6-4CAF-8CFA-758AF64B2473}" dt="2026-05-31T13:36:57.100" v="3070" actId="1076"/>
        <pc:sldMkLst>
          <pc:docMk/>
          <pc:sldMk cId="2193659363" sldId="478"/>
        </pc:sldMkLst>
        <pc:spChg chg="add del">
          <ac:chgData name="Deborah Suleman" userId="634b21d8b0bd131d" providerId="LiveId" clId="{F67C2F77-D5D6-4CAF-8CFA-758AF64B2473}" dt="2026-05-31T13:36:38.816" v="3067" actId="26606"/>
          <ac:spMkLst>
            <pc:docMk/>
            <pc:sldMk cId="2193659363" sldId="478"/>
            <ac:spMk id="2" creationId="{9A409C69-0A3A-0B0F-203B-3BE56F790C19}"/>
          </ac:spMkLst>
        </pc:spChg>
        <pc:spChg chg="add del">
          <ac:chgData name="Deborah Suleman" userId="634b21d8b0bd131d" providerId="LiveId" clId="{F67C2F77-D5D6-4CAF-8CFA-758AF64B2473}" dt="2026-05-31T13:36:29.002" v="3065" actId="26606"/>
          <ac:spMkLst>
            <pc:docMk/>
            <pc:sldMk cId="2193659363" sldId="478"/>
            <ac:spMk id="9" creationId="{AB8C311F-7253-4AED-9701-7FC0708C41C7}"/>
          </ac:spMkLst>
        </pc:spChg>
        <pc:spChg chg="add del">
          <ac:chgData name="Deborah Suleman" userId="634b21d8b0bd131d" providerId="LiveId" clId="{F67C2F77-D5D6-4CAF-8CFA-758AF64B2473}" dt="2026-05-31T13:36:29.002" v="3065" actId="26606"/>
          <ac:spMkLst>
            <pc:docMk/>
            <pc:sldMk cId="2193659363" sldId="478"/>
            <ac:spMk id="11" creationId="{E2384209-CB15-4CDF-9D31-C44FD9A3F20D}"/>
          </ac:spMkLst>
        </pc:spChg>
        <pc:spChg chg="add del">
          <ac:chgData name="Deborah Suleman" userId="634b21d8b0bd131d" providerId="LiveId" clId="{F67C2F77-D5D6-4CAF-8CFA-758AF64B2473}" dt="2026-05-31T13:36:29.002" v="3065" actId="26606"/>
          <ac:spMkLst>
            <pc:docMk/>
            <pc:sldMk cId="2193659363" sldId="478"/>
            <ac:spMk id="13" creationId="{2633B3B5-CC90-43F0-8714-D31D1F3F0209}"/>
          </ac:spMkLst>
        </pc:spChg>
        <pc:spChg chg="add del">
          <ac:chgData name="Deborah Suleman" userId="634b21d8b0bd131d" providerId="LiveId" clId="{F67C2F77-D5D6-4CAF-8CFA-758AF64B2473}" dt="2026-05-31T13:36:29.002" v="3065" actId="26606"/>
          <ac:spMkLst>
            <pc:docMk/>
            <pc:sldMk cId="2193659363" sldId="478"/>
            <ac:spMk id="15" creationId="{A8D57A06-A426-446D-B02C-A2DC6B62E45E}"/>
          </ac:spMkLst>
        </pc:spChg>
        <pc:spChg chg="add del">
          <ac:chgData name="Deborah Suleman" userId="634b21d8b0bd131d" providerId="LiveId" clId="{F67C2F77-D5D6-4CAF-8CFA-758AF64B2473}" dt="2026-05-31T13:36:38.816" v="3067" actId="26606"/>
          <ac:spMkLst>
            <pc:docMk/>
            <pc:sldMk cId="2193659363" sldId="478"/>
            <ac:spMk id="17" creationId="{1500B4A4-B1F1-41EA-886A-B8A210DBCA3B}"/>
          </ac:spMkLst>
        </pc:spChg>
        <pc:spChg chg="add del">
          <ac:chgData name="Deborah Suleman" userId="634b21d8b0bd131d" providerId="LiveId" clId="{F67C2F77-D5D6-4CAF-8CFA-758AF64B2473}" dt="2026-05-31T13:36:38.816" v="3067" actId="26606"/>
          <ac:spMkLst>
            <pc:docMk/>
            <pc:sldMk cId="2193659363" sldId="478"/>
            <ac:spMk id="18" creationId="{5E55A99C-0BDC-4DBE-8E40-9FA66F629FA1}"/>
          </ac:spMkLst>
        </pc:spChg>
        <pc:picChg chg="mod">
          <ac:chgData name="Deborah Suleman" userId="634b21d8b0bd131d" providerId="LiveId" clId="{F67C2F77-D5D6-4CAF-8CFA-758AF64B2473}" dt="2026-05-31T13:36:57.100" v="3070" actId="1076"/>
          <ac:picMkLst>
            <pc:docMk/>
            <pc:sldMk cId="2193659363" sldId="478"/>
            <ac:picMk id="4" creationId="{0BC80E16-322A-3F3F-81F0-840C3DC24C10}"/>
          </ac:picMkLst>
        </pc:picChg>
      </pc:sldChg>
      <pc:sldChg chg="delSp modSp new mod setBg">
        <pc:chgData name="Deborah Suleman" userId="634b21d8b0bd131d" providerId="LiveId" clId="{F67C2F77-D5D6-4CAF-8CFA-758AF64B2473}" dt="2026-05-31T16:48:49.705" v="3791" actId="14100"/>
        <pc:sldMkLst>
          <pc:docMk/>
          <pc:sldMk cId="3351291524" sldId="479"/>
        </pc:sldMkLst>
        <pc:spChg chg="del">
          <ac:chgData name="Deborah Suleman" userId="634b21d8b0bd131d" providerId="LiveId" clId="{F67C2F77-D5D6-4CAF-8CFA-758AF64B2473}" dt="2026-05-31T16:48:45.418" v="3790" actId="26606"/>
          <ac:spMkLst>
            <pc:docMk/>
            <pc:sldMk cId="3351291524" sldId="479"/>
            <ac:spMk id="2" creationId="{63219409-449B-0F57-63F8-D3C252EF2A3E}"/>
          </ac:spMkLst>
        </pc:spChg>
        <pc:picChg chg="mod">
          <ac:chgData name="Deborah Suleman" userId="634b21d8b0bd131d" providerId="LiveId" clId="{F67C2F77-D5D6-4CAF-8CFA-758AF64B2473}" dt="2026-05-31T16:48:49.705" v="3791" actId="14100"/>
          <ac:picMkLst>
            <pc:docMk/>
            <pc:sldMk cId="3351291524" sldId="479"/>
            <ac:picMk id="4" creationId="{1269AFF3-8FAF-25A4-85D7-A5043169A210}"/>
          </ac:picMkLst>
        </pc:picChg>
      </pc:sldChg>
      <pc:sldChg chg="addSp delSp modSp new mod setBg">
        <pc:chgData name="Deborah Suleman" userId="634b21d8b0bd131d" providerId="LiveId" clId="{F67C2F77-D5D6-4CAF-8CFA-758AF64B2473}" dt="2026-05-31T16:51:15.437" v="3796" actId="14100"/>
        <pc:sldMkLst>
          <pc:docMk/>
          <pc:sldMk cId="2296293667" sldId="480"/>
        </pc:sldMkLst>
        <pc:spChg chg="del">
          <ac:chgData name="Deborah Suleman" userId="634b21d8b0bd131d" providerId="LiveId" clId="{F67C2F77-D5D6-4CAF-8CFA-758AF64B2473}" dt="2026-05-31T16:51:08.274" v="3794" actId="26606"/>
          <ac:spMkLst>
            <pc:docMk/>
            <pc:sldMk cId="2296293667" sldId="480"/>
            <ac:spMk id="2" creationId="{A6BA01A7-9AD3-1072-75F4-FC835E639136}"/>
          </ac:spMkLst>
        </pc:spChg>
        <pc:spChg chg="del">
          <ac:chgData name="Deborah Suleman" userId="634b21d8b0bd131d" providerId="LiveId" clId="{F67C2F77-D5D6-4CAF-8CFA-758AF64B2473}" dt="2026-05-31T16:51:03.334" v="3793"/>
          <ac:spMkLst>
            <pc:docMk/>
            <pc:sldMk cId="2296293667" sldId="480"/>
            <ac:spMk id="3" creationId="{B2082395-6F55-6D02-E875-44AD5AE1FE6E}"/>
          </ac:spMkLst>
        </pc:spChg>
        <pc:picChg chg="add mod">
          <ac:chgData name="Deborah Suleman" userId="634b21d8b0bd131d" providerId="LiveId" clId="{F67C2F77-D5D6-4CAF-8CFA-758AF64B2473}" dt="2026-05-31T16:51:15.437" v="3796" actId="14100"/>
          <ac:picMkLst>
            <pc:docMk/>
            <pc:sldMk cId="2296293667" sldId="480"/>
            <ac:picMk id="4" creationId="{2D5B2AE1-B2DB-D133-EEE8-3B55F51818AC}"/>
          </ac:picMkLst>
        </pc:picChg>
      </pc:sldChg>
      <pc:sldChg chg="addSp modSp new mod setBg">
        <pc:chgData name="Deborah Suleman" userId="634b21d8b0bd131d" providerId="LiveId" clId="{F67C2F77-D5D6-4CAF-8CFA-758AF64B2473}" dt="2026-05-31T20:16:19.108" v="4255" actId="20577"/>
        <pc:sldMkLst>
          <pc:docMk/>
          <pc:sldMk cId="601823292" sldId="481"/>
        </pc:sldMkLst>
        <pc:spChg chg="mod">
          <ac:chgData name="Deborah Suleman" userId="634b21d8b0bd131d" providerId="LiveId" clId="{F67C2F77-D5D6-4CAF-8CFA-758AF64B2473}" dt="2026-05-31T18:42:52.934" v="3858" actId="26606"/>
          <ac:spMkLst>
            <pc:docMk/>
            <pc:sldMk cId="601823292" sldId="481"/>
            <ac:spMk id="2" creationId="{18CAC1F1-74FD-A144-688E-1E53313C894A}"/>
          </ac:spMkLst>
        </pc:spChg>
        <pc:spChg chg="mod">
          <ac:chgData name="Deborah Suleman" userId="634b21d8b0bd131d" providerId="LiveId" clId="{F67C2F77-D5D6-4CAF-8CFA-758AF64B2473}" dt="2026-05-31T20:16:19.108" v="4255" actId="20577"/>
          <ac:spMkLst>
            <pc:docMk/>
            <pc:sldMk cId="601823292" sldId="481"/>
            <ac:spMk id="3" creationId="{9F93DAE4-592B-33A0-6F13-14F2432E6DE3}"/>
          </ac:spMkLst>
        </pc:spChg>
        <pc:spChg chg="add">
          <ac:chgData name="Deborah Suleman" userId="634b21d8b0bd131d" providerId="LiveId" clId="{F67C2F77-D5D6-4CAF-8CFA-758AF64B2473}" dt="2026-05-31T18:42:52.934" v="3858" actId="26606"/>
          <ac:spMkLst>
            <pc:docMk/>
            <pc:sldMk cId="601823292" sldId="481"/>
            <ac:spMk id="8" creationId="{3AD318CC-E2A8-4E27-9548-A047A78999B1}"/>
          </ac:spMkLst>
        </pc:spChg>
        <pc:spChg chg="add">
          <ac:chgData name="Deborah Suleman" userId="634b21d8b0bd131d" providerId="LiveId" clId="{F67C2F77-D5D6-4CAF-8CFA-758AF64B2473}" dt="2026-05-31T18:42:52.934" v="3858" actId="26606"/>
          <ac:spMkLst>
            <pc:docMk/>
            <pc:sldMk cId="601823292" sldId="481"/>
            <ac:spMk id="14" creationId="{2C1BBA94-3F40-40AA-8BB9-E69E25E537C1}"/>
          </ac:spMkLst>
        </pc:spChg>
        <pc:grpChg chg="add">
          <ac:chgData name="Deborah Suleman" userId="634b21d8b0bd131d" providerId="LiveId" clId="{F67C2F77-D5D6-4CAF-8CFA-758AF64B2473}" dt="2026-05-31T18:42:52.934" v="3858" actId="26606"/>
          <ac:grpSpMkLst>
            <pc:docMk/>
            <pc:sldMk cId="601823292" sldId="481"/>
            <ac:grpSpMk id="10" creationId="{B14B560F-9DD7-4302-A60B-EBD3EF59B073}"/>
          </ac:grpSpMkLst>
        </pc:grpChg>
      </pc:sldChg>
      <pc:sldChg chg="modSp add mod">
        <pc:chgData name="Deborah Suleman" userId="634b21d8b0bd131d" providerId="LiveId" clId="{F67C2F77-D5D6-4CAF-8CFA-758AF64B2473}" dt="2026-05-31T19:01:45.635" v="3919" actId="20577"/>
        <pc:sldMkLst>
          <pc:docMk/>
          <pc:sldMk cId="2698422440" sldId="482"/>
        </pc:sldMkLst>
        <pc:spChg chg="mod">
          <ac:chgData name="Deborah Suleman" userId="634b21d8b0bd131d" providerId="LiveId" clId="{F67C2F77-D5D6-4CAF-8CFA-758AF64B2473}" dt="2026-05-31T19:01:45.635" v="3919" actId="20577"/>
          <ac:spMkLst>
            <pc:docMk/>
            <pc:sldMk cId="2698422440" sldId="482"/>
            <ac:spMk id="3" creationId="{00000000-0000-0000-0000-000000000000}"/>
          </ac:spMkLst>
        </pc:spChg>
      </pc:sldChg>
      <pc:sldChg chg="add del">
        <pc:chgData name="Deborah Suleman" userId="634b21d8b0bd131d" providerId="LiveId" clId="{F67C2F77-D5D6-4CAF-8CFA-758AF64B2473}" dt="2026-05-31T19:02:25.632" v="3942" actId="2696"/>
        <pc:sldMkLst>
          <pc:docMk/>
          <pc:sldMk cId="2367488789" sldId="483"/>
        </pc:sldMkLst>
      </pc:sldChg>
      <pc:sldChg chg="modSp add mod">
        <pc:chgData name="Deborah Suleman" userId="634b21d8b0bd131d" providerId="LiveId" clId="{F67C2F77-D5D6-4CAF-8CFA-758AF64B2473}" dt="2026-05-31T18:58:11.544" v="3887" actId="27636"/>
        <pc:sldMkLst>
          <pc:docMk/>
          <pc:sldMk cId="3481565220" sldId="484"/>
        </pc:sldMkLst>
        <pc:spChg chg="mod">
          <ac:chgData name="Deborah Suleman" userId="634b21d8b0bd131d" providerId="LiveId" clId="{F67C2F77-D5D6-4CAF-8CFA-758AF64B2473}" dt="2026-05-31T18:58:11.544" v="3887" actId="27636"/>
          <ac:spMkLst>
            <pc:docMk/>
            <pc:sldMk cId="3481565220" sldId="484"/>
            <ac:spMk id="3" creationId="{00000000-0000-0000-0000-000000000000}"/>
          </ac:spMkLst>
        </pc:spChg>
      </pc:sldChg>
      <pc:sldChg chg="add del">
        <pc:chgData name="Deborah Suleman" userId="634b21d8b0bd131d" providerId="LiveId" clId="{F67C2F77-D5D6-4CAF-8CFA-758AF64B2473}" dt="2026-05-31T19:08:55.771" v="3949" actId="2696"/>
        <pc:sldMkLst>
          <pc:docMk/>
          <pc:sldMk cId="2121970863" sldId="485"/>
        </pc:sldMkLst>
      </pc:sldChg>
      <pc:sldChg chg="add del">
        <pc:chgData name="Deborah Suleman" userId="634b21d8b0bd131d" providerId="LiveId" clId="{F67C2F77-D5D6-4CAF-8CFA-758AF64B2473}" dt="2026-05-31T19:09:32.334" v="3950" actId="2696"/>
        <pc:sldMkLst>
          <pc:docMk/>
          <pc:sldMk cId="2394382046" sldId="486"/>
        </pc:sldMkLst>
      </pc:sldChg>
      <pc:sldChg chg="add del">
        <pc:chgData name="Deborah Suleman" userId="634b21d8b0bd131d" providerId="LiveId" clId="{F67C2F77-D5D6-4CAF-8CFA-758AF64B2473}" dt="2026-05-31T19:24:37.020" v="4088" actId="2696"/>
        <pc:sldMkLst>
          <pc:docMk/>
          <pc:sldMk cId="996993585" sldId="487"/>
        </pc:sldMkLst>
      </pc:sldChg>
      <pc:sldChg chg="add del">
        <pc:chgData name="Deborah Suleman" userId="634b21d8b0bd131d" providerId="LiveId" clId="{F67C2F77-D5D6-4CAF-8CFA-758AF64B2473}" dt="2026-05-31T19:44:38.510" v="4143" actId="2696"/>
        <pc:sldMkLst>
          <pc:docMk/>
          <pc:sldMk cId="3348694724" sldId="488"/>
        </pc:sldMkLst>
      </pc:sldChg>
      <pc:sldChg chg="add del">
        <pc:chgData name="Deborah Suleman" userId="634b21d8b0bd131d" providerId="LiveId" clId="{F67C2F77-D5D6-4CAF-8CFA-758AF64B2473}" dt="2026-05-31T19:48:27.848" v="4224" actId="2696"/>
        <pc:sldMkLst>
          <pc:docMk/>
          <pc:sldMk cId="2872599371" sldId="489"/>
        </pc:sldMkLst>
      </pc:sldChg>
      <pc:sldChg chg="add del">
        <pc:chgData name="Deborah Suleman" userId="634b21d8b0bd131d" providerId="LiveId" clId="{F67C2F77-D5D6-4CAF-8CFA-758AF64B2473}" dt="2026-05-31T19:49:16.053" v="4226" actId="2696"/>
        <pc:sldMkLst>
          <pc:docMk/>
          <pc:sldMk cId="2162186352" sldId="490"/>
        </pc:sldMkLst>
      </pc:sldChg>
      <pc:sldChg chg="add del">
        <pc:chgData name="Deborah Suleman" userId="634b21d8b0bd131d" providerId="LiveId" clId="{F67C2F77-D5D6-4CAF-8CFA-758AF64B2473}" dt="2026-05-31T19:27:00.175" v="4090" actId="2696"/>
        <pc:sldMkLst>
          <pc:docMk/>
          <pc:sldMk cId="2286557075" sldId="491"/>
        </pc:sldMkLst>
      </pc:sldChg>
      <pc:sldChg chg="add del">
        <pc:chgData name="Deborah Suleman" userId="634b21d8b0bd131d" providerId="LiveId" clId="{F67C2F77-D5D6-4CAF-8CFA-758AF64B2473}" dt="2026-05-31T19:40:34.243" v="4099" actId="2696"/>
        <pc:sldMkLst>
          <pc:docMk/>
          <pc:sldMk cId="71593674" sldId="492"/>
        </pc:sldMkLst>
      </pc:sldChg>
      <pc:sldChg chg="addSp delSp modSp new del mod">
        <pc:chgData name="Deborah Suleman" userId="634b21d8b0bd131d" providerId="LiveId" clId="{F67C2F77-D5D6-4CAF-8CFA-758AF64B2473}" dt="2026-05-31T19:24:12.597" v="4086" actId="2696"/>
        <pc:sldMkLst>
          <pc:docMk/>
          <pc:sldMk cId="787779677" sldId="493"/>
        </pc:sldMkLst>
        <pc:spChg chg="del mod">
          <ac:chgData name="Deborah Suleman" userId="634b21d8b0bd131d" providerId="LiveId" clId="{F67C2F77-D5D6-4CAF-8CFA-758AF64B2473}" dt="2026-05-31T19:18:46.257" v="4002"/>
          <ac:spMkLst>
            <pc:docMk/>
            <pc:sldMk cId="787779677" sldId="493"/>
            <ac:spMk id="3" creationId="{3D4EE4D3-1ED0-CBE6-462B-D399936F73DA}"/>
          </ac:spMkLst>
        </pc:spChg>
        <pc:picChg chg="add mod">
          <ac:chgData name="Deborah Suleman" userId="634b21d8b0bd131d" providerId="LiveId" clId="{F67C2F77-D5D6-4CAF-8CFA-758AF64B2473}" dt="2026-05-31T19:18:56.302" v="4004" actId="1035"/>
          <ac:picMkLst>
            <pc:docMk/>
            <pc:sldMk cId="787779677" sldId="493"/>
            <ac:picMk id="4" creationId="{EA35CCB0-BCAB-D3C0-46CF-51A8FF65BCAA}"/>
          </ac:picMkLst>
        </pc:picChg>
      </pc:sldChg>
      <pc:sldChg chg="addSp delSp modSp new mod setBg">
        <pc:chgData name="Deborah Suleman" userId="634b21d8b0bd131d" providerId="LiveId" clId="{F67C2F77-D5D6-4CAF-8CFA-758AF64B2473}" dt="2026-05-31T19:33:26.924" v="4097" actId="20577"/>
        <pc:sldMkLst>
          <pc:docMk/>
          <pc:sldMk cId="1262723976" sldId="494"/>
        </pc:sldMkLst>
        <pc:spChg chg="mod">
          <ac:chgData name="Deborah Suleman" userId="634b21d8b0bd131d" providerId="LiveId" clId="{F67C2F77-D5D6-4CAF-8CFA-758AF64B2473}" dt="2026-05-31T19:21:37.486" v="4075"/>
          <ac:spMkLst>
            <pc:docMk/>
            <pc:sldMk cId="1262723976" sldId="494"/>
            <ac:spMk id="2" creationId="{3500DDB7-169C-7C12-08F8-5E42750738DB}"/>
          </ac:spMkLst>
        </pc:spChg>
        <pc:spChg chg="mod">
          <ac:chgData name="Deborah Suleman" userId="634b21d8b0bd131d" providerId="LiveId" clId="{F67C2F77-D5D6-4CAF-8CFA-758AF64B2473}" dt="2026-05-31T19:33:26.924" v="4097" actId="20577"/>
          <ac:spMkLst>
            <pc:docMk/>
            <pc:sldMk cId="1262723976" sldId="494"/>
            <ac:spMk id="3" creationId="{06367581-12C8-AB09-0FAA-9BFB6C3D733A}"/>
          </ac:spMkLst>
        </pc:spChg>
        <pc:spChg chg="del">
          <ac:chgData name="Deborah Suleman" userId="634b21d8b0bd131d" providerId="LiveId" clId="{F67C2F77-D5D6-4CAF-8CFA-758AF64B2473}" dt="2026-05-31T19:20:30.555" v="4063"/>
          <ac:spMkLst>
            <pc:docMk/>
            <pc:sldMk cId="1262723976" sldId="494"/>
            <ac:spMk id="4" creationId="{4CE2B6F1-088F-04B2-3D74-188847B17585}"/>
          </ac:spMkLst>
        </pc:spChg>
        <pc:spChg chg="add del">
          <ac:chgData name="Deborah Suleman" userId="634b21d8b0bd131d" providerId="LiveId" clId="{F67C2F77-D5D6-4CAF-8CFA-758AF64B2473}" dt="2026-05-31T19:21:13.384" v="4070" actId="26606"/>
          <ac:spMkLst>
            <pc:docMk/>
            <pc:sldMk cId="1262723976" sldId="494"/>
            <ac:spMk id="10" creationId="{45D37F4E-DDB4-456B-97E0-9937730A039F}"/>
          </ac:spMkLst>
        </pc:spChg>
        <pc:spChg chg="add del">
          <ac:chgData name="Deborah Suleman" userId="634b21d8b0bd131d" providerId="LiveId" clId="{F67C2F77-D5D6-4CAF-8CFA-758AF64B2473}" dt="2026-05-31T19:21:13.384" v="4070" actId="26606"/>
          <ac:spMkLst>
            <pc:docMk/>
            <pc:sldMk cId="1262723976" sldId="494"/>
            <ac:spMk id="12" creationId="{B2DD41CD-8F47-4F56-AD12-4E2FF7696987}"/>
          </ac:spMkLst>
        </pc:spChg>
        <pc:picChg chg="add mod">
          <ac:chgData name="Deborah Suleman" userId="634b21d8b0bd131d" providerId="LiveId" clId="{F67C2F77-D5D6-4CAF-8CFA-758AF64B2473}" dt="2026-05-31T19:21:22.919" v="4073" actId="14100"/>
          <ac:picMkLst>
            <pc:docMk/>
            <pc:sldMk cId="1262723976" sldId="494"/>
            <ac:picMk id="5" creationId="{626A2715-1BB0-F711-1F04-279BC0FEFA2D}"/>
          </ac:picMkLst>
        </pc:picChg>
      </pc:sldChg>
      <pc:sldChg chg="addSp delSp modSp new mod">
        <pc:chgData name="Deborah Suleman" userId="634b21d8b0bd131d" providerId="LiveId" clId="{F67C2F77-D5D6-4CAF-8CFA-758AF64B2473}" dt="2026-05-31T19:59:01.085" v="4231" actId="1076"/>
        <pc:sldMkLst>
          <pc:docMk/>
          <pc:sldMk cId="1546485053" sldId="495"/>
        </pc:sldMkLst>
        <pc:spChg chg="mod">
          <ac:chgData name="Deborah Suleman" userId="634b21d8b0bd131d" providerId="LiveId" clId="{F67C2F77-D5D6-4CAF-8CFA-758AF64B2473}" dt="2026-05-31T19:23:05.036" v="4082"/>
          <ac:spMkLst>
            <pc:docMk/>
            <pc:sldMk cId="1546485053" sldId="495"/>
            <ac:spMk id="2" creationId="{96C33762-E7AF-0F21-87E3-3B58756F9CCB}"/>
          </ac:spMkLst>
        </pc:spChg>
        <pc:spChg chg="mod">
          <ac:chgData name="Deborah Suleman" userId="634b21d8b0bd131d" providerId="LiveId" clId="{F67C2F77-D5D6-4CAF-8CFA-758AF64B2473}" dt="2026-05-31T19:22:52.322" v="4080"/>
          <ac:spMkLst>
            <pc:docMk/>
            <pc:sldMk cId="1546485053" sldId="495"/>
            <ac:spMk id="3" creationId="{1D3428C3-D72E-EC06-B8C1-6ACA737ADA8C}"/>
          </ac:spMkLst>
        </pc:spChg>
        <pc:spChg chg="del">
          <ac:chgData name="Deborah Suleman" userId="634b21d8b0bd131d" providerId="LiveId" clId="{F67C2F77-D5D6-4CAF-8CFA-758AF64B2473}" dt="2026-05-31T19:23:20.557" v="4083"/>
          <ac:spMkLst>
            <pc:docMk/>
            <pc:sldMk cId="1546485053" sldId="495"/>
            <ac:spMk id="4" creationId="{F66AC79E-561B-8708-666E-3D9C5C874CFE}"/>
          </ac:spMkLst>
        </pc:spChg>
        <pc:picChg chg="add mod">
          <ac:chgData name="Deborah Suleman" userId="634b21d8b0bd131d" providerId="LiveId" clId="{F67C2F77-D5D6-4CAF-8CFA-758AF64B2473}" dt="2026-05-31T19:59:01.085" v="4231" actId="1076"/>
          <ac:picMkLst>
            <pc:docMk/>
            <pc:sldMk cId="1546485053" sldId="495"/>
            <ac:picMk id="5" creationId="{26291731-61D9-1719-FB7A-685A7B912DEA}"/>
          </ac:picMkLst>
        </pc:picChg>
      </pc:sldChg>
      <pc:sldChg chg="modSp new mod">
        <pc:chgData name="Deborah Suleman" userId="634b21d8b0bd131d" providerId="LiveId" clId="{F67C2F77-D5D6-4CAF-8CFA-758AF64B2473}" dt="2026-05-31T21:20:52.086" v="4305" actId="20577"/>
        <pc:sldMkLst>
          <pc:docMk/>
          <pc:sldMk cId="632538165" sldId="496"/>
        </pc:sldMkLst>
        <pc:spChg chg="mod">
          <ac:chgData name="Deborah Suleman" userId="634b21d8b0bd131d" providerId="LiveId" clId="{F67C2F77-D5D6-4CAF-8CFA-758AF64B2473}" dt="2026-05-31T20:46:14.069" v="4281" actId="20577"/>
          <ac:spMkLst>
            <pc:docMk/>
            <pc:sldMk cId="632538165" sldId="496"/>
            <ac:spMk id="2" creationId="{2AF2E6C1-5905-85CE-8B78-7A9DB5774D77}"/>
          </ac:spMkLst>
        </pc:spChg>
        <pc:spChg chg="mod">
          <ac:chgData name="Deborah Suleman" userId="634b21d8b0bd131d" providerId="LiveId" clId="{F67C2F77-D5D6-4CAF-8CFA-758AF64B2473}" dt="2026-05-31T21:20:52.086" v="4305" actId="20577"/>
          <ac:spMkLst>
            <pc:docMk/>
            <pc:sldMk cId="632538165" sldId="496"/>
            <ac:spMk id="3" creationId="{8DA1DC8A-7055-16C0-C536-C8EA4FF4D93D}"/>
          </ac:spMkLst>
        </pc:spChg>
      </pc:sldChg>
      <pc:sldChg chg="modSp add mod">
        <pc:chgData name="Deborah Suleman" userId="634b21d8b0bd131d" providerId="LiveId" clId="{F67C2F77-D5D6-4CAF-8CFA-758AF64B2473}" dt="2026-05-31T21:13:22.082" v="4286" actId="27636"/>
        <pc:sldMkLst>
          <pc:docMk/>
          <pc:sldMk cId="1476951223" sldId="497"/>
        </pc:sldMkLst>
        <pc:spChg chg="mod">
          <ac:chgData name="Deborah Suleman" userId="634b21d8b0bd131d" providerId="LiveId" clId="{F67C2F77-D5D6-4CAF-8CFA-758AF64B2473}" dt="2026-05-31T21:13:22.082" v="4286" actId="27636"/>
          <ac:spMkLst>
            <pc:docMk/>
            <pc:sldMk cId="1476951223" sldId="497"/>
            <ac:spMk id="3" creationId="{00000000-0000-0000-0000-000000000000}"/>
          </ac:spMkLst>
        </pc:spChg>
      </pc:sldChg>
      <pc:sldChg chg="add">
        <pc:chgData name="Deborah Suleman" userId="634b21d8b0bd131d" providerId="LiveId" clId="{F67C2F77-D5D6-4CAF-8CFA-758AF64B2473}" dt="2026-05-31T21:13:21.707" v="4283"/>
        <pc:sldMkLst>
          <pc:docMk/>
          <pc:sldMk cId="384865236" sldId="498"/>
        </pc:sldMkLst>
      </pc:sldChg>
      <pc:sldChg chg="add">
        <pc:chgData name="Deborah Suleman" userId="634b21d8b0bd131d" providerId="LiveId" clId="{F67C2F77-D5D6-4CAF-8CFA-758AF64B2473}" dt="2026-05-31T21:20:16.836" v="4293"/>
        <pc:sldMkLst>
          <pc:docMk/>
          <pc:sldMk cId="4192839307" sldId="499"/>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image" Target="../media/image44.svg"/><Relationship Id="rId4" Type="http://schemas.openxmlformats.org/officeDocument/2006/relationships/image" Target="../media/image4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image" Target="../media/image44.svg"/><Relationship Id="rId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79B3F3-FC03-4D47-B6C6-9656D46C2BE2}"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DAAAA407-5FA0-49B9-8CA9-4871D08DCE75}">
      <dgm:prSet/>
      <dgm:spPr/>
      <dgm:t>
        <a:bodyPr/>
        <a:lstStyle/>
        <a:p>
          <a:r>
            <a:rPr lang="en-US"/>
            <a:t>Genetic predisposition : positive family history of severe acne</a:t>
          </a:r>
        </a:p>
      </dgm:t>
    </dgm:pt>
    <dgm:pt modelId="{90BC2CE7-8011-47A5-8D3D-4FB3132FF87B}" type="parTrans" cxnId="{8F17A566-7672-48B7-BC08-A83C2F18F674}">
      <dgm:prSet/>
      <dgm:spPr/>
      <dgm:t>
        <a:bodyPr/>
        <a:lstStyle/>
        <a:p>
          <a:endParaRPr lang="en-US"/>
        </a:p>
      </dgm:t>
    </dgm:pt>
    <dgm:pt modelId="{0C277941-54FF-4117-9CA3-A6A163917733}" type="sibTrans" cxnId="{8F17A566-7672-48B7-BC08-A83C2F18F674}">
      <dgm:prSet/>
      <dgm:spPr/>
      <dgm:t>
        <a:bodyPr/>
        <a:lstStyle/>
        <a:p>
          <a:endParaRPr lang="en-US"/>
        </a:p>
      </dgm:t>
    </dgm:pt>
    <dgm:pt modelId="{314D2252-B14A-4544-AC1B-B15FFFE99BF4}">
      <dgm:prSet/>
      <dgm:spPr/>
      <dgm:t>
        <a:bodyPr/>
        <a:lstStyle/>
        <a:p>
          <a:r>
            <a:rPr lang="en-US"/>
            <a:t>TNF alpha , IL – 1 alpha, CYP1A1 genes , Alpert sydrome , XYY syndrome (rare).</a:t>
          </a:r>
        </a:p>
      </dgm:t>
    </dgm:pt>
    <dgm:pt modelId="{18461F40-F4BD-40D9-B627-40CA5C0FFD80}" type="parTrans" cxnId="{84E96BA8-7A3B-4A87-BFD0-C9B7AF18DE67}">
      <dgm:prSet/>
      <dgm:spPr/>
      <dgm:t>
        <a:bodyPr/>
        <a:lstStyle/>
        <a:p>
          <a:endParaRPr lang="en-US"/>
        </a:p>
      </dgm:t>
    </dgm:pt>
    <dgm:pt modelId="{B2305B4B-C217-44A1-A4AF-768F01715B2A}" type="sibTrans" cxnId="{84E96BA8-7A3B-4A87-BFD0-C9B7AF18DE67}">
      <dgm:prSet/>
      <dgm:spPr/>
      <dgm:t>
        <a:bodyPr/>
        <a:lstStyle/>
        <a:p>
          <a:endParaRPr lang="en-US"/>
        </a:p>
      </dgm:t>
    </dgm:pt>
    <dgm:pt modelId="{94E64787-CF88-4298-9ABF-DB3DAD777A39}">
      <dgm:prSet/>
      <dgm:spPr/>
      <dgm:t>
        <a:bodyPr/>
        <a:lstStyle/>
        <a:p>
          <a:r>
            <a:rPr lang="en-US"/>
            <a:t>Hormones ; androgens e.g testosterone, dihydrotestosterone , DHEA, GH, IGF – 1, POS, CAH, Pregnancy, testosterone replacement therapy , steriods.</a:t>
          </a:r>
        </a:p>
      </dgm:t>
    </dgm:pt>
    <dgm:pt modelId="{15729A28-939F-4CEB-B4C5-07F53B863469}" type="parTrans" cxnId="{7E37491E-507C-4AD5-9BF6-BBACAA71B589}">
      <dgm:prSet/>
      <dgm:spPr/>
      <dgm:t>
        <a:bodyPr/>
        <a:lstStyle/>
        <a:p>
          <a:endParaRPr lang="en-US"/>
        </a:p>
      </dgm:t>
    </dgm:pt>
    <dgm:pt modelId="{DCE8D478-6173-44AD-AC77-A9588DEA1559}" type="sibTrans" cxnId="{7E37491E-507C-4AD5-9BF6-BBACAA71B589}">
      <dgm:prSet/>
      <dgm:spPr/>
      <dgm:t>
        <a:bodyPr/>
        <a:lstStyle/>
        <a:p>
          <a:endParaRPr lang="en-US"/>
        </a:p>
      </dgm:t>
    </dgm:pt>
    <dgm:pt modelId="{2400DBBB-7201-4F91-B45F-D6D2C43BF81F}">
      <dgm:prSet/>
      <dgm:spPr/>
      <dgm:t>
        <a:bodyPr/>
        <a:lstStyle/>
        <a:p>
          <a:r>
            <a:rPr lang="en-US"/>
            <a:t>Infection ; C. acne, parasitic mite Demodex </a:t>
          </a:r>
        </a:p>
      </dgm:t>
    </dgm:pt>
    <dgm:pt modelId="{4EBEED05-53F9-46E4-BFE5-E44CF1DE5396}" type="parTrans" cxnId="{443E7BC1-170B-4F9F-B569-ECFB2412265B}">
      <dgm:prSet/>
      <dgm:spPr/>
      <dgm:t>
        <a:bodyPr/>
        <a:lstStyle/>
        <a:p>
          <a:endParaRPr lang="en-US"/>
        </a:p>
      </dgm:t>
    </dgm:pt>
    <dgm:pt modelId="{337F5440-7BE5-4E8E-98FA-5719FCFEB631}" type="sibTrans" cxnId="{443E7BC1-170B-4F9F-B569-ECFB2412265B}">
      <dgm:prSet/>
      <dgm:spPr/>
      <dgm:t>
        <a:bodyPr/>
        <a:lstStyle/>
        <a:p>
          <a:endParaRPr lang="en-US"/>
        </a:p>
      </dgm:t>
    </dgm:pt>
    <dgm:pt modelId="{7BBC9A73-8503-4089-A425-D081FAE087A6}" type="pres">
      <dgm:prSet presAssocID="{7779B3F3-FC03-4D47-B6C6-9656D46C2BE2}" presName="Name0" presStyleCnt="0">
        <dgm:presLayoutVars>
          <dgm:dir/>
          <dgm:animLvl val="lvl"/>
          <dgm:resizeHandles val="exact"/>
        </dgm:presLayoutVars>
      </dgm:prSet>
      <dgm:spPr/>
    </dgm:pt>
    <dgm:pt modelId="{291B4D59-605A-442B-A656-58496B410E9D}" type="pres">
      <dgm:prSet presAssocID="{2400DBBB-7201-4F91-B45F-D6D2C43BF81F}" presName="boxAndChildren" presStyleCnt="0"/>
      <dgm:spPr/>
    </dgm:pt>
    <dgm:pt modelId="{D491C7E3-D23A-4D94-9E07-A0A2F07E3113}" type="pres">
      <dgm:prSet presAssocID="{2400DBBB-7201-4F91-B45F-D6D2C43BF81F}" presName="parentTextBox" presStyleLbl="node1" presStyleIdx="0" presStyleCnt="3"/>
      <dgm:spPr/>
    </dgm:pt>
    <dgm:pt modelId="{E6B80993-E745-401F-940F-C58D574B36DB}" type="pres">
      <dgm:prSet presAssocID="{DCE8D478-6173-44AD-AC77-A9588DEA1559}" presName="sp" presStyleCnt="0"/>
      <dgm:spPr/>
    </dgm:pt>
    <dgm:pt modelId="{090849C2-CB3F-44D8-897D-07142175EA90}" type="pres">
      <dgm:prSet presAssocID="{94E64787-CF88-4298-9ABF-DB3DAD777A39}" presName="arrowAndChildren" presStyleCnt="0"/>
      <dgm:spPr/>
    </dgm:pt>
    <dgm:pt modelId="{1943E6F8-2434-4B6A-BCFB-D7DEE5334298}" type="pres">
      <dgm:prSet presAssocID="{94E64787-CF88-4298-9ABF-DB3DAD777A39}" presName="parentTextArrow" presStyleLbl="node1" presStyleIdx="1" presStyleCnt="3"/>
      <dgm:spPr/>
    </dgm:pt>
    <dgm:pt modelId="{68AFDAB5-BCB5-4ACF-90F2-5DA9E67CC41C}" type="pres">
      <dgm:prSet presAssocID="{0C277941-54FF-4117-9CA3-A6A163917733}" presName="sp" presStyleCnt="0"/>
      <dgm:spPr/>
    </dgm:pt>
    <dgm:pt modelId="{6A16D219-3E23-416C-966C-1768E857A190}" type="pres">
      <dgm:prSet presAssocID="{DAAAA407-5FA0-49B9-8CA9-4871D08DCE75}" presName="arrowAndChildren" presStyleCnt="0"/>
      <dgm:spPr/>
    </dgm:pt>
    <dgm:pt modelId="{A525EE54-3561-44A2-B333-DECCBCF2970D}" type="pres">
      <dgm:prSet presAssocID="{DAAAA407-5FA0-49B9-8CA9-4871D08DCE75}" presName="parentTextArrow" presStyleLbl="node1" presStyleIdx="1" presStyleCnt="3"/>
      <dgm:spPr/>
    </dgm:pt>
    <dgm:pt modelId="{57603047-5D11-4167-8538-24BE8D0326D0}" type="pres">
      <dgm:prSet presAssocID="{DAAAA407-5FA0-49B9-8CA9-4871D08DCE75}" presName="arrow" presStyleLbl="node1" presStyleIdx="2" presStyleCnt="3"/>
      <dgm:spPr/>
    </dgm:pt>
    <dgm:pt modelId="{AD089689-B038-4B0B-B92A-3325E5370C0C}" type="pres">
      <dgm:prSet presAssocID="{DAAAA407-5FA0-49B9-8CA9-4871D08DCE75}" presName="descendantArrow" presStyleCnt="0"/>
      <dgm:spPr/>
    </dgm:pt>
    <dgm:pt modelId="{FC1CCB32-AF03-4A79-83FA-3AC80972C1A6}" type="pres">
      <dgm:prSet presAssocID="{314D2252-B14A-4544-AC1B-B15FFFE99BF4}" presName="childTextArrow" presStyleLbl="fgAccFollowNode1" presStyleIdx="0" presStyleCnt="1">
        <dgm:presLayoutVars>
          <dgm:bulletEnabled val="1"/>
        </dgm:presLayoutVars>
      </dgm:prSet>
      <dgm:spPr/>
    </dgm:pt>
  </dgm:ptLst>
  <dgm:cxnLst>
    <dgm:cxn modelId="{7E37491E-507C-4AD5-9BF6-BBACAA71B589}" srcId="{7779B3F3-FC03-4D47-B6C6-9656D46C2BE2}" destId="{94E64787-CF88-4298-9ABF-DB3DAD777A39}" srcOrd="1" destOrd="0" parTransId="{15729A28-939F-4CEB-B4C5-07F53B863469}" sibTransId="{DCE8D478-6173-44AD-AC77-A9588DEA1559}"/>
    <dgm:cxn modelId="{8F17A566-7672-48B7-BC08-A83C2F18F674}" srcId="{7779B3F3-FC03-4D47-B6C6-9656D46C2BE2}" destId="{DAAAA407-5FA0-49B9-8CA9-4871D08DCE75}" srcOrd="0" destOrd="0" parTransId="{90BC2CE7-8011-47A5-8D3D-4FB3132FF87B}" sibTransId="{0C277941-54FF-4117-9CA3-A6A163917733}"/>
    <dgm:cxn modelId="{E4DBA44A-44ED-42A4-BF90-16063993EBCA}" type="presOf" srcId="{DAAAA407-5FA0-49B9-8CA9-4871D08DCE75}" destId="{A525EE54-3561-44A2-B333-DECCBCF2970D}" srcOrd="0" destOrd="0" presId="urn:microsoft.com/office/officeart/2005/8/layout/process4"/>
    <dgm:cxn modelId="{5E0C6C88-F007-4D8E-86C8-BD56018CC36B}" type="presOf" srcId="{2400DBBB-7201-4F91-B45F-D6D2C43BF81F}" destId="{D491C7E3-D23A-4D94-9E07-A0A2F07E3113}" srcOrd="0" destOrd="0" presId="urn:microsoft.com/office/officeart/2005/8/layout/process4"/>
    <dgm:cxn modelId="{84E96BA8-7A3B-4A87-BFD0-C9B7AF18DE67}" srcId="{DAAAA407-5FA0-49B9-8CA9-4871D08DCE75}" destId="{314D2252-B14A-4544-AC1B-B15FFFE99BF4}" srcOrd="0" destOrd="0" parTransId="{18461F40-F4BD-40D9-B627-40CA5C0FFD80}" sibTransId="{B2305B4B-C217-44A1-A4AF-768F01715B2A}"/>
    <dgm:cxn modelId="{6B32ACB3-611A-43DE-BFDC-95CB78D045AF}" type="presOf" srcId="{7779B3F3-FC03-4D47-B6C6-9656D46C2BE2}" destId="{7BBC9A73-8503-4089-A425-D081FAE087A6}" srcOrd="0" destOrd="0" presId="urn:microsoft.com/office/officeart/2005/8/layout/process4"/>
    <dgm:cxn modelId="{443E7BC1-170B-4F9F-B569-ECFB2412265B}" srcId="{7779B3F3-FC03-4D47-B6C6-9656D46C2BE2}" destId="{2400DBBB-7201-4F91-B45F-D6D2C43BF81F}" srcOrd="2" destOrd="0" parTransId="{4EBEED05-53F9-46E4-BFE5-E44CF1DE5396}" sibTransId="{337F5440-7BE5-4E8E-98FA-5719FCFEB631}"/>
    <dgm:cxn modelId="{6FF8B8D1-3B77-422A-B8B5-B289F0A3BBCB}" type="presOf" srcId="{314D2252-B14A-4544-AC1B-B15FFFE99BF4}" destId="{FC1CCB32-AF03-4A79-83FA-3AC80972C1A6}" srcOrd="0" destOrd="0" presId="urn:microsoft.com/office/officeart/2005/8/layout/process4"/>
    <dgm:cxn modelId="{2E4C7BE4-8ED4-40AD-BA28-042B0897DCDD}" type="presOf" srcId="{94E64787-CF88-4298-9ABF-DB3DAD777A39}" destId="{1943E6F8-2434-4B6A-BCFB-D7DEE5334298}" srcOrd="0" destOrd="0" presId="urn:microsoft.com/office/officeart/2005/8/layout/process4"/>
    <dgm:cxn modelId="{FAB836F9-CB93-4478-9FF7-57CAE929C541}" type="presOf" srcId="{DAAAA407-5FA0-49B9-8CA9-4871D08DCE75}" destId="{57603047-5D11-4167-8538-24BE8D0326D0}" srcOrd="1" destOrd="0" presId="urn:microsoft.com/office/officeart/2005/8/layout/process4"/>
    <dgm:cxn modelId="{A899A51C-3FCC-451B-8923-766B6D39A929}" type="presParOf" srcId="{7BBC9A73-8503-4089-A425-D081FAE087A6}" destId="{291B4D59-605A-442B-A656-58496B410E9D}" srcOrd="0" destOrd="0" presId="urn:microsoft.com/office/officeart/2005/8/layout/process4"/>
    <dgm:cxn modelId="{05899F94-E38F-4C5F-BA23-11C6B552EF99}" type="presParOf" srcId="{291B4D59-605A-442B-A656-58496B410E9D}" destId="{D491C7E3-D23A-4D94-9E07-A0A2F07E3113}" srcOrd="0" destOrd="0" presId="urn:microsoft.com/office/officeart/2005/8/layout/process4"/>
    <dgm:cxn modelId="{57C849BF-7AB7-426C-8022-5DAB1EFC3E1D}" type="presParOf" srcId="{7BBC9A73-8503-4089-A425-D081FAE087A6}" destId="{E6B80993-E745-401F-940F-C58D574B36DB}" srcOrd="1" destOrd="0" presId="urn:microsoft.com/office/officeart/2005/8/layout/process4"/>
    <dgm:cxn modelId="{8000AED8-433B-4810-A321-3B2EBD6B8A8C}" type="presParOf" srcId="{7BBC9A73-8503-4089-A425-D081FAE087A6}" destId="{090849C2-CB3F-44D8-897D-07142175EA90}" srcOrd="2" destOrd="0" presId="urn:microsoft.com/office/officeart/2005/8/layout/process4"/>
    <dgm:cxn modelId="{C0662AA1-18EE-40A3-9F52-F06158539ED0}" type="presParOf" srcId="{090849C2-CB3F-44D8-897D-07142175EA90}" destId="{1943E6F8-2434-4B6A-BCFB-D7DEE5334298}" srcOrd="0" destOrd="0" presId="urn:microsoft.com/office/officeart/2005/8/layout/process4"/>
    <dgm:cxn modelId="{D08B0ED2-11A8-45A3-AE75-6B343903ABCC}" type="presParOf" srcId="{7BBC9A73-8503-4089-A425-D081FAE087A6}" destId="{68AFDAB5-BCB5-4ACF-90F2-5DA9E67CC41C}" srcOrd="3" destOrd="0" presId="urn:microsoft.com/office/officeart/2005/8/layout/process4"/>
    <dgm:cxn modelId="{136FF6C1-D6F0-4028-A2FF-29D2A8092C85}" type="presParOf" srcId="{7BBC9A73-8503-4089-A425-D081FAE087A6}" destId="{6A16D219-3E23-416C-966C-1768E857A190}" srcOrd="4" destOrd="0" presId="urn:microsoft.com/office/officeart/2005/8/layout/process4"/>
    <dgm:cxn modelId="{5BA44DAA-8C2D-49B6-8229-5754AA7C4116}" type="presParOf" srcId="{6A16D219-3E23-416C-966C-1768E857A190}" destId="{A525EE54-3561-44A2-B333-DECCBCF2970D}" srcOrd="0" destOrd="0" presId="urn:microsoft.com/office/officeart/2005/8/layout/process4"/>
    <dgm:cxn modelId="{CE3B8707-68B0-4596-83C0-59E911C07CA1}" type="presParOf" srcId="{6A16D219-3E23-416C-966C-1768E857A190}" destId="{57603047-5D11-4167-8538-24BE8D0326D0}" srcOrd="1" destOrd="0" presId="urn:microsoft.com/office/officeart/2005/8/layout/process4"/>
    <dgm:cxn modelId="{DF3C4E44-FA4E-4967-B67C-A9A373B58D9A}" type="presParOf" srcId="{6A16D219-3E23-416C-966C-1768E857A190}" destId="{AD089689-B038-4B0B-B92A-3325E5370C0C}" srcOrd="2" destOrd="0" presId="urn:microsoft.com/office/officeart/2005/8/layout/process4"/>
    <dgm:cxn modelId="{927C88AD-6697-4C3A-A4B3-35F117895E0E}" type="presParOf" srcId="{AD089689-B038-4B0B-B92A-3325E5370C0C}" destId="{FC1CCB32-AF03-4A79-83FA-3AC80972C1A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D7DB4B-9651-4E18-AC7A-AD7E0447841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C70C1F1-93CF-4634-8606-E1DE4F28F594}">
      <dgm:prSet/>
      <dgm:spPr/>
      <dgm:t>
        <a:bodyPr/>
        <a:lstStyle/>
        <a:p>
          <a:pPr>
            <a:lnSpc>
              <a:spcPct val="100000"/>
            </a:lnSpc>
          </a:pPr>
          <a:r>
            <a:rPr lang="en-GB"/>
            <a:t>These are conditions where a treatment must NOT be performed under any circumstances:</a:t>
          </a:r>
          <a:endParaRPr lang="en-US"/>
        </a:p>
      </dgm:t>
    </dgm:pt>
    <dgm:pt modelId="{48E3A6C2-1930-4ABE-9478-08B3620B8865}" type="parTrans" cxnId="{D6DC7F64-2E65-46D1-9169-CBDE46B017B6}">
      <dgm:prSet/>
      <dgm:spPr/>
      <dgm:t>
        <a:bodyPr/>
        <a:lstStyle/>
        <a:p>
          <a:endParaRPr lang="en-US"/>
        </a:p>
      </dgm:t>
    </dgm:pt>
    <dgm:pt modelId="{97A2AF70-F749-41C9-8D88-27CB79857C17}" type="sibTrans" cxnId="{D6DC7F64-2E65-46D1-9169-CBDE46B017B6}">
      <dgm:prSet/>
      <dgm:spPr/>
      <dgm:t>
        <a:bodyPr/>
        <a:lstStyle/>
        <a:p>
          <a:endParaRPr lang="en-US"/>
        </a:p>
      </dgm:t>
    </dgm:pt>
    <dgm:pt modelId="{7643FF7C-5C6E-497C-A2DE-B46A627F372E}">
      <dgm:prSet/>
      <dgm:spPr/>
      <dgm:t>
        <a:bodyPr/>
        <a:lstStyle/>
        <a:p>
          <a:pPr>
            <a:lnSpc>
              <a:spcPct val="100000"/>
            </a:lnSpc>
          </a:pPr>
          <a:r>
            <a:rPr lang="en-GB" dirty="0"/>
            <a:t>The risk of harm clearly outweighs any potential benefit</a:t>
          </a:r>
          <a:endParaRPr lang="en-US" dirty="0"/>
        </a:p>
      </dgm:t>
    </dgm:pt>
    <dgm:pt modelId="{A453E4E1-4EEC-4E55-A07F-FAE6FF5FF58F}" type="parTrans" cxnId="{08999C28-11B1-4842-86E1-96112009365F}">
      <dgm:prSet/>
      <dgm:spPr/>
      <dgm:t>
        <a:bodyPr/>
        <a:lstStyle/>
        <a:p>
          <a:endParaRPr lang="en-US"/>
        </a:p>
      </dgm:t>
    </dgm:pt>
    <dgm:pt modelId="{387CA4BB-42D7-4C7F-86DB-391DD483C2A6}" type="sibTrans" cxnId="{08999C28-11B1-4842-86E1-96112009365F}">
      <dgm:prSet/>
      <dgm:spPr/>
      <dgm:t>
        <a:bodyPr/>
        <a:lstStyle/>
        <a:p>
          <a:endParaRPr lang="en-US"/>
        </a:p>
      </dgm:t>
    </dgm:pt>
    <dgm:pt modelId="{CFD34A83-2CA5-4E3A-A546-52A8F9478ED9}">
      <dgm:prSet/>
      <dgm:spPr/>
      <dgm:t>
        <a:bodyPr/>
        <a:lstStyle/>
        <a:p>
          <a:pPr>
            <a:lnSpc>
              <a:spcPct val="100000"/>
            </a:lnSpc>
          </a:pPr>
          <a:r>
            <a:rPr lang="en-GB" dirty="0"/>
            <a:t>No modification of technique or parameters can make the treatment safe</a:t>
          </a:r>
          <a:endParaRPr lang="en-US" dirty="0"/>
        </a:p>
      </dgm:t>
    </dgm:pt>
    <dgm:pt modelId="{87679146-2595-457E-AF9C-37CE8225F417}" type="parTrans" cxnId="{6FE76058-1030-4D20-A8F0-E37CAE49DD81}">
      <dgm:prSet/>
      <dgm:spPr/>
      <dgm:t>
        <a:bodyPr/>
        <a:lstStyle/>
        <a:p>
          <a:endParaRPr lang="en-US"/>
        </a:p>
      </dgm:t>
    </dgm:pt>
    <dgm:pt modelId="{3A37D64A-C4C8-4E1B-A3A4-1E924E3DB31D}" type="sibTrans" cxnId="{6FE76058-1030-4D20-A8F0-E37CAE49DD81}">
      <dgm:prSet/>
      <dgm:spPr/>
      <dgm:t>
        <a:bodyPr/>
        <a:lstStyle/>
        <a:p>
          <a:endParaRPr lang="en-US"/>
        </a:p>
      </dgm:t>
    </dgm:pt>
    <dgm:pt modelId="{025CBAA2-0835-4E0D-A4E3-543B5C5D97A0}">
      <dgm:prSet/>
      <dgm:spPr/>
      <dgm:t>
        <a:bodyPr/>
        <a:lstStyle/>
        <a:p>
          <a:pPr>
            <a:lnSpc>
              <a:spcPct val="100000"/>
            </a:lnSpc>
          </a:pPr>
          <a:r>
            <a:rPr lang="en-GB"/>
            <a:t>Proceeding would be medically negligent</a:t>
          </a:r>
          <a:endParaRPr lang="en-US"/>
        </a:p>
      </dgm:t>
    </dgm:pt>
    <dgm:pt modelId="{42A7FA64-A752-435F-904E-7251D8107F75}" type="parTrans" cxnId="{B9A95F44-4963-4EE3-BF14-82E1B8A8AEAF}">
      <dgm:prSet/>
      <dgm:spPr/>
      <dgm:t>
        <a:bodyPr/>
        <a:lstStyle/>
        <a:p>
          <a:endParaRPr lang="en-US"/>
        </a:p>
      </dgm:t>
    </dgm:pt>
    <dgm:pt modelId="{E97CE113-C12A-4973-9363-C2B76BCE51B4}" type="sibTrans" cxnId="{B9A95F44-4963-4EE3-BF14-82E1B8A8AEAF}">
      <dgm:prSet/>
      <dgm:spPr/>
      <dgm:t>
        <a:bodyPr/>
        <a:lstStyle/>
        <a:p>
          <a:endParaRPr lang="en-US"/>
        </a:p>
      </dgm:t>
    </dgm:pt>
    <dgm:pt modelId="{0B653C00-6875-4E92-8D92-F26ACBA13084}" type="pres">
      <dgm:prSet presAssocID="{6DD7DB4B-9651-4E18-AC7A-AD7E04478412}" presName="root" presStyleCnt="0">
        <dgm:presLayoutVars>
          <dgm:dir/>
          <dgm:resizeHandles val="exact"/>
        </dgm:presLayoutVars>
      </dgm:prSet>
      <dgm:spPr/>
    </dgm:pt>
    <dgm:pt modelId="{8C563641-C45A-40DD-9AE4-9609FD982BB7}" type="pres">
      <dgm:prSet presAssocID="{BC70C1F1-93CF-4634-8606-E1DE4F28F594}" presName="compNode" presStyleCnt="0"/>
      <dgm:spPr/>
    </dgm:pt>
    <dgm:pt modelId="{2C341F69-F91E-402C-BF54-F96E7104D5DF}" type="pres">
      <dgm:prSet presAssocID="{BC70C1F1-93CF-4634-8606-E1DE4F28F594}" presName="bgRect" presStyleLbl="bgShp" presStyleIdx="0" presStyleCnt="4"/>
      <dgm:spPr/>
    </dgm:pt>
    <dgm:pt modelId="{4F6F98CF-360A-40C5-8526-03777508E2FE}" type="pres">
      <dgm:prSet presAssocID="{BC70C1F1-93CF-4634-8606-E1DE4F28F59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edical"/>
        </a:ext>
      </dgm:extLst>
    </dgm:pt>
    <dgm:pt modelId="{FD90F643-E98E-407F-8805-534DE4679DEA}" type="pres">
      <dgm:prSet presAssocID="{BC70C1F1-93CF-4634-8606-E1DE4F28F594}" presName="spaceRect" presStyleCnt="0"/>
      <dgm:spPr/>
    </dgm:pt>
    <dgm:pt modelId="{1118A111-A580-4BD7-8A37-B77C48B33DE8}" type="pres">
      <dgm:prSet presAssocID="{BC70C1F1-93CF-4634-8606-E1DE4F28F594}" presName="parTx" presStyleLbl="revTx" presStyleIdx="0" presStyleCnt="4">
        <dgm:presLayoutVars>
          <dgm:chMax val="0"/>
          <dgm:chPref val="0"/>
        </dgm:presLayoutVars>
      </dgm:prSet>
      <dgm:spPr/>
    </dgm:pt>
    <dgm:pt modelId="{CA807787-F79F-459D-84B6-AC96FA9915CA}" type="pres">
      <dgm:prSet presAssocID="{97A2AF70-F749-41C9-8D88-27CB79857C17}" presName="sibTrans" presStyleCnt="0"/>
      <dgm:spPr/>
    </dgm:pt>
    <dgm:pt modelId="{A4C69DF7-C523-484F-A7E0-B44434C1CF27}" type="pres">
      <dgm:prSet presAssocID="{7643FF7C-5C6E-497C-A2DE-B46A627F372E}" presName="compNode" presStyleCnt="0"/>
      <dgm:spPr/>
    </dgm:pt>
    <dgm:pt modelId="{26108FA3-FCF4-4D1E-AABB-B6B2B4804A47}" type="pres">
      <dgm:prSet presAssocID="{7643FF7C-5C6E-497C-A2DE-B46A627F372E}" presName="bgRect" presStyleLbl="bgShp" presStyleIdx="1" presStyleCnt="4"/>
      <dgm:spPr/>
    </dgm:pt>
    <dgm:pt modelId="{7EB26FF2-6D60-4A34-849F-4F16543D2311}" type="pres">
      <dgm:prSet presAssocID="{7643FF7C-5C6E-497C-A2DE-B46A627F372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Warning"/>
        </a:ext>
      </dgm:extLst>
    </dgm:pt>
    <dgm:pt modelId="{1226B16F-3E2E-4D53-B321-32468115053A}" type="pres">
      <dgm:prSet presAssocID="{7643FF7C-5C6E-497C-A2DE-B46A627F372E}" presName="spaceRect" presStyleCnt="0"/>
      <dgm:spPr/>
    </dgm:pt>
    <dgm:pt modelId="{70EE232E-6D1A-4A5F-A598-7C941F3C1F41}" type="pres">
      <dgm:prSet presAssocID="{7643FF7C-5C6E-497C-A2DE-B46A627F372E}" presName="parTx" presStyleLbl="revTx" presStyleIdx="1" presStyleCnt="4">
        <dgm:presLayoutVars>
          <dgm:chMax val="0"/>
          <dgm:chPref val="0"/>
        </dgm:presLayoutVars>
      </dgm:prSet>
      <dgm:spPr/>
    </dgm:pt>
    <dgm:pt modelId="{61317FA5-FC26-44BF-9032-5C3CF89F734C}" type="pres">
      <dgm:prSet presAssocID="{387CA4BB-42D7-4C7F-86DB-391DD483C2A6}" presName="sibTrans" presStyleCnt="0"/>
      <dgm:spPr/>
    </dgm:pt>
    <dgm:pt modelId="{9540AE52-AD3C-42A3-8EC1-7A9DA29A28CE}" type="pres">
      <dgm:prSet presAssocID="{CFD34A83-2CA5-4E3A-A546-52A8F9478ED9}" presName="compNode" presStyleCnt="0"/>
      <dgm:spPr/>
    </dgm:pt>
    <dgm:pt modelId="{496FD2CB-5990-4CAB-9AB4-AC011A2B8800}" type="pres">
      <dgm:prSet presAssocID="{CFD34A83-2CA5-4E3A-A546-52A8F9478ED9}" presName="bgRect" presStyleLbl="bgShp" presStyleIdx="2" presStyleCnt="4"/>
      <dgm:spPr/>
    </dgm:pt>
    <dgm:pt modelId="{FA037976-39E6-482A-987D-62A42AC0666A}" type="pres">
      <dgm:prSet presAssocID="{CFD34A83-2CA5-4E3A-A546-52A8F9478ED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edicine"/>
        </a:ext>
      </dgm:extLst>
    </dgm:pt>
    <dgm:pt modelId="{D969B31D-185E-4AB5-BEAB-1B8A5A9D7490}" type="pres">
      <dgm:prSet presAssocID="{CFD34A83-2CA5-4E3A-A546-52A8F9478ED9}" presName="spaceRect" presStyleCnt="0"/>
      <dgm:spPr/>
    </dgm:pt>
    <dgm:pt modelId="{32FD026A-A171-4804-9AD8-8D5EDEF8AA8A}" type="pres">
      <dgm:prSet presAssocID="{CFD34A83-2CA5-4E3A-A546-52A8F9478ED9}" presName="parTx" presStyleLbl="revTx" presStyleIdx="2" presStyleCnt="4">
        <dgm:presLayoutVars>
          <dgm:chMax val="0"/>
          <dgm:chPref val="0"/>
        </dgm:presLayoutVars>
      </dgm:prSet>
      <dgm:spPr/>
    </dgm:pt>
    <dgm:pt modelId="{92239BD5-927D-40CF-9A6E-82F7F6EBF536}" type="pres">
      <dgm:prSet presAssocID="{3A37D64A-C4C8-4E1B-A3A4-1E924E3DB31D}" presName="sibTrans" presStyleCnt="0"/>
      <dgm:spPr/>
    </dgm:pt>
    <dgm:pt modelId="{6BA57AD9-93F9-42FF-8334-5F3E8AE02298}" type="pres">
      <dgm:prSet presAssocID="{025CBAA2-0835-4E0D-A4E3-543B5C5D97A0}" presName="compNode" presStyleCnt="0"/>
      <dgm:spPr/>
    </dgm:pt>
    <dgm:pt modelId="{4EC9885B-1870-4664-9F08-09B2262744EF}" type="pres">
      <dgm:prSet presAssocID="{025CBAA2-0835-4E0D-A4E3-543B5C5D97A0}" presName="bgRect" presStyleLbl="bgShp" presStyleIdx="3" presStyleCnt="4"/>
      <dgm:spPr/>
    </dgm:pt>
    <dgm:pt modelId="{51C03040-2113-4808-A707-6B42E44B3C5E}" type="pres">
      <dgm:prSet presAssocID="{025CBAA2-0835-4E0D-A4E3-543B5C5D97A0}"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octor"/>
        </a:ext>
      </dgm:extLst>
    </dgm:pt>
    <dgm:pt modelId="{BA06E12E-EE46-4B36-B4A3-63CBD6477A12}" type="pres">
      <dgm:prSet presAssocID="{025CBAA2-0835-4E0D-A4E3-543B5C5D97A0}" presName="spaceRect" presStyleCnt="0"/>
      <dgm:spPr/>
    </dgm:pt>
    <dgm:pt modelId="{9879F1D5-0CF6-4B2D-8512-16EB5052791D}" type="pres">
      <dgm:prSet presAssocID="{025CBAA2-0835-4E0D-A4E3-543B5C5D97A0}" presName="parTx" presStyleLbl="revTx" presStyleIdx="3" presStyleCnt="4">
        <dgm:presLayoutVars>
          <dgm:chMax val="0"/>
          <dgm:chPref val="0"/>
        </dgm:presLayoutVars>
      </dgm:prSet>
      <dgm:spPr/>
    </dgm:pt>
  </dgm:ptLst>
  <dgm:cxnLst>
    <dgm:cxn modelId="{08999C28-11B1-4842-86E1-96112009365F}" srcId="{6DD7DB4B-9651-4E18-AC7A-AD7E04478412}" destId="{7643FF7C-5C6E-497C-A2DE-B46A627F372E}" srcOrd="1" destOrd="0" parTransId="{A453E4E1-4EEC-4E55-A07F-FAE6FF5FF58F}" sibTransId="{387CA4BB-42D7-4C7F-86DB-391DD483C2A6}"/>
    <dgm:cxn modelId="{C863765C-E3FE-4A58-A7E0-F4CAB9F67050}" type="presOf" srcId="{BC70C1F1-93CF-4634-8606-E1DE4F28F594}" destId="{1118A111-A580-4BD7-8A37-B77C48B33DE8}" srcOrd="0" destOrd="0" presId="urn:microsoft.com/office/officeart/2018/2/layout/IconVerticalSolidList"/>
    <dgm:cxn modelId="{B9A95F44-4963-4EE3-BF14-82E1B8A8AEAF}" srcId="{6DD7DB4B-9651-4E18-AC7A-AD7E04478412}" destId="{025CBAA2-0835-4E0D-A4E3-543B5C5D97A0}" srcOrd="3" destOrd="0" parTransId="{42A7FA64-A752-435F-904E-7251D8107F75}" sibTransId="{E97CE113-C12A-4973-9363-C2B76BCE51B4}"/>
    <dgm:cxn modelId="{D6DC7F64-2E65-46D1-9169-CBDE46B017B6}" srcId="{6DD7DB4B-9651-4E18-AC7A-AD7E04478412}" destId="{BC70C1F1-93CF-4634-8606-E1DE4F28F594}" srcOrd="0" destOrd="0" parTransId="{48E3A6C2-1930-4ABE-9478-08B3620B8865}" sibTransId="{97A2AF70-F749-41C9-8D88-27CB79857C17}"/>
    <dgm:cxn modelId="{6FE76058-1030-4D20-A8F0-E37CAE49DD81}" srcId="{6DD7DB4B-9651-4E18-AC7A-AD7E04478412}" destId="{CFD34A83-2CA5-4E3A-A546-52A8F9478ED9}" srcOrd="2" destOrd="0" parTransId="{87679146-2595-457E-AF9C-37CE8225F417}" sibTransId="{3A37D64A-C4C8-4E1B-A3A4-1E924E3DB31D}"/>
    <dgm:cxn modelId="{DA117E7B-8B56-49C6-98A6-2B02876A3600}" type="presOf" srcId="{025CBAA2-0835-4E0D-A4E3-543B5C5D97A0}" destId="{9879F1D5-0CF6-4B2D-8512-16EB5052791D}" srcOrd="0" destOrd="0" presId="urn:microsoft.com/office/officeart/2018/2/layout/IconVerticalSolidList"/>
    <dgm:cxn modelId="{4749D08D-BDA8-4C34-9E22-FA650BC40642}" type="presOf" srcId="{CFD34A83-2CA5-4E3A-A546-52A8F9478ED9}" destId="{32FD026A-A171-4804-9AD8-8D5EDEF8AA8A}" srcOrd="0" destOrd="0" presId="urn:microsoft.com/office/officeart/2018/2/layout/IconVerticalSolidList"/>
    <dgm:cxn modelId="{CE7710A4-9996-4814-A892-DBEECB513DE0}" type="presOf" srcId="{7643FF7C-5C6E-497C-A2DE-B46A627F372E}" destId="{70EE232E-6D1A-4A5F-A598-7C941F3C1F41}" srcOrd="0" destOrd="0" presId="urn:microsoft.com/office/officeart/2018/2/layout/IconVerticalSolidList"/>
    <dgm:cxn modelId="{6201DCD2-A833-4C0E-A5EC-2E7FA96F42EB}" type="presOf" srcId="{6DD7DB4B-9651-4E18-AC7A-AD7E04478412}" destId="{0B653C00-6875-4E92-8D92-F26ACBA13084}" srcOrd="0" destOrd="0" presId="urn:microsoft.com/office/officeart/2018/2/layout/IconVerticalSolidList"/>
    <dgm:cxn modelId="{7360F305-EC2E-44F4-A3CC-C4BB31A731C4}" type="presParOf" srcId="{0B653C00-6875-4E92-8D92-F26ACBA13084}" destId="{8C563641-C45A-40DD-9AE4-9609FD982BB7}" srcOrd="0" destOrd="0" presId="urn:microsoft.com/office/officeart/2018/2/layout/IconVerticalSolidList"/>
    <dgm:cxn modelId="{709ED262-FBA5-49DB-B095-5A588188628B}" type="presParOf" srcId="{8C563641-C45A-40DD-9AE4-9609FD982BB7}" destId="{2C341F69-F91E-402C-BF54-F96E7104D5DF}" srcOrd="0" destOrd="0" presId="urn:microsoft.com/office/officeart/2018/2/layout/IconVerticalSolidList"/>
    <dgm:cxn modelId="{5EDB851E-8D0D-428E-8EBE-2B3E7B72332A}" type="presParOf" srcId="{8C563641-C45A-40DD-9AE4-9609FD982BB7}" destId="{4F6F98CF-360A-40C5-8526-03777508E2FE}" srcOrd="1" destOrd="0" presId="urn:microsoft.com/office/officeart/2018/2/layout/IconVerticalSolidList"/>
    <dgm:cxn modelId="{C4291D98-DBBA-4487-91E4-EF12F56E3CC3}" type="presParOf" srcId="{8C563641-C45A-40DD-9AE4-9609FD982BB7}" destId="{FD90F643-E98E-407F-8805-534DE4679DEA}" srcOrd="2" destOrd="0" presId="urn:microsoft.com/office/officeart/2018/2/layout/IconVerticalSolidList"/>
    <dgm:cxn modelId="{8D80E4B1-A068-48F6-A6FC-4E04A44E354D}" type="presParOf" srcId="{8C563641-C45A-40DD-9AE4-9609FD982BB7}" destId="{1118A111-A580-4BD7-8A37-B77C48B33DE8}" srcOrd="3" destOrd="0" presId="urn:microsoft.com/office/officeart/2018/2/layout/IconVerticalSolidList"/>
    <dgm:cxn modelId="{2CCED3B1-71E5-441F-BEB4-A21086F55031}" type="presParOf" srcId="{0B653C00-6875-4E92-8D92-F26ACBA13084}" destId="{CA807787-F79F-459D-84B6-AC96FA9915CA}" srcOrd="1" destOrd="0" presId="urn:microsoft.com/office/officeart/2018/2/layout/IconVerticalSolidList"/>
    <dgm:cxn modelId="{55FAB668-2A52-4EC2-B78F-0E8180CCA040}" type="presParOf" srcId="{0B653C00-6875-4E92-8D92-F26ACBA13084}" destId="{A4C69DF7-C523-484F-A7E0-B44434C1CF27}" srcOrd="2" destOrd="0" presId="urn:microsoft.com/office/officeart/2018/2/layout/IconVerticalSolidList"/>
    <dgm:cxn modelId="{28876882-7511-422A-ABBB-14342D7BA20B}" type="presParOf" srcId="{A4C69DF7-C523-484F-A7E0-B44434C1CF27}" destId="{26108FA3-FCF4-4D1E-AABB-B6B2B4804A47}" srcOrd="0" destOrd="0" presId="urn:microsoft.com/office/officeart/2018/2/layout/IconVerticalSolidList"/>
    <dgm:cxn modelId="{FC0AAF59-E084-482D-AC4E-92E32B4502C8}" type="presParOf" srcId="{A4C69DF7-C523-484F-A7E0-B44434C1CF27}" destId="{7EB26FF2-6D60-4A34-849F-4F16543D2311}" srcOrd="1" destOrd="0" presId="urn:microsoft.com/office/officeart/2018/2/layout/IconVerticalSolidList"/>
    <dgm:cxn modelId="{BAB63F8A-DBAC-47DF-9C48-CA0E021ADC32}" type="presParOf" srcId="{A4C69DF7-C523-484F-A7E0-B44434C1CF27}" destId="{1226B16F-3E2E-4D53-B321-32468115053A}" srcOrd="2" destOrd="0" presId="urn:microsoft.com/office/officeart/2018/2/layout/IconVerticalSolidList"/>
    <dgm:cxn modelId="{9A17E36D-BF70-4CEF-BCB7-CDC13D614E94}" type="presParOf" srcId="{A4C69DF7-C523-484F-A7E0-B44434C1CF27}" destId="{70EE232E-6D1A-4A5F-A598-7C941F3C1F41}" srcOrd="3" destOrd="0" presId="urn:microsoft.com/office/officeart/2018/2/layout/IconVerticalSolidList"/>
    <dgm:cxn modelId="{8A91FA8D-F5FD-4F6C-B057-A5D23012610F}" type="presParOf" srcId="{0B653C00-6875-4E92-8D92-F26ACBA13084}" destId="{61317FA5-FC26-44BF-9032-5C3CF89F734C}" srcOrd="3" destOrd="0" presId="urn:microsoft.com/office/officeart/2018/2/layout/IconVerticalSolidList"/>
    <dgm:cxn modelId="{6ECDB853-E548-4732-B638-62D88D3EE463}" type="presParOf" srcId="{0B653C00-6875-4E92-8D92-F26ACBA13084}" destId="{9540AE52-AD3C-42A3-8EC1-7A9DA29A28CE}" srcOrd="4" destOrd="0" presId="urn:microsoft.com/office/officeart/2018/2/layout/IconVerticalSolidList"/>
    <dgm:cxn modelId="{451588E9-6084-44CB-96C1-0BBA2B450C83}" type="presParOf" srcId="{9540AE52-AD3C-42A3-8EC1-7A9DA29A28CE}" destId="{496FD2CB-5990-4CAB-9AB4-AC011A2B8800}" srcOrd="0" destOrd="0" presId="urn:microsoft.com/office/officeart/2018/2/layout/IconVerticalSolidList"/>
    <dgm:cxn modelId="{0736EDF0-9677-4F06-BD76-E11A5916FAEB}" type="presParOf" srcId="{9540AE52-AD3C-42A3-8EC1-7A9DA29A28CE}" destId="{FA037976-39E6-482A-987D-62A42AC0666A}" srcOrd="1" destOrd="0" presId="urn:microsoft.com/office/officeart/2018/2/layout/IconVerticalSolidList"/>
    <dgm:cxn modelId="{0F6442C4-E1BF-4A29-AA30-24FA6639D472}" type="presParOf" srcId="{9540AE52-AD3C-42A3-8EC1-7A9DA29A28CE}" destId="{D969B31D-185E-4AB5-BEAB-1B8A5A9D7490}" srcOrd="2" destOrd="0" presId="urn:microsoft.com/office/officeart/2018/2/layout/IconVerticalSolidList"/>
    <dgm:cxn modelId="{29A1CFEF-31BE-4E6D-865F-F8D4809631DD}" type="presParOf" srcId="{9540AE52-AD3C-42A3-8EC1-7A9DA29A28CE}" destId="{32FD026A-A171-4804-9AD8-8D5EDEF8AA8A}" srcOrd="3" destOrd="0" presId="urn:microsoft.com/office/officeart/2018/2/layout/IconVerticalSolidList"/>
    <dgm:cxn modelId="{09206D4D-3D73-4112-B175-46C0B0DC4F31}" type="presParOf" srcId="{0B653C00-6875-4E92-8D92-F26ACBA13084}" destId="{92239BD5-927D-40CF-9A6E-82F7F6EBF536}" srcOrd="5" destOrd="0" presId="urn:microsoft.com/office/officeart/2018/2/layout/IconVerticalSolidList"/>
    <dgm:cxn modelId="{47D9B2C5-5943-4D2A-960E-E150131D3993}" type="presParOf" srcId="{0B653C00-6875-4E92-8D92-F26ACBA13084}" destId="{6BA57AD9-93F9-42FF-8334-5F3E8AE02298}" srcOrd="6" destOrd="0" presId="urn:microsoft.com/office/officeart/2018/2/layout/IconVerticalSolidList"/>
    <dgm:cxn modelId="{2D38B923-C7D1-4D68-B494-2B4ECFBAC526}" type="presParOf" srcId="{6BA57AD9-93F9-42FF-8334-5F3E8AE02298}" destId="{4EC9885B-1870-4664-9F08-09B2262744EF}" srcOrd="0" destOrd="0" presId="urn:microsoft.com/office/officeart/2018/2/layout/IconVerticalSolidList"/>
    <dgm:cxn modelId="{85381929-6B9F-4103-AB7E-026EF5051413}" type="presParOf" srcId="{6BA57AD9-93F9-42FF-8334-5F3E8AE02298}" destId="{51C03040-2113-4808-A707-6B42E44B3C5E}" srcOrd="1" destOrd="0" presId="urn:microsoft.com/office/officeart/2018/2/layout/IconVerticalSolidList"/>
    <dgm:cxn modelId="{DB6EE42F-0BD6-4CE6-8A4F-7742087C48C1}" type="presParOf" srcId="{6BA57AD9-93F9-42FF-8334-5F3E8AE02298}" destId="{BA06E12E-EE46-4B36-B4A3-63CBD6477A12}" srcOrd="2" destOrd="0" presId="urn:microsoft.com/office/officeart/2018/2/layout/IconVerticalSolidList"/>
    <dgm:cxn modelId="{3715825F-C07D-4E3A-AF48-2016FE2F9E0E}" type="presParOf" srcId="{6BA57AD9-93F9-42FF-8334-5F3E8AE02298}" destId="{9879F1D5-0CF6-4B2D-8512-16EB5052791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9D4E3C-65E4-4C2A-A637-5F3FE075025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F2AD344-D3B0-48AC-B2B8-944569A3FD94}">
      <dgm:prSet/>
      <dgm:spPr/>
      <dgm:t>
        <a:bodyPr/>
        <a:lstStyle/>
        <a:p>
          <a:r>
            <a:rPr lang="en-GB" b="1"/>
            <a:t>Absolute Contraindications</a:t>
          </a:r>
          <a:endParaRPr lang="en-US"/>
        </a:p>
      </dgm:t>
    </dgm:pt>
    <dgm:pt modelId="{CA70386F-DFFA-4745-B460-602CBC2984D1}" type="parTrans" cxnId="{F39D36A0-6652-4676-81F2-6E8432B67131}">
      <dgm:prSet/>
      <dgm:spPr/>
      <dgm:t>
        <a:bodyPr/>
        <a:lstStyle/>
        <a:p>
          <a:endParaRPr lang="en-US"/>
        </a:p>
      </dgm:t>
    </dgm:pt>
    <dgm:pt modelId="{DB28BCD9-EF27-472B-9DF1-F5B2D9D279CA}" type="sibTrans" cxnId="{F39D36A0-6652-4676-81F2-6E8432B67131}">
      <dgm:prSet/>
      <dgm:spPr/>
      <dgm:t>
        <a:bodyPr/>
        <a:lstStyle/>
        <a:p>
          <a:endParaRPr lang="en-US"/>
        </a:p>
      </dgm:t>
    </dgm:pt>
    <dgm:pt modelId="{18F87759-5DE2-4C06-AF3D-E2981804536D}">
      <dgm:prSet/>
      <dgm:spPr/>
      <dgm:t>
        <a:bodyPr/>
        <a:lstStyle/>
        <a:p>
          <a:r>
            <a:rPr lang="en-GB"/>
            <a:t>Active skin infection (herpes, impetigo, fungal infections, warts) in the treatment area</a:t>
          </a:r>
          <a:endParaRPr lang="en-US"/>
        </a:p>
      </dgm:t>
    </dgm:pt>
    <dgm:pt modelId="{A950ED24-D814-488B-8F6C-1A4516F18A6F}" type="parTrans" cxnId="{9E074D2B-962A-4C58-848C-5383F841FAD2}">
      <dgm:prSet/>
      <dgm:spPr/>
      <dgm:t>
        <a:bodyPr/>
        <a:lstStyle/>
        <a:p>
          <a:endParaRPr lang="en-US"/>
        </a:p>
      </dgm:t>
    </dgm:pt>
    <dgm:pt modelId="{B9D7E983-DEC7-4257-ABB0-46D905B1C10F}" type="sibTrans" cxnId="{9E074D2B-962A-4C58-848C-5383F841FAD2}">
      <dgm:prSet/>
      <dgm:spPr/>
      <dgm:t>
        <a:bodyPr/>
        <a:lstStyle/>
        <a:p>
          <a:endParaRPr lang="en-US"/>
        </a:p>
      </dgm:t>
    </dgm:pt>
    <dgm:pt modelId="{98C04AAD-8170-434A-AAB0-7E83CF629BA1}">
      <dgm:prSet/>
      <dgm:spPr/>
      <dgm:t>
        <a:bodyPr/>
        <a:lstStyle/>
        <a:p>
          <a:r>
            <a:rPr lang="en-GB"/>
            <a:t>Open wounds or compromised skin barrier</a:t>
          </a:r>
          <a:endParaRPr lang="en-US"/>
        </a:p>
      </dgm:t>
    </dgm:pt>
    <dgm:pt modelId="{840A5C08-89DE-4BB8-8329-6E6DB19B0518}" type="parTrans" cxnId="{33096066-D7F8-40DB-8EFA-D5C3A19F03D9}">
      <dgm:prSet/>
      <dgm:spPr/>
      <dgm:t>
        <a:bodyPr/>
        <a:lstStyle/>
        <a:p>
          <a:endParaRPr lang="en-US"/>
        </a:p>
      </dgm:t>
    </dgm:pt>
    <dgm:pt modelId="{FE156124-D1D2-4717-A2CD-5DE265D08192}" type="sibTrans" cxnId="{33096066-D7F8-40DB-8EFA-D5C3A19F03D9}">
      <dgm:prSet/>
      <dgm:spPr/>
      <dgm:t>
        <a:bodyPr/>
        <a:lstStyle/>
        <a:p>
          <a:endParaRPr lang="en-US"/>
        </a:p>
      </dgm:t>
    </dgm:pt>
    <dgm:pt modelId="{8D1788E4-82C0-43ED-A5F6-D3310889DB95}">
      <dgm:prSet/>
      <dgm:spPr/>
      <dgm:t>
        <a:bodyPr/>
        <a:lstStyle/>
        <a:p>
          <a:r>
            <a:rPr lang="en-GB"/>
            <a:t>Current isotretinoin use (medium to deep peels) or within 6 months of completing a course</a:t>
          </a:r>
          <a:endParaRPr lang="en-US"/>
        </a:p>
      </dgm:t>
    </dgm:pt>
    <dgm:pt modelId="{8015AD78-EBE3-48FC-AD1B-0580D2935D06}" type="parTrans" cxnId="{8A86F170-49C7-4C0E-912A-14A7B13106CE}">
      <dgm:prSet/>
      <dgm:spPr/>
      <dgm:t>
        <a:bodyPr/>
        <a:lstStyle/>
        <a:p>
          <a:endParaRPr lang="en-US"/>
        </a:p>
      </dgm:t>
    </dgm:pt>
    <dgm:pt modelId="{541EFE38-E87A-4A03-B3F5-C170B7983422}" type="sibTrans" cxnId="{8A86F170-49C7-4C0E-912A-14A7B13106CE}">
      <dgm:prSet/>
      <dgm:spPr/>
      <dgm:t>
        <a:bodyPr/>
        <a:lstStyle/>
        <a:p>
          <a:endParaRPr lang="en-US"/>
        </a:p>
      </dgm:t>
    </dgm:pt>
    <dgm:pt modelId="{89023CDE-C8BD-4BB2-BCA0-83B26A64B6BA}">
      <dgm:prSet/>
      <dgm:spPr/>
      <dgm:t>
        <a:bodyPr/>
        <a:lstStyle/>
        <a:p>
          <a:r>
            <a:rPr lang="en-GB"/>
            <a:t>Known allergy to peel components</a:t>
          </a:r>
          <a:endParaRPr lang="en-US"/>
        </a:p>
      </dgm:t>
    </dgm:pt>
    <dgm:pt modelId="{2C7F6929-0E3C-4561-8305-61A4A0246519}" type="parTrans" cxnId="{87AB4E90-9D3A-45C5-B232-F903860ED351}">
      <dgm:prSet/>
      <dgm:spPr/>
      <dgm:t>
        <a:bodyPr/>
        <a:lstStyle/>
        <a:p>
          <a:endParaRPr lang="en-US"/>
        </a:p>
      </dgm:t>
    </dgm:pt>
    <dgm:pt modelId="{E988BC9B-A9E0-4933-9F85-229E0394B6C8}" type="sibTrans" cxnId="{87AB4E90-9D3A-45C5-B232-F903860ED351}">
      <dgm:prSet/>
      <dgm:spPr/>
      <dgm:t>
        <a:bodyPr/>
        <a:lstStyle/>
        <a:p>
          <a:endParaRPr lang="en-US"/>
        </a:p>
      </dgm:t>
    </dgm:pt>
    <dgm:pt modelId="{B7D1F7D5-E4D8-4C02-ACEB-04465F06A73E}">
      <dgm:prSet/>
      <dgm:spPr/>
      <dgm:t>
        <a:bodyPr/>
        <a:lstStyle/>
        <a:p>
          <a:r>
            <a:rPr lang="en-GB"/>
            <a:t>Pregnancy </a:t>
          </a:r>
          <a:endParaRPr lang="en-US"/>
        </a:p>
      </dgm:t>
    </dgm:pt>
    <dgm:pt modelId="{8FBE5B16-EFB0-4F16-B6B0-2BCE22B66DE6}" type="parTrans" cxnId="{CBEFFBEF-A1F9-40B4-98C1-110EFB3B19DB}">
      <dgm:prSet/>
      <dgm:spPr/>
      <dgm:t>
        <a:bodyPr/>
        <a:lstStyle/>
        <a:p>
          <a:endParaRPr lang="en-US"/>
        </a:p>
      </dgm:t>
    </dgm:pt>
    <dgm:pt modelId="{54D5D06F-F43D-4E47-A6EA-1894C2FA45F2}" type="sibTrans" cxnId="{CBEFFBEF-A1F9-40B4-98C1-110EFB3B19DB}">
      <dgm:prSet/>
      <dgm:spPr/>
      <dgm:t>
        <a:bodyPr/>
        <a:lstStyle/>
        <a:p>
          <a:endParaRPr lang="en-US"/>
        </a:p>
      </dgm:t>
    </dgm:pt>
    <dgm:pt modelId="{F383DBE5-E721-4551-A20F-9FA8FADAEDBD}" type="pres">
      <dgm:prSet presAssocID="{519D4E3C-65E4-4C2A-A637-5F3FE075025B}" presName="linear" presStyleCnt="0">
        <dgm:presLayoutVars>
          <dgm:animLvl val="lvl"/>
          <dgm:resizeHandles val="exact"/>
        </dgm:presLayoutVars>
      </dgm:prSet>
      <dgm:spPr/>
    </dgm:pt>
    <dgm:pt modelId="{4B7CA509-C4BD-47C1-99EA-A1B398B3ABDB}" type="pres">
      <dgm:prSet presAssocID="{2F2AD344-D3B0-48AC-B2B8-944569A3FD94}" presName="parentText" presStyleLbl="node1" presStyleIdx="0" presStyleCnt="6">
        <dgm:presLayoutVars>
          <dgm:chMax val="0"/>
          <dgm:bulletEnabled val="1"/>
        </dgm:presLayoutVars>
      </dgm:prSet>
      <dgm:spPr/>
    </dgm:pt>
    <dgm:pt modelId="{F9887A31-0C66-4F7D-BFC8-BA1A9FC5FCEF}" type="pres">
      <dgm:prSet presAssocID="{DB28BCD9-EF27-472B-9DF1-F5B2D9D279CA}" presName="spacer" presStyleCnt="0"/>
      <dgm:spPr/>
    </dgm:pt>
    <dgm:pt modelId="{21D95B26-5AE4-4DB9-82FB-E63634B86946}" type="pres">
      <dgm:prSet presAssocID="{18F87759-5DE2-4C06-AF3D-E2981804536D}" presName="parentText" presStyleLbl="node1" presStyleIdx="1" presStyleCnt="6">
        <dgm:presLayoutVars>
          <dgm:chMax val="0"/>
          <dgm:bulletEnabled val="1"/>
        </dgm:presLayoutVars>
      </dgm:prSet>
      <dgm:spPr/>
    </dgm:pt>
    <dgm:pt modelId="{87732CC6-0185-466A-A22A-0F65754640DB}" type="pres">
      <dgm:prSet presAssocID="{B9D7E983-DEC7-4257-ABB0-46D905B1C10F}" presName="spacer" presStyleCnt="0"/>
      <dgm:spPr/>
    </dgm:pt>
    <dgm:pt modelId="{3B28A3D9-ADFF-41D5-9CFC-17804A0E2926}" type="pres">
      <dgm:prSet presAssocID="{98C04AAD-8170-434A-AAB0-7E83CF629BA1}" presName="parentText" presStyleLbl="node1" presStyleIdx="2" presStyleCnt="6">
        <dgm:presLayoutVars>
          <dgm:chMax val="0"/>
          <dgm:bulletEnabled val="1"/>
        </dgm:presLayoutVars>
      </dgm:prSet>
      <dgm:spPr/>
    </dgm:pt>
    <dgm:pt modelId="{9CB80092-AF05-44DA-8882-ED50C6A27478}" type="pres">
      <dgm:prSet presAssocID="{FE156124-D1D2-4717-A2CD-5DE265D08192}" presName="spacer" presStyleCnt="0"/>
      <dgm:spPr/>
    </dgm:pt>
    <dgm:pt modelId="{9AF14D0A-6D53-40D4-A87A-1F6B394B2E83}" type="pres">
      <dgm:prSet presAssocID="{8D1788E4-82C0-43ED-A5F6-D3310889DB95}" presName="parentText" presStyleLbl="node1" presStyleIdx="3" presStyleCnt="6">
        <dgm:presLayoutVars>
          <dgm:chMax val="0"/>
          <dgm:bulletEnabled val="1"/>
        </dgm:presLayoutVars>
      </dgm:prSet>
      <dgm:spPr/>
    </dgm:pt>
    <dgm:pt modelId="{F050F682-BECE-498F-A87F-AF9172D24934}" type="pres">
      <dgm:prSet presAssocID="{541EFE38-E87A-4A03-B3F5-C170B7983422}" presName="spacer" presStyleCnt="0"/>
      <dgm:spPr/>
    </dgm:pt>
    <dgm:pt modelId="{02FB3670-855F-42AB-B5A2-1EAA6E0B40FA}" type="pres">
      <dgm:prSet presAssocID="{89023CDE-C8BD-4BB2-BCA0-83B26A64B6BA}" presName="parentText" presStyleLbl="node1" presStyleIdx="4" presStyleCnt="6">
        <dgm:presLayoutVars>
          <dgm:chMax val="0"/>
          <dgm:bulletEnabled val="1"/>
        </dgm:presLayoutVars>
      </dgm:prSet>
      <dgm:spPr/>
    </dgm:pt>
    <dgm:pt modelId="{D9C729E5-A242-46CD-9E7F-70C2BB7A2D85}" type="pres">
      <dgm:prSet presAssocID="{E988BC9B-A9E0-4933-9F85-229E0394B6C8}" presName="spacer" presStyleCnt="0"/>
      <dgm:spPr/>
    </dgm:pt>
    <dgm:pt modelId="{A0049F9E-9DFC-42C8-8FA5-5EE56A10EA13}" type="pres">
      <dgm:prSet presAssocID="{B7D1F7D5-E4D8-4C02-ACEB-04465F06A73E}" presName="parentText" presStyleLbl="node1" presStyleIdx="5" presStyleCnt="6">
        <dgm:presLayoutVars>
          <dgm:chMax val="0"/>
          <dgm:bulletEnabled val="1"/>
        </dgm:presLayoutVars>
      </dgm:prSet>
      <dgm:spPr/>
    </dgm:pt>
  </dgm:ptLst>
  <dgm:cxnLst>
    <dgm:cxn modelId="{9E074D2B-962A-4C58-848C-5383F841FAD2}" srcId="{519D4E3C-65E4-4C2A-A637-5F3FE075025B}" destId="{18F87759-5DE2-4C06-AF3D-E2981804536D}" srcOrd="1" destOrd="0" parTransId="{A950ED24-D814-488B-8F6C-1A4516F18A6F}" sibTransId="{B9D7E983-DEC7-4257-ABB0-46D905B1C10F}"/>
    <dgm:cxn modelId="{B9652F41-9FC2-4AF2-9BE1-CDB533D6A1E5}" type="presOf" srcId="{18F87759-5DE2-4C06-AF3D-E2981804536D}" destId="{21D95B26-5AE4-4DB9-82FB-E63634B86946}" srcOrd="0" destOrd="0" presId="urn:microsoft.com/office/officeart/2005/8/layout/vList2"/>
    <dgm:cxn modelId="{33096066-D7F8-40DB-8EFA-D5C3A19F03D9}" srcId="{519D4E3C-65E4-4C2A-A637-5F3FE075025B}" destId="{98C04AAD-8170-434A-AAB0-7E83CF629BA1}" srcOrd="2" destOrd="0" parTransId="{840A5C08-89DE-4BB8-8329-6E6DB19B0518}" sibTransId="{FE156124-D1D2-4717-A2CD-5DE265D08192}"/>
    <dgm:cxn modelId="{8A86F170-49C7-4C0E-912A-14A7B13106CE}" srcId="{519D4E3C-65E4-4C2A-A637-5F3FE075025B}" destId="{8D1788E4-82C0-43ED-A5F6-D3310889DB95}" srcOrd="3" destOrd="0" parTransId="{8015AD78-EBE3-48FC-AD1B-0580D2935D06}" sibTransId="{541EFE38-E87A-4A03-B3F5-C170B7983422}"/>
    <dgm:cxn modelId="{84D3AF86-0946-415D-B4CC-FF3E0D227DA0}" type="presOf" srcId="{519D4E3C-65E4-4C2A-A637-5F3FE075025B}" destId="{F383DBE5-E721-4551-A20F-9FA8FADAEDBD}" srcOrd="0" destOrd="0" presId="urn:microsoft.com/office/officeart/2005/8/layout/vList2"/>
    <dgm:cxn modelId="{FC8B828A-34C8-4E5A-830F-D803E60BBB5C}" type="presOf" srcId="{89023CDE-C8BD-4BB2-BCA0-83B26A64B6BA}" destId="{02FB3670-855F-42AB-B5A2-1EAA6E0B40FA}" srcOrd="0" destOrd="0" presId="urn:microsoft.com/office/officeart/2005/8/layout/vList2"/>
    <dgm:cxn modelId="{87AB4E90-9D3A-45C5-B232-F903860ED351}" srcId="{519D4E3C-65E4-4C2A-A637-5F3FE075025B}" destId="{89023CDE-C8BD-4BB2-BCA0-83B26A64B6BA}" srcOrd="4" destOrd="0" parTransId="{2C7F6929-0E3C-4561-8305-61A4A0246519}" sibTransId="{E988BC9B-A9E0-4933-9F85-229E0394B6C8}"/>
    <dgm:cxn modelId="{F39D36A0-6652-4676-81F2-6E8432B67131}" srcId="{519D4E3C-65E4-4C2A-A637-5F3FE075025B}" destId="{2F2AD344-D3B0-48AC-B2B8-944569A3FD94}" srcOrd="0" destOrd="0" parTransId="{CA70386F-DFFA-4745-B460-602CBC2984D1}" sibTransId="{DB28BCD9-EF27-472B-9DF1-F5B2D9D279CA}"/>
    <dgm:cxn modelId="{54F28CB1-78AE-43FF-9813-69CBFD39FC7A}" type="presOf" srcId="{8D1788E4-82C0-43ED-A5F6-D3310889DB95}" destId="{9AF14D0A-6D53-40D4-A87A-1F6B394B2E83}" srcOrd="0" destOrd="0" presId="urn:microsoft.com/office/officeart/2005/8/layout/vList2"/>
    <dgm:cxn modelId="{768419E4-E3E9-401A-8245-D6E17B19C03D}" type="presOf" srcId="{98C04AAD-8170-434A-AAB0-7E83CF629BA1}" destId="{3B28A3D9-ADFF-41D5-9CFC-17804A0E2926}" srcOrd="0" destOrd="0" presId="urn:microsoft.com/office/officeart/2005/8/layout/vList2"/>
    <dgm:cxn modelId="{722F3AE7-635E-40A0-8ECE-9847ADFF90E9}" type="presOf" srcId="{2F2AD344-D3B0-48AC-B2B8-944569A3FD94}" destId="{4B7CA509-C4BD-47C1-99EA-A1B398B3ABDB}" srcOrd="0" destOrd="0" presId="urn:microsoft.com/office/officeart/2005/8/layout/vList2"/>
    <dgm:cxn modelId="{0FA63FED-A385-4F46-AAF1-2EFF14012110}" type="presOf" srcId="{B7D1F7D5-E4D8-4C02-ACEB-04465F06A73E}" destId="{A0049F9E-9DFC-42C8-8FA5-5EE56A10EA13}" srcOrd="0" destOrd="0" presId="urn:microsoft.com/office/officeart/2005/8/layout/vList2"/>
    <dgm:cxn modelId="{CBEFFBEF-A1F9-40B4-98C1-110EFB3B19DB}" srcId="{519D4E3C-65E4-4C2A-A637-5F3FE075025B}" destId="{B7D1F7D5-E4D8-4C02-ACEB-04465F06A73E}" srcOrd="5" destOrd="0" parTransId="{8FBE5B16-EFB0-4F16-B6B0-2BCE22B66DE6}" sibTransId="{54D5D06F-F43D-4E47-A6EA-1894C2FA45F2}"/>
    <dgm:cxn modelId="{41998294-3A9D-4397-9FF5-D20F1FFDF938}" type="presParOf" srcId="{F383DBE5-E721-4551-A20F-9FA8FADAEDBD}" destId="{4B7CA509-C4BD-47C1-99EA-A1B398B3ABDB}" srcOrd="0" destOrd="0" presId="urn:microsoft.com/office/officeart/2005/8/layout/vList2"/>
    <dgm:cxn modelId="{1D73AB33-FA3A-4FDD-B912-F18DA10C1737}" type="presParOf" srcId="{F383DBE5-E721-4551-A20F-9FA8FADAEDBD}" destId="{F9887A31-0C66-4F7D-BFC8-BA1A9FC5FCEF}" srcOrd="1" destOrd="0" presId="urn:microsoft.com/office/officeart/2005/8/layout/vList2"/>
    <dgm:cxn modelId="{92D1E9D7-9524-46F1-9353-21BE66B8886B}" type="presParOf" srcId="{F383DBE5-E721-4551-A20F-9FA8FADAEDBD}" destId="{21D95B26-5AE4-4DB9-82FB-E63634B86946}" srcOrd="2" destOrd="0" presId="urn:microsoft.com/office/officeart/2005/8/layout/vList2"/>
    <dgm:cxn modelId="{DDAAF091-06EC-4863-A4FC-874A1D808F13}" type="presParOf" srcId="{F383DBE5-E721-4551-A20F-9FA8FADAEDBD}" destId="{87732CC6-0185-466A-A22A-0F65754640DB}" srcOrd="3" destOrd="0" presId="urn:microsoft.com/office/officeart/2005/8/layout/vList2"/>
    <dgm:cxn modelId="{8D3DB6B2-D1A0-4345-8D2E-6A703355B93F}" type="presParOf" srcId="{F383DBE5-E721-4551-A20F-9FA8FADAEDBD}" destId="{3B28A3D9-ADFF-41D5-9CFC-17804A0E2926}" srcOrd="4" destOrd="0" presId="urn:microsoft.com/office/officeart/2005/8/layout/vList2"/>
    <dgm:cxn modelId="{3124E244-AC02-4081-BA0B-219C16EFE80F}" type="presParOf" srcId="{F383DBE5-E721-4551-A20F-9FA8FADAEDBD}" destId="{9CB80092-AF05-44DA-8882-ED50C6A27478}" srcOrd="5" destOrd="0" presId="urn:microsoft.com/office/officeart/2005/8/layout/vList2"/>
    <dgm:cxn modelId="{FDB48F72-64C6-43A7-B6C1-038D3F98EDD9}" type="presParOf" srcId="{F383DBE5-E721-4551-A20F-9FA8FADAEDBD}" destId="{9AF14D0A-6D53-40D4-A87A-1F6B394B2E83}" srcOrd="6" destOrd="0" presId="urn:microsoft.com/office/officeart/2005/8/layout/vList2"/>
    <dgm:cxn modelId="{9F653E05-87C3-4F50-8812-A0BABAB311E6}" type="presParOf" srcId="{F383DBE5-E721-4551-A20F-9FA8FADAEDBD}" destId="{F050F682-BECE-498F-A87F-AF9172D24934}" srcOrd="7" destOrd="0" presId="urn:microsoft.com/office/officeart/2005/8/layout/vList2"/>
    <dgm:cxn modelId="{1ED3790B-1B36-43C3-9EC4-CBB503E799C7}" type="presParOf" srcId="{F383DBE5-E721-4551-A20F-9FA8FADAEDBD}" destId="{02FB3670-855F-42AB-B5A2-1EAA6E0B40FA}" srcOrd="8" destOrd="0" presId="urn:microsoft.com/office/officeart/2005/8/layout/vList2"/>
    <dgm:cxn modelId="{D3709816-1F7B-408C-9780-F2D279C03B51}" type="presParOf" srcId="{F383DBE5-E721-4551-A20F-9FA8FADAEDBD}" destId="{D9C729E5-A242-46CD-9E7F-70C2BB7A2D85}" srcOrd="9" destOrd="0" presId="urn:microsoft.com/office/officeart/2005/8/layout/vList2"/>
    <dgm:cxn modelId="{392B9C33-0AF5-414C-876A-DE4167B2DCDD}" type="presParOf" srcId="{F383DBE5-E721-4551-A20F-9FA8FADAEDBD}" destId="{A0049F9E-9DFC-42C8-8FA5-5EE56A10EA13}"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CF47BAA-4E57-4B9A-A45A-E08214C1C917}" type="doc">
      <dgm:prSet loTypeId="urn:microsoft.com/office/officeart/2005/8/layout/vList2" loCatId="list" qsTypeId="urn:microsoft.com/office/officeart/2005/8/quickstyle/simple5" qsCatId="simple" csTypeId="urn:microsoft.com/office/officeart/2005/8/colors/colorful1" csCatId="colorful"/>
      <dgm:spPr/>
      <dgm:t>
        <a:bodyPr/>
        <a:lstStyle/>
        <a:p>
          <a:endParaRPr lang="en-US"/>
        </a:p>
      </dgm:t>
    </dgm:pt>
    <dgm:pt modelId="{1F44E4CD-ECAE-4A9B-92A3-E398C3BB1ABE}">
      <dgm:prSet/>
      <dgm:spPr/>
      <dgm:t>
        <a:bodyPr/>
        <a:lstStyle/>
        <a:p>
          <a:r>
            <a:rPr lang="en-GB" b="1"/>
            <a:t>Relative Contraindications</a:t>
          </a:r>
          <a:endParaRPr lang="en-US"/>
        </a:p>
      </dgm:t>
    </dgm:pt>
    <dgm:pt modelId="{9F6880FA-30D1-4D07-92A7-4F0DE28AA38D}" type="parTrans" cxnId="{BC61FFA6-0C9F-401D-B90B-22B9C9378FED}">
      <dgm:prSet/>
      <dgm:spPr/>
      <dgm:t>
        <a:bodyPr/>
        <a:lstStyle/>
        <a:p>
          <a:endParaRPr lang="en-US"/>
        </a:p>
      </dgm:t>
    </dgm:pt>
    <dgm:pt modelId="{8AF53F8D-79CB-4303-9A51-B22754FC6562}" type="sibTrans" cxnId="{BC61FFA6-0C9F-401D-B90B-22B9C9378FED}">
      <dgm:prSet/>
      <dgm:spPr/>
      <dgm:t>
        <a:bodyPr/>
        <a:lstStyle/>
        <a:p>
          <a:endParaRPr lang="en-US"/>
        </a:p>
      </dgm:t>
    </dgm:pt>
    <dgm:pt modelId="{07C87A26-D724-4F26-9796-BE0EEE40FB98}">
      <dgm:prSet/>
      <dgm:spPr/>
      <dgm:t>
        <a:bodyPr/>
        <a:lstStyle/>
        <a:p>
          <a:r>
            <a:rPr lang="en-GB"/>
            <a:t>Darker skin types: Higher risk of post-inflammatory hyperpigmentation. Superficial peels with appropriate agents (mandelic, lactic) may be used safely</a:t>
          </a:r>
          <a:endParaRPr lang="en-US"/>
        </a:p>
      </dgm:t>
    </dgm:pt>
    <dgm:pt modelId="{3363DEF6-7D43-4B10-AED1-5F264DE001F9}" type="parTrans" cxnId="{B16A2148-02AA-4730-8642-D38335A3233E}">
      <dgm:prSet/>
      <dgm:spPr/>
      <dgm:t>
        <a:bodyPr/>
        <a:lstStyle/>
        <a:p>
          <a:endParaRPr lang="en-US"/>
        </a:p>
      </dgm:t>
    </dgm:pt>
    <dgm:pt modelId="{6B0F5CB7-1AA0-40FB-A5B9-057164560161}" type="sibTrans" cxnId="{B16A2148-02AA-4730-8642-D38335A3233E}">
      <dgm:prSet/>
      <dgm:spPr/>
      <dgm:t>
        <a:bodyPr/>
        <a:lstStyle/>
        <a:p>
          <a:endParaRPr lang="en-US"/>
        </a:p>
      </dgm:t>
    </dgm:pt>
    <dgm:pt modelId="{23F1D478-32D1-4477-BE55-5CADCC49D197}">
      <dgm:prSet/>
      <dgm:spPr/>
      <dgm:t>
        <a:bodyPr/>
        <a:lstStyle/>
        <a:p>
          <a:r>
            <a:rPr lang="en-GB"/>
            <a:t>Active eczema or dermatitis</a:t>
          </a:r>
          <a:endParaRPr lang="en-US"/>
        </a:p>
      </dgm:t>
    </dgm:pt>
    <dgm:pt modelId="{C3E23956-1DF4-4D54-9DF2-6B2603AFF117}" type="parTrans" cxnId="{500B3F6B-E116-47EE-AB7D-AEB892FE51F7}">
      <dgm:prSet/>
      <dgm:spPr/>
      <dgm:t>
        <a:bodyPr/>
        <a:lstStyle/>
        <a:p>
          <a:endParaRPr lang="en-US"/>
        </a:p>
      </dgm:t>
    </dgm:pt>
    <dgm:pt modelId="{12D96391-855A-4F0E-A9DD-150340841097}" type="sibTrans" cxnId="{500B3F6B-E116-47EE-AB7D-AEB892FE51F7}">
      <dgm:prSet/>
      <dgm:spPr/>
      <dgm:t>
        <a:bodyPr/>
        <a:lstStyle/>
        <a:p>
          <a:endParaRPr lang="en-US"/>
        </a:p>
      </dgm:t>
    </dgm:pt>
    <dgm:pt modelId="{9BDE4561-1715-4FCE-AA97-8C3B86C04727}">
      <dgm:prSet/>
      <dgm:spPr/>
      <dgm:t>
        <a:bodyPr/>
        <a:lstStyle/>
        <a:p>
          <a:r>
            <a:rPr lang="en-GB"/>
            <a:t>Recent sunburn or significant tan</a:t>
          </a:r>
          <a:endParaRPr lang="en-US"/>
        </a:p>
      </dgm:t>
    </dgm:pt>
    <dgm:pt modelId="{B185AE1B-018E-4D3C-8BC9-89D6F63C42AE}" type="parTrans" cxnId="{7ADB1E1E-1087-4305-A1AF-E67589BAA00C}">
      <dgm:prSet/>
      <dgm:spPr/>
      <dgm:t>
        <a:bodyPr/>
        <a:lstStyle/>
        <a:p>
          <a:endParaRPr lang="en-US"/>
        </a:p>
      </dgm:t>
    </dgm:pt>
    <dgm:pt modelId="{E2788E99-2EBF-4B4C-8421-5A0F29DBA7C5}" type="sibTrans" cxnId="{7ADB1E1E-1087-4305-A1AF-E67589BAA00C}">
      <dgm:prSet/>
      <dgm:spPr/>
      <dgm:t>
        <a:bodyPr/>
        <a:lstStyle/>
        <a:p>
          <a:endParaRPr lang="en-US"/>
        </a:p>
      </dgm:t>
    </dgm:pt>
    <dgm:pt modelId="{4F15AD64-4FB1-4DAB-99FC-F0E27AADA9B3}">
      <dgm:prSet/>
      <dgm:spPr/>
      <dgm:t>
        <a:bodyPr/>
        <a:lstStyle/>
        <a:p>
          <a:r>
            <a:rPr lang="en-GB"/>
            <a:t>Use of topical retinoids (pause 5-7 days before treatment for some peels)</a:t>
          </a:r>
          <a:endParaRPr lang="en-US"/>
        </a:p>
      </dgm:t>
    </dgm:pt>
    <dgm:pt modelId="{2642B1A0-BA4C-4315-A5D3-7A6CE50537E3}" type="parTrans" cxnId="{62BE715B-4A3C-46B3-A6EC-F62C7B5AA8A9}">
      <dgm:prSet/>
      <dgm:spPr/>
      <dgm:t>
        <a:bodyPr/>
        <a:lstStyle/>
        <a:p>
          <a:endParaRPr lang="en-US"/>
        </a:p>
      </dgm:t>
    </dgm:pt>
    <dgm:pt modelId="{F5D73EDF-9873-442E-B7C2-C145E9037486}" type="sibTrans" cxnId="{62BE715B-4A3C-46B3-A6EC-F62C7B5AA8A9}">
      <dgm:prSet/>
      <dgm:spPr/>
      <dgm:t>
        <a:bodyPr/>
        <a:lstStyle/>
        <a:p>
          <a:endParaRPr lang="en-US"/>
        </a:p>
      </dgm:t>
    </dgm:pt>
    <dgm:pt modelId="{DE83360D-3554-4013-8509-18C0C7AB7D22}" type="pres">
      <dgm:prSet presAssocID="{1CF47BAA-4E57-4B9A-A45A-E08214C1C917}" presName="linear" presStyleCnt="0">
        <dgm:presLayoutVars>
          <dgm:animLvl val="lvl"/>
          <dgm:resizeHandles val="exact"/>
        </dgm:presLayoutVars>
      </dgm:prSet>
      <dgm:spPr/>
    </dgm:pt>
    <dgm:pt modelId="{49769D87-C964-4D69-8645-37567EB84D4F}" type="pres">
      <dgm:prSet presAssocID="{1F44E4CD-ECAE-4A9B-92A3-E398C3BB1ABE}" presName="parentText" presStyleLbl="node1" presStyleIdx="0" presStyleCnt="5">
        <dgm:presLayoutVars>
          <dgm:chMax val="0"/>
          <dgm:bulletEnabled val="1"/>
        </dgm:presLayoutVars>
      </dgm:prSet>
      <dgm:spPr/>
    </dgm:pt>
    <dgm:pt modelId="{B76BDFA9-9CB3-4C74-AE2F-E0C67DAF91F8}" type="pres">
      <dgm:prSet presAssocID="{8AF53F8D-79CB-4303-9A51-B22754FC6562}" presName="spacer" presStyleCnt="0"/>
      <dgm:spPr/>
    </dgm:pt>
    <dgm:pt modelId="{B0EA79D2-3433-4738-B35C-9FB0330B6A07}" type="pres">
      <dgm:prSet presAssocID="{07C87A26-D724-4F26-9796-BE0EEE40FB98}" presName="parentText" presStyleLbl="node1" presStyleIdx="1" presStyleCnt="5">
        <dgm:presLayoutVars>
          <dgm:chMax val="0"/>
          <dgm:bulletEnabled val="1"/>
        </dgm:presLayoutVars>
      </dgm:prSet>
      <dgm:spPr/>
    </dgm:pt>
    <dgm:pt modelId="{343AD3A0-24FF-4D35-B96C-DCDF368849EF}" type="pres">
      <dgm:prSet presAssocID="{6B0F5CB7-1AA0-40FB-A5B9-057164560161}" presName="spacer" presStyleCnt="0"/>
      <dgm:spPr/>
    </dgm:pt>
    <dgm:pt modelId="{387BFCE2-9EE2-47C8-AF10-FBEDD311E475}" type="pres">
      <dgm:prSet presAssocID="{23F1D478-32D1-4477-BE55-5CADCC49D197}" presName="parentText" presStyleLbl="node1" presStyleIdx="2" presStyleCnt="5">
        <dgm:presLayoutVars>
          <dgm:chMax val="0"/>
          <dgm:bulletEnabled val="1"/>
        </dgm:presLayoutVars>
      </dgm:prSet>
      <dgm:spPr/>
    </dgm:pt>
    <dgm:pt modelId="{C1E5068D-A8FE-40C1-9A3F-893803CD3714}" type="pres">
      <dgm:prSet presAssocID="{12D96391-855A-4F0E-A9DD-150340841097}" presName="spacer" presStyleCnt="0"/>
      <dgm:spPr/>
    </dgm:pt>
    <dgm:pt modelId="{BA8503D0-A066-40FF-845C-688F0C237024}" type="pres">
      <dgm:prSet presAssocID="{9BDE4561-1715-4FCE-AA97-8C3B86C04727}" presName="parentText" presStyleLbl="node1" presStyleIdx="3" presStyleCnt="5">
        <dgm:presLayoutVars>
          <dgm:chMax val="0"/>
          <dgm:bulletEnabled val="1"/>
        </dgm:presLayoutVars>
      </dgm:prSet>
      <dgm:spPr/>
    </dgm:pt>
    <dgm:pt modelId="{1389126A-2290-46DD-9CAE-DAD19C4FF5C7}" type="pres">
      <dgm:prSet presAssocID="{E2788E99-2EBF-4B4C-8421-5A0F29DBA7C5}" presName="spacer" presStyleCnt="0"/>
      <dgm:spPr/>
    </dgm:pt>
    <dgm:pt modelId="{CC971196-33C2-4E06-AFF1-C51CED539860}" type="pres">
      <dgm:prSet presAssocID="{4F15AD64-4FB1-4DAB-99FC-F0E27AADA9B3}" presName="parentText" presStyleLbl="node1" presStyleIdx="4" presStyleCnt="5">
        <dgm:presLayoutVars>
          <dgm:chMax val="0"/>
          <dgm:bulletEnabled val="1"/>
        </dgm:presLayoutVars>
      </dgm:prSet>
      <dgm:spPr/>
    </dgm:pt>
  </dgm:ptLst>
  <dgm:cxnLst>
    <dgm:cxn modelId="{7ADB1E1E-1087-4305-A1AF-E67589BAA00C}" srcId="{1CF47BAA-4E57-4B9A-A45A-E08214C1C917}" destId="{9BDE4561-1715-4FCE-AA97-8C3B86C04727}" srcOrd="3" destOrd="0" parTransId="{B185AE1B-018E-4D3C-8BC9-89D6F63C42AE}" sibTransId="{E2788E99-2EBF-4B4C-8421-5A0F29DBA7C5}"/>
    <dgm:cxn modelId="{BCAF6D2A-FCBF-4070-B344-D9142200F411}" type="presOf" srcId="{9BDE4561-1715-4FCE-AA97-8C3B86C04727}" destId="{BA8503D0-A066-40FF-845C-688F0C237024}" srcOrd="0" destOrd="0" presId="urn:microsoft.com/office/officeart/2005/8/layout/vList2"/>
    <dgm:cxn modelId="{6B49653A-826A-4806-9A9C-AC94735EA473}" type="presOf" srcId="{1F44E4CD-ECAE-4A9B-92A3-E398C3BB1ABE}" destId="{49769D87-C964-4D69-8645-37567EB84D4F}" srcOrd="0" destOrd="0" presId="urn:microsoft.com/office/officeart/2005/8/layout/vList2"/>
    <dgm:cxn modelId="{62BE715B-4A3C-46B3-A6EC-F62C7B5AA8A9}" srcId="{1CF47BAA-4E57-4B9A-A45A-E08214C1C917}" destId="{4F15AD64-4FB1-4DAB-99FC-F0E27AADA9B3}" srcOrd="4" destOrd="0" parTransId="{2642B1A0-BA4C-4315-A5D3-7A6CE50537E3}" sibTransId="{F5D73EDF-9873-442E-B7C2-C145E9037486}"/>
    <dgm:cxn modelId="{B16A2148-02AA-4730-8642-D38335A3233E}" srcId="{1CF47BAA-4E57-4B9A-A45A-E08214C1C917}" destId="{07C87A26-D724-4F26-9796-BE0EEE40FB98}" srcOrd="1" destOrd="0" parTransId="{3363DEF6-7D43-4B10-AED1-5F264DE001F9}" sibTransId="{6B0F5CB7-1AA0-40FB-A5B9-057164560161}"/>
    <dgm:cxn modelId="{500B3F6B-E116-47EE-AB7D-AEB892FE51F7}" srcId="{1CF47BAA-4E57-4B9A-A45A-E08214C1C917}" destId="{23F1D478-32D1-4477-BE55-5CADCC49D197}" srcOrd="2" destOrd="0" parTransId="{C3E23956-1DF4-4D54-9DF2-6B2603AFF117}" sibTransId="{12D96391-855A-4F0E-A9DD-150340841097}"/>
    <dgm:cxn modelId="{F60B2B80-535A-4C0B-BA81-3904D7AC7DD1}" type="presOf" srcId="{4F15AD64-4FB1-4DAB-99FC-F0E27AADA9B3}" destId="{CC971196-33C2-4E06-AFF1-C51CED539860}" srcOrd="0" destOrd="0" presId="urn:microsoft.com/office/officeart/2005/8/layout/vList2"/>
    <dgm:cxn modelId="{BC61FFA6-0C9F-401D-B90B-22B9C9378FED}" srcId="{1CF47BAA-4E57-4B9A-A45A-E08214C1C917}" destId="{1F44E4CD-ECAE-4A9B-92A3-E398C3BB1ABE}" srcOrd="0" destOrd="0" parTransId="{9F6880FA-30D1-4D07-92A7-4F0DE28AA38D}" sibTransId="{8AF53F8D-79CB-4303-9A51-B22754FC6562}"/>
    <dgm:cxn modelId="{0C713BB3-3742-4394-B3A1-EA81588D57F1}" type="presOf" srcId="{07C87A26-D724-4F26-9796-BE0EEE40FB98}" destId="{B0EA79D2-3433-4738-B35C-9FB0330B6A07}" srcOrd="0" destOrd="0" presId="urn:microsoft.com/office/officeart/2005/8/layout/vList2"/>
    <dgm:cxn modelId="{154C9CD7-76BD-4E6D-AEEA-AE4A9A63BD32}" type="presOf" srcId="{23F1D478-32D1-4477-BE55-5CADCC49D197}" destId="{387BFCE2-9EE2-47C8-AF10-FBEDD311E475}" srcOrd="0" destOrd="0" presId="urn:microsoft.com/office/officeart/2005/8/layout/vList2"/>
    <dgm:cxn modelId="{6C6388E7-93EC-488C-A2BB-C20BBA74FA48}" type="presOf" srcId="{1CF47BAA-4E57-4B9A-A45A-E08214C1C917}" destId="{DE83360D-3554-4013-8509-18C0C7AB7D22}" srcOrd="0" destOrd="0" presId="urn:microsoft.com/office/officeart/2005/8/layout/vList2"/>
    <dgm:cxn modelId="{658519F6-7DE6-4BEC-9019-A83A95F42F87}" type="presParOf" srcId="{DE83360D-3554-4013-8509-18C0C7AB7D22}" destId="{49769D87-C964-4D69-8645-37567EB84D4F}" srcOrd="0" destOrd="0" presId="urn:microsoft.com/office/officeart/2005/8/layout/vList2"/>
    <dgm:cxn modelId="{35796606-4D68-4171-B4AC-9C6FBA19BDFD}" type="presParOf" srcId="{DE83360D-3554-4013-8509-18C0C7AB7D22}" destId="{B76BDFA9-9CB3-4C74-AE2F-E0C67DAF91F8}" srcOrd="1" destOrd="0" presId="urn:microsoft.com/office/officeart/2005/8/layout/vList2"/>
    <dgm:cxn modelId="{BAC4DBD9-2CEA-43E4-8FF6-54565067C271}" type="presParOf" srcId="{DE83360D-3554-4013-8509-18C0C7AB7D22}" destId="{B0EA79D2-3433-4738-B35C-9FB0330B6A07}" srcOrd="2" destOrd="0" presId="urn:microsoft.com/office/officeart/2005/8/layout/vList2"/>
    <dgm:cxn modelId="{A025CF6A-0F49-4B6A-9CDB-736900B8366C}" type="presParOf" srcId="{DE83360D-3554-4013-8509-18C0C7AB7D22}" destId="{343AD3A0-24FF-4D35-B96C-DCDF368849EF}" srcOrd="3" destOrd="0" presId="urn:microsoft.com/office/officeart/2005/8/layout/vList2"/>
    <dgm:cxn modelId="{802676F6-FAB2-4EF7-AB28-DBCDEA19FA61}" type="presParOf" srcId="{DE83360D-3554-4013-8509-18C0C7AB7D22}" destId="{387BFCE2-9EE2-47C8-AF10-FBEDD311E475}" srcOrd="4" destOrd="0" presId="urn:microsoft.com/office/officeart/2005/8/layout/vList2"/>
    <dgm:cxn modelId="{FCE74B14-AAAF-4659-95B7-66076983E5B0}" type="presParOf" srcId="{DE83360D-3554-4013-8509-18C0C7AB7D22}" destId="{C1E5068D-A8FE-40C1-9A3F-893803CD3714}" srcOrd="5" destOrd="0" presId="urn:microsoft.com/office/officeart/2005/8/layout/vList2"/>
    <dgm:cxn modelId="{78C581DC-7DE9-4F58-AD68-E5E6673A33DC}" type="presParOf" srcId="{DE83360D-3554-4013-8509-18C0C7AB7D22}" destId="{BA8503D0-A066-40FF-845C-688F0C237024}" srcOrd="6" destOrd="0" presId="urn:microsoft.com/office/officeart/2005/8/layout/vList2"/>
    <dgm:cxn modelId="{8DAFCFF9-668B-4873-ACFE-D4CC99B77F39}" type="presParOf" srcId="{DE83360D-3554-4013-8509-18C0C7AB7D22}" destId="{1389126A-2290-46DD-9CAE-DAD19C4FF5C7}" srcOrd="7" destOrd="0" presId="urn:microsoft.com/office/officeart/2005/8/layout/vList2"/>
    <dgm:cxn modelId="{C427BA18-BC2D-4069-9AEE-5540DDB0E7B4}" type="presParOf" srcId="{DE83360D-3554-4013-8509-18C0C7AB7D22}" destId="{CC971196-33C2-4E06-AFF1-C51CED539860}"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B420671-4922-401E-B26F-61333220301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76175B93-BB94-406F-A9E2-01AD8959A1C4}">
      <dgm:prSet/>
      <dgm:spPr/>
      <dgm:t>
        <a:bodyPr/>
        <a:lstStyle/>
        <a:p>
          <a:r>
            <a:rPr lang="en-GB" b="1"/>
            <a:t>Absolute Contraindications</a:t>
          </a:r>
          <a:endParaRPr lang="en-US"/>
        </a:p>
      </dgm:t>
    </dgm:pt>
    <dgm:pt modelId="{10F3A2EF-F85E-4CFA-902F-F8E5443F4EF1}" type="parTrans" cxnId="{6B48996B-59AB-4CB4-BA8F-662BE6129193}">
      <dgm:prSet/>
      <dgm:spPr/>
      <dgm:t>
        <a:bodyPr/>
        <a:lstStyle/>
        <a:p>
          <a:endParaRPr lang="en-US"/>
        </a:p>
      </dgm:t>
    </dgm:pt>
    <dgm:pt modelId="{B60F78FF-9006-42C4-9E25-D8EE994ADD3B}" type="sibTrans" cxnId="{6B48996B-59AB-4CB4-BA8F-662BE6129193}">
      <dgm:prSet/>
      <dgm:spPr/>
      <dgm:t>
        <a:bodyPr/>
        <a:lstStyle/>
        <a:p>
          <a:endParaRPr lang="en-US"/>
        </a:p>
      </dgm:t>
    </dgm:pt>
    <dgm:pt modelId="{008B4887-2FD1-428A-BCAF-438411E60B76}">
      <dgm:prSet/>
      <dgm:spPr/>
      <dgm:t>
        <a:bodyPr/>
        <a:lstStyle/>
        <a:p>
          <a:r>
            <a:rPr lang="en-GB"/>
            <a:t>Active acne, rosacea, or eczema in the treatment area</a:t>
          </a:r>
          <a:endParaRPr lang="en-US"/>
        </a:p>
      </dgm:t>
    </dgm:pt>
    <dgm:pt modelId="{FADA9860-5D7C-4167-912F-36C3CB5B9F04}" type="parTrans" cxnId="{1E938608-09EA-414E-AFBF-EE5BDDE28FC6}">
      <dgm:prSet/>
      <dgm:spPr/>
      <dgm:t>
        <a:bodyPr/>
        <a:lstStyle/>
        <a:p>
          <a:endParaRPr lang="en-US"/>
        </a:p>
      </dgm:t>
    </dgm:pt>
    <dgm:pt modelId="{DC1D35AB-5C4D-41CC-8E4D-613741A36B0B}" type="sibTrans" cxnId="{1E938608-09EA-414E-AFBF-EE5BDDE28FC6}">
      <dgm:prSet/>
      <dgm:spPr/>
      <dgm:t>
        <a:bodyPr/>
        <a:lstStyle/>
        <a:p>
          <a:endParaRPr lang="en-US"/>
        </a:p>
      </dgm:t>
    </dgm:pt>
    <dgm:pt modelId="{63A07CC3-C391-4419-A156-6D3C83CA9A83}">
      <dgm:prSet/>
      <dgm:spPr/>
      <dgm:t>
        <a:bodyPr/>
        <a:lstStyle/>
        <a:p>
          <a:r>
            <a:rPr lang="en-GB"/>
            <a:t>Active infection (bacterial, viral, fungal) at the treatment site</a:t>
          </a:r>
          <a:endParaRPr lang="en-US"/>
        </a:p>
      </dgm:t>
    </dgm:pt>
    <dgm:pt modelId="{542EBC85-586A-4459-8780-9297A43E9F22}" type="parTrans" cxnId="{BE53C283-DE7D-44B1-B019-B763BC37DBE1}">
      <dgm:prSet/>
      <dgm:spPr/>
      <dgm:t>
        <a:bodyPr/>
        <a:lstStyle/>
        <a:p>
          <a:endParaRPr lang="en-US"/>
        </a:p>
      </dgm:t>
    </dgm:pt>
    <dgm:pt modelId="{DCDA5A34-2C1E-45EF-AED3-6CBAE2C112EB}" type="sibTrans" cxnId="{BE53C283-DE7D-44B1-B019-B763BC37DBE1}">
      <dgm:prSet/>
      <dgm:spPr/>
      <dgm:t>
        <a:bodyPr/>
        <a:lstStyle/>
        <a:p>
          <a:endParaRPr lang="en-US"/>
        </a:p>
      </dgm:t>
    </dgm:pt>
    <dgm:pt modelId="{7107D7F5-9DEC-4EE8-9B88-BB5F6BFBC20F}">
      <dgm:prSet/>
      <dgm:spPr/>
      <dgm:t>
        <a:bodyPr/>
        <a:lstStyle/>
        <a:p>
          <a:r>
            <a:rPr lang="en-GB"/>
            <a:t>Blood clotting disorders or current anticoagulant therapy (absolute for deep needling; relative for superficial)</a:t>
          </a:r>
          <a:endParaRPr lang="en-US"/>
        </a:p>
      </dgm:t>
    </dgm:pt>
    <dgm:pt modelId="{01251B0C-1328-4136-985A-5CFC38F1D4B5}" type="parTrans" cxnId="{60EDC986-E97F-4B0E-BF43-212A9BF3F23D}">
      <dgm:prSet/>
      <dgm:spPr/>
      <dgm:t>
        <a:bodyPr/>
        <a:lstStyle/>
        <a:p>
          <a:endParaRPr lang="en-US"/>
        </a:p>
      </dgm:t>
    </dgm:pt>
    <dgm:pt modelId="{A3B37AF0-C7DA-4FEC-91EE-218375D213D5}" type="sibTrans" cxnId="{60EDC986-E97F-4B0E-BF43-212A9BF3F23D}">
      <dgm:prSet/>
      <dgm:spPr/>
      <dgm:t>
        <a:bodyPr/>
        <a:lstStyle/>
        <a:p>
          <a:endParaRPr lang="en-US"/>
        </a:p>
      </dgm:t>
    </dgm:pt>
    <dgm:pt modelId="{84C52B35-B8F7-4595-A6D6-755B2319AB87}">
      <dgm:prSet/>
      <dgm:spPr/>
      <dgm:t>
        <a:bodyPr/>
        <a:lstStyle/>
        <a:p>
          <a:r>
            <a:rPr lang="en-GB"/>
            <a:t>Current isotretinoin use</a:t>
          </a:r>
          <a:endParaRPr lang="en-US"/>
        </a:p>
      </dgm:t>
    </dgm:pt>
    <dgm:pt modelId="{371EDF6A-DCB2-47E8-859A-3B6B5A2A98B2}" type="parTrans" cxnId="{EF588AFA-8D0F-4892-B9D1-A2486FB99236}">
      <dgm:prSet/>
      <dgm:spPr/>
      <dgm:t>
        <a:bodyPr/>
        <a:lstStyle/>
        <a:p>
          <a:endParaRPr lang="en-US"/>
        </a:p>
      </dgm:t>
    </dgm:pt>
    <dgm:pt modelId="{27C76594-B977-4900-BF5E-0E38F328D5DE}" type="sibTrans" cxnId="{EF588AFA-8D0F-4892-B9D1-A2486FB99236}">
      <dgm:prSet/>
      <dgm:spPr/>
      <dgm:t>
        <a:bodyPr/>
        <a:lstStyle/>
        <a:p>
          <a:endParaRPr lang="en-US"/>
        </a:p>
      </dgm:t>
    </dgm:pt>
    <dgm:pt modelId="{FB4EB323-7017-43E7-8A34-BB24B0CA8D1A}">
      <dgm:prSet/>
      <dgm:spPr/>
      <dgm:t>
        <a:bodyPr/>
        <a:lstStyle/>
        <a:p>
          <a:r>
            <a:rPr lang="en-GB"/>
            <a:t>Keloidal scarring tendency </a:t>
          </a:r>
          <a:endParaRPr lang="en-US"/>
        </a:p>
      </dgm:t>
    </dgm:pt>
    <dgm:pt modelId="{B1651455-CD61-498A-BB04-374C6DACA6F1}" type="parTrans" cxnId="{5DE1E4A2-B59D-4C71-B18A-B7B1C40DF553}">
      <dgm:prSet/>
      <dgm:spPr/>
      <dgm:t>
        <a:bodyPr/>
        <a:lstStyle/>
        <a:p>
          <a:endParaRPr lang="en-US"/>
        </a:p>
      </dgm:t>
    </dgm:pt>
    <dgm:pt modelId="{6F79A012-6738-432D-A96A-BFAF79AE5F0A}" type="sibTrans" cxnId="{5DE1E4A2-B59D-4C71-B18A-B7B1C40DF553}">
      <dgm:prSet/>
      <dgm:spPr/>
      <dgm:t>
        <a:bodyPr/>
        <a:lstStyle/>
        <a:p>
          <a:endParaRPr lang="en-US"/>
        </a:p>
      </dgm:t>
    </dgm:pt>
    <dgm:pt modelId="{8FC10665-36DF-4F64-8719-912AA94EBE3B}">
      <dgm:prSet/>
      <dgm:spPr/>
      <dgm:t>
        <a:bodyPr/>
        <a:lstStyle/>
        <a:p>
          <a:r>
            <a:rPr lang="en-GB"/>
            <a:t>Active skin cancer in the treatment area</a:t>
          </a:r>
          <a:endParaRPr lang="en-US"/>
        </a:p>
      </dgm:t>
    </dgm:pt>
    <dgm:pt modelId="{1BFFA740-A119-4627-BE7C-FD66071A4481}" type="parTrans" cxnId="{CA09C8EC-FE46-46D8-B3DB-C0D3272D21F3}">
      <dgm:prSet/>
      <dgm:spPr/>
      <dgm:t>
        <a:bodyPr/>
        <a:lstStyle/>
        <a:p>
          <a:endParaRPr lang="en-US"/>
        </a:p>
      </dgm:t>
    </dgm:pt>
    <dgm:pt modelId="{05A09159-F54F-44F6-9BC0-D51BAA10A54D}" type="sibTrans" cxnId="{CA09C8EC-FE46-46D8-B3DB-C0D3272D21F3}">
      <dgm:prSet/>
      <dgm:spPr/>
      <dgm:t>
        <a:bodyPr/>
        <a:lstStyle/>
        <a:p>
          <a:endParaRPr lang="en-US"/>
        </a:p>
      </dgm:t>
    </dgm:pt>
    <dgm:pt modelId="{7867F197-A3B6-47E6-9E75-8E46447205AC}" type="pres">
      <dgm:prSet presAssocID="{DB420671-4922-401E-B26F-613332203013}" presName="vert0" presStyleCnt="0">
        <dgm:presLayoutVars>
          <dgm:dir/>
          <dgm:animOne val="branch"/>
          <dgm:animLvl val="lvl"/>
        </dgm:presLayoutVars>
      </dgm:prSet>
      <dgm:spPr/>
    </dgm:pt>
    <dgm:pt modelId="{02A4229D-D867-43AA-96D2-7CE70A0F651D}" type="pres">
      <dgm:prSet presAssocID="{76175B93-BB94-406F-A9E2-01AD8959A1C4}" presName="thickLine" presStyleLbl="alignNode1" presStyleIdx="0" presStyleCnt="7"/>
      <dgm:spPr/>
    </dgm:pt>
    <dgm:pt modelId="{68300B7A-9A9B-4227-B0FE-B8E2BEE638D7}" type="pres">
      <dgm:prSet presAssocID="{76175B93-BB94-406F-A9E2-01AD8959A1C4}" presName="horz1" presStyleCnt="0"/>
      <dgm:spPr/>
    </dgm:pt>
    <dgm:pt modelId="{BB9ABAF7-40C8-4BDF-9EB3-660BA70866AC}" type="pres">
      <dgm:prSet presAssocID="{76175B93-BB94-406F-A9E2-01AD8959A1C4}" presName="tx1" presStyleLbl="revTx" presStyleIdx="0" presStyleCnt="7"/>
      <dgm:spPr/>
    </dgm:pt>
    <dgm:pt modelId="{98D627E0-2083-4BD0-8452-D3145353E256}" type="pres">
      <dgm:prSet presAssocID="{76175B93-BB94-406F-A9E2-01AD8959A1C4}" presName="vert1" presStyleCnt="0"/>
      <dgm:spPr/>
    </dgm:pt>
    <dgm:pt modelId="{8DA10674-6C74-44AC-A6C6-CCD0855031C2}" type="pres">
      <dgm:prSet presAssocID="{008B4887-2FD1-428A-BCAF-438411E60B76}" presName="thickLine" presStyleLbl="alignNode1" presStyleIdx="1" presStyleCnt="7"/>
      <dgm:spPr/>
    </dgm:pt>
    <dgm:pt modelId="{498C4FD3-580E-42BB-8DEA-E6D6E5537E5F}" type="pres">
      <dgm:prSet presAssocID="{008B4887-2FD1-428A-BCAF-438411E60B76}" presName="horz1" presStyleCnt="0"/>
      <dgm:spPr/>
    </dgm:pt>
    <dgm:pt modelId="{4889FB03-CD04-4E49-8ED9-5DE5B68B527C}" type="pres">
      <dgm:prSet presAssocID="{008B4887-2FD1-428A-BCAF-438411E60B76}" presName="tx1" presStyleLbl="revTx" presStyleIdx="1" presStyleCnt="7"/>
      <dgm:spPr/>
    </dgm:pt>
    <dgm:pt modelId="{0A9C02E5-11FD-4C8B-9ADE-C0AC1BB641C1}" type="pres">
      <dgm:prSet presAssocID="{008B4887-2FD1-428A-BCAF-438411E60B76}" presName="vert1" presStyleCnt="0"/>
      <dgm:spPr/>
    </dgm:pt>
    <dgm:pt modelId="{7627034C-5BF2-44E2-BC05-4E721F25BEE5}" type="pres">
      <dgm:prSet presAssocID="{63A07CC3-C391-4419-A156-6D3C83CA9A83}" presName="thickLine" presStyleLbl="alignNode1" presStyleIdx="2" presStyleCnt="7"/>
      <dgm:spPr/>
    </dgm:pt>
    <dgm:pt modelId="{60BE2FF7-8AAF-430D-94F8-0A41D2F5F8C8}" type="pres">
      <dgm:prSet presAssocID="{63A07CC3-C391-4419-A156-6D3C83CA9A83}" presName="horz1" presStyleCnt="0"/>
      <dgm:spPr/>
    </dgm:pt>
    <dgm:pt modelId="{3DAF4D30-235E-4AFC-A0D1-1F6DE19F207A}" type="pres">
      <dgm:prSet presAssocID="{63A07CC3-C391-4419-A156-6D3C83CA9A83}" presName="tx1" presStyleLbl="revTx" presStyleIdx="2" presStyleCnt="7"/>
      <dgm:spPr/>
    </dgm:pt>
    <dgm:pt modelId="{44AC1CC8-EEB6-4048-86BF-6303AEBA61A1}" type="pres">
      <dgm:prSet presAssocID="{63A07CC3-C391-4419-A156-6D3C83CA9A83}" presName="vert1" presStyleCnt="0"/>
      <dgm:spPr/>
    </dgm:pt>
    <dgm:pt modelId="{76074A68-F088-48B7-9DAC-2C9CF95235C2}" type="pres">
      <dgm:prSet presAssocID="{7107D7F5-9DEC-4EE8-9B88-BB5F6BFBC20F}" presName="thickLine" presStyleLbl="alignNode1" presStyleIdx="3" presStyleCnt="7"/>
      <dgm:spPr/>
    </dgm:pt>
    <dgm:pt modelId="{456C30F1-94C9-4E56-8A1B-7EA87E8DA338}" type="pres">
      <dgm:prSet presAssocID="{7107D7F5-9DEC-4EE8-9B88-BB5F6BFBC20F}" presName="horz1" presStyleCnt="0"/>
      <dgm:spPr/>
    </dgm:pt>
    <dgm:pt modelId="{418D1F6A-1AB2-4D2A-B670-A29DD8473ADD}" type="pres">
      <dgm:prSet presAssocID="{7107D7F5-9DEC-4EE8-9B88-BB5F6BFBC20F}" presName="tx1" presStyleLbl="revTx" presStyleIdx="3" presStyleCnt="7"/>
      <dgm:spPr/>
    </dgm:pt>
    <dgm:pt modelId="{02E3878C-AAAF-4D21-9B2C-B17BB407EDC5}" type="pres">
      <dgm:prSet presAssocID="{7107D7F5-9DEC-4EE8-9B88-BB5F6BFBC20F}" presName="vert1" presStyleCnt="0"/>
      <dgm:spPr/>
    </dgm:pt>
    <dgm:pt modelId="{E2E60534-1A6E-49E5-B811-A044FA9C49EB}" type="pres">
      <dgm:prSet presAssocID="{84C52B35-B8F7-4595-A6D6-755B2319AB87}" presName="thickLine" presStyleLbl="alignNode1" presStyleIdx="4" presStyleCnt="7"/>
      <dgm:spPr/>
    </dgm:pt>
    <dgm:pt modelId="{79953A21-EB15-4BA0-A7D3-2EE5912DBACD}" type="pres">
      <dgm:prSet presAssocID="{84C52B35-B8F7-4595-A6D6-755B2319AB87}" presName="horz1" presStyleCnt="0"/>
      <dgm:spPr/>
    </dgm:pt>
    <dgm:pt modelId="{7CCEDDD7-2606-47B5-9E5C-3937CCBE5B7A}" type="pres">
      <dgm:prSet presAssocID="{84C52B35-B8F7-4595-A6D6-755B2319AB87}" presName="tx1" presStyleLbl="revTx" presStyleIdx="4" presStyleCnt="7"/>
      <dgm:spPr/>
    </dgm:pt>
    <dgm:pt modelId="{DDCAD178-A008-4720-AA1B-FB2A56514F41}" type="pres">
      <dgm:prSet presAssocID="{84C52B35-B8F7-4595-A6D6-755B2319AB87}" presName="vert1" presStyleCnt="0"/>
      <dgm:spPr/>
    </dgm:pt>
    <dgm:pt modelId="{DB9C0C1E-3BE8-4C2A-926F-0A08428DAD1C}" type="pres">
      <dgm:prSet presAssocID="{FB4EB323-7017-43E7-8A34-BB24B0CA8D1A}" presName="thickLine" presStyleLbl="alignNode1" presStyleIdx="5" presStyleCnt="7"/>
      <dgm:spPr/>
    </dgm:pt>
    <dgm:pt modelId="{ACF27D5D-6108-42B4-96B6-B6AA9D0C7D84}" type="pres">
      <dgm:prSet presAssocID="{FB4EB323-7017-43E7-8A34-BB24B0CA8D1A}" presName="horz1" presStyleCnt="0"/>
      <dgm:spPr/>
    </dgm:pt>
    <dgm:pt modelId="{2444D18F-B514-4A21-9AA6-5A615E502C8A}" type="pres">
      <dgm:prSet presAssocID="{FB4EB323-7017-43E7-8A34-BB24B0CA8D1A}" presName="tx1" presStyleLbl="revTx" presStyleIdx="5" presStyleCnt="7"/>
      <dgm:spPr/>
    </dgm:pt>
    <dgm:pt modelId="{8CC8D5EB-BFC4-45BD-8F96-BCD4BA037CA4}" type="pres">
      <dgm:prSet presAssocID="{FB4EB323-7017-43E7-8A34-BB24B0CA8D1A}" presName="vert1" presStyleCnt="0"/>
      <dgm:spPr/>
    </dgm:pt>
    <dgm:pt modelId="{6DCDB45C-0A3F-4886-8D89-B9CCD4644772}" type="pres">
      <dgm:prSet presAssocID="{8FC10665-36DF-4F64-8719-912AA94EBE3B}" presName="thickLine" presStyleLbl="alignNode1" presStyleIdx="6" presStyleCnt="7"/>
      <dgm:spPr/>
    </dgm:pt>
    <dgm:pt modelId="{330EDCC6-9AD6-4DEF-8598-F38AB0AC7D52}" type="pres">
      <dgm:prSet presAssocID="{8FC10665-36DF-4F64-8719-912AA94EBE3B}" presName="horz1" presStyleCnt="0"/>
      <dgm:spPr/>
    </dgm:pt>
    <dgm:pt modelId="{79338798-0E2F-488B-964B-F23FFACA1758}" type="pres">
      <dgm:prSet presAssocID="{8FC10665-36DF-4F64-8719-912AA94EBE3B}" presName="tx1" presStyleLbl="revTx" presStyleIdx="6" presStyleCnt="7"/>
      <dgm:spPr/>
    </dgm:pt>
    <dgm:pt modelId="{FE31EDED-4595-478B-877C-D3AE268E4CED}" type="pres">
      <dgm:prSet presAssocID="{8FC10665-36DF-4F64-8719-912AA94EBE3B}" presName="vert1" presStyleCnt="0"/>
      <dgm:spPr/>
    </dgm:pt>
  </dgm:ptLst>
  <dgm:cxnLst>
    <dgm:cxn modelId="{1E938608-09EA-414E-AFBF-EE5BDDE28FC6}" srcId="{DB420671-4922-401E-B26F-613332203013}" destId="{008B4887-2FD1-428A-BCAF-438411E60B76}" srcOrd="1" destOrd="0" parTransId="{FADA9860-5D7C-4167-912F-36C3CB5B9F04}" sibTransId="{DC1D35AB-5C4D-41CC-8E4D-613741A36B0B}"/>
    <dgm:cxn modelId="{A8E5D662-17B1-46A1-90F6-467A672C6E52}" type="presOf" srcId="{84C52B35-B8F7-4595-A6D6-755B2319AB87}" destId="{7CCEDDD7-2606-47B5-9E5C-3937CCBE5B7A}" srcOrd="0" destOrd="0" presId="urn:microsoft.com/office/officeart/2008/layout/LinedList"/>
    <dgm:cxn modelId="{A221414A-09B7-4F9F-B2BD-B9C0860B78FF}" type="presOf" srcId="{8FC10665-36DF-4F64-8719-912AA94EBE3B}" destId="{79338798-0E2F-488B-964B-F23FFACA1758}" srcOrd="0" destOrd="0" presId="urn:microsoft.com/office/officeart/2008/layout/LinedList"/>
    <dgm:cxn modelId="{6B48996B-59AB-4CB4-BA8F-662BE6129193}" srcId="{DB420671-4922-401E-B26F-613332203013}" destId="{76175B93-BB94-406F-A9E2-01AD8959A1C4}" srcOrd="0" destOrd="0" parTransId="{10F3A2EF-F85E-4CFA-902F-F8E5443F4EF1}" sibTransId="{B60F78FF-9006-42C4-9E25-D8EE994ADD3B}"/>
    <dgm:cxn modelId="{BE53C283-DE7D-44B1-B019-B763BC37DBE1}" srcId="{DB420671-4922-401E-B26F-613332203013}" destId="{63A07CC3-C391-4419-A156-6D3C83CA9A83}" srcOrd="2" destOrd="0" parTransId="{542EBC85-586A-4459-8780-9297A43E9F22}" sibTransId="{DCDA5A34-2C1E-45EF-AED3-6CBAE2C112EB}"/>
    <dgm:cxn modelId="{D4185886-2A20-4C33-9C30-102BFD9FBA3E}" type="presOf" srcId="{7107D7F5-9DEC-4EE8-9B88-BB5F6BFBC20F}" destId="{418D1F6A-1AB2-4D2A-B670-A29DD8473ADD}" srcOrd="0" destOrd="0" presId="urn:microsoft.com/office/officeart/2008/layout/LinedList"/>
    <dgm:cxn modelId="{60EDC986-E97F-4B0E-BF43-212A9BF3F23D}" srcId="{DB420671-4922-401E-B26F-613332203013}" destId="{7107D7F5-9DEC-4EE8-9B88-BB5F6BFBC20F}" srcOrd="3" destOrd="0" parTransId="{01251B0C-1328-4136-985A-5CFC38F1D4B5}" sibTransId="{A3B37AF0-C7DA-4FEC-91EE-218375D213D5}"/>
    <dgm:cxn modelId="{C5CF4D9A-311F-4B4A-B557-79371A0E977C}" type="presOf" srcId="{FB4EB323-7017-43E7-8A34-BB24B0CA8D1A}" destId="{2444D18F-B514-4A21-9AA6-5A615E502C8A}" srcOrd="0" destOrd="0" presId="urn:microsoft.com/office/officeart/2008/layout/LinedList"/>
    <dgm:cxn modelId="{D6F8999D-1887-4DBC-98D1-401C1CF16694}" type="presOf" srcId="{63A07CC3-C391-4419-A156-6D3C83CA9A83}" destId="{3DAF4D30-235E-4AFC-A0D1-1F6DE19F207A}" srcOrd="0" destOrd="0" presId="urn:microsoft.com/office/officeart/2008/layout/LinedList"/>
    <dgm:cxn modelId="{5DE1E4A2-B59D-4C71-B18A-B7B1C40DF553}" srcId="{DB420671-4922-401E-B26F-613332203013}" destId="{FB4EB323-7017-43E7-8A34-BB24B0CA8D1A}" srcOrd="5" destOrd="0" parTransId="{B1651455-CD61-498A-BB04-374C6DACA6F1}" sibTransId="{6F79A012-6738-432D-A96A-BFAF79AE5F0A}"/>
    <dgm:cxn modelId="{61F849D9-BB70-46C7-810D-C5229DC4C244}" type="presOf" srcId="{DB420671-4922-401E-B26F-613332203013}" destId="{7867F197-A3B6-47E6-9E75-8E46447205AC}" srcOrd="0" destOrd="0" presId="urn:microsoft.com/office/officeart/2008/layout/LinedList"/>
    <dgm:cxn modelId="{944336EC-1B88-4649-B8E1-175C3930B7BE}" type="presOf" srcId="{008B4887-2FD1-428A-BCAF-438411E60B76}" destId="{4889FB03-CD04-4E49-8ED9-5DE5B68B527C}" srcOrd="0" destOrd="0" presId="urn:microsoft.com/office/officeart/2008/layout/LinedList"/>
    <dgm:cxn modelId="{CA09C8EC-FE46-46D8-B3DB-C0D3272D21F3}" srcId="{DB420671-4922-401E-B26F-613332203013}" destId="{8FC10665-36DF-4F64-8719-912AA94EBE3B}" srcOrd="6" destOrd="0" parTransId="{1BFFA740-A119-4627-BE7C-FD66071A4481}" sibTransId="{05A09159-F54F-44F6-9BC0-D51BAA10A54D}"/>
    <dgm:cxn modelId="{609B51F6-2D5B-4D09-A52A-2CB770DEF138}" type="presOf" srcId="{76175B93-BB94-406F-A9E2-01AD8959A1C4}" destId="{BB9ABAF7-40C8-4BDF-9EB3-660BA70866AC}" srcOrd="0" destOrd="0" presId="urn:microsoft.com/office/officeart/2008/layout/LinedList"/>
    <dgm:cxn modelId="{EF588AFA-8D0F-4892-B9D1-A2486FB99236}" srcId="{DB420671-4922-401E-B26F-613332203013}" destId="{84C52B35-B8F7-4595-A6D6-755B2319AB87}" srcOrd="4" destOrd="0" parTransId="{371EDF6A-DCB2-47E8-859A-3B6B5A2A98B2}" sibTransId="{27C76594-B977-4900-BF5E-0E38F328D5DE}"/>
    <dgm:cxn modelId="{7C8479EB-6B76-4710-9096-45C12A1FD601}" type="presParOf" srcId="{7867F197-A3B6-47E6-9E75-8E46447205AC}" destId="{02A4229D-D867-43AA-96D2-7CE70A0F651D}" srcOrd="0" destOrd="0" presId="urn:microsoft.com/office/officeart/2008/layout/LinedList"/>
    <dgm:cxn modelId="{D2B799B4-4C1C-4EDC-9947-C66A8AA4D8EA}" type="presParOf" srcId="{7867F197-A3B6-47E6-9E75-8E46447205AC}" destId="{68300B7A-9A9B-4227-B0FE-B8E2BEE638D7}" srcOrd="1" destOrd="0" presId="urn:microsoft.com/office/officeart/2008/layout/LinedList"/>
    <dgm:cxn modelId="{C0AAA1DD-AD3B-43EF-BFCC-2942B6DA9999}" type="presParOf" srcId="{68300B7A-9A9B-4227-B0FE-B8E2BEE638D7}" destId="{BB9ABAF7-40C8-4BDF-9EB3-660BA70866AC}" srcOrd="0" destOrd="0" presId="urn:microsoft.com/office/officeart/2008/layout/LinedList"/>
    <dgm:cxn modelId="{A0EF4432-C98E-4B83-8815-DA6CFFBE6810}" type="presParOf" srcId="{68300B7A-9A9B-4227-B0FE-B8E2BEE638D7}" destId="{98D627E0-2083-4BD0-8452-D3145353E256}" srcOrd="1" destOrd="0" presId="urn:microsoft.com/office/officeart/2008/layout/LinedList"/>
    <dgm:cxn modelId="{A6E97012-9CED-48E9-BD28-85149C725847}" type="presParOf" srcId="{7867F197-A3B6-47E6-9E75-8E46447205AC}" destId="{8DA10674-6C74-44AC-A6C6-CCD0855031C2}" srcOrd="2" destOrd="0" presId="urn:microsoft.com/office/officeart/2008/layout/LinedList"/>
    <dgm:cxn modelId="{80F6CD8C-7D2D-4FD5-957D-2C3BD28FDDDC}" type="presParOf" srcId="{7867F197-A3B6-47E6-9E75-8E46447205AC}" destId="{498C4FD3-580E-42BB-8DEA-E6D6E5537E5F}" srcOrd="3" destOrd="0" presId="urn:microsoft.com/office/officeart/2008/layout/LinedList"/>
    <dgm:cxn modelId="{5A562A53-1B6E-4654-A1D4-127ED4EA8A01}" type="presParOf" srcId="{498C4FD3-580E-42BB-8DEA-E6D6E5537E5F}" destId="{4889FB03-CD04-4E49-8ED9-5DE5B68B527C}" srcOrd="0" destOrd="0" presId="urn:microsoft.com/office/officeart/2008/layout/LinedList"/>
    <dgm:cxn modelId="{36DADC6D-07FA-4335-9142-43D386F530CF}" type="presParOf" srcId="{498C4FD3-580E-42BB-8DEA-E6D6E5537E5F}" destId="{0A9C02E5-11FD-4C8B-9ADE-C0AC1BB641C1}" srcOrd="1" destOrd="0" presId="urn:microsoft.com/office/officeart/2008/layout/LinedList"/>
    <dgm:cxn modelId="{A2857647-5073-4DE5-B9F6-BEA616C46DD4}" type="presParOf" srcId="{7867F197-A3B6-47E6-9E75-8E46447205AC}" destId="{7627034C-5BF2-44E2-BC05-4E721F25BEE5}" srcOrd="4" destOrd="0" presId="urn:microsoft.com/office/officeart/2008/layout/LinedList"/>
    <dgm:cxn modelId="{0F074B96-A18D-44B7-95FC-44C9C56D4F42}" type="presParOf" srcId="{7867F197-A3B6-47E6-9E75-8E46447205AC}" destId="{60BE2FF7-8AAF-430D-94F8-0A41D2F5F8C8}" srcOrd="5" destOrd="0" presId="urn:microsoft.com/office/officeart/2008/layout/LinedList"/>
    <dgm:cxn modelId="{1174B060-4319-4C63-94CF-2622D364AC1C}" type="presParOf" srcId="{60BE2FF7-8AAF-430D-94F8-0A41D2F5F8C8}" destId="{3DAF4D30-235E-4AFC-A0D1-1F6DE19F207A}" srcOrd="0" destOrd="0" presId="urn:microsoft.com/office/officeart/2008/layout/LinedList"/>
    <dgm:cxn modelId="{D5079E12-AE14-41ED-8D1A-2C2E94DBEDA6}" type="presParOf" srcId="{60BE2FF7-8AAF-430D-94F8-0A41D2F5F8C8}" destId="{44AC1CC8-EEB6-4048-86BF-6303AEBA61A1}" srcOrd="1" destOrd="0" presId="urn:microsoft.com/office/officeart/2008/layout/LinedList"/>
    <dgm:cxn modelId="{547224D2-4B72-46B2-90F1-E39C1DB96FE6}" type="presParOf" srcId="{7867F197-A3B6-47E6-9E75-8E46447205AC}" destId="{76074A68-F088-48B7-9DAC-2C9CF95235C2}" srcOrd="6" destOrd="0" presId="urn:microsoft.com/office/officeart/2008/layout/LinedList"/>
    <dgm:cxn modelId="{52428D56-E2A4-44AE-A7F5-C6B2000663E3}" type="presParOf" srcId="{7867F197-A3B6-47E6-9E75-8E46447205AC}" destId="{456C30F1-94C9-4E56-8A1B-7EA87E8DA338}" srcOrd="7" destOrd="0" presId="urn:microsoft.com/office/officeart/2008/layout/LinedList"/>
    <dgm:cxn modelId="{8D43D390-8480-45C7-BDB6-C1F4A48FFA50}" type="presParOf" srcId="{456C30F1-94C9-4E56-8A1B-7EA87E8DA338}" destId="{418D1F6A-1AB2-4D2A-B670-A29DD8473ADD}" srcOrd="0" destOrd="0" presId="urn:microsoft.com/office/officeart/2008/layout/LinedList"/>
    <dgm:cxn modelId="{B9A066A0-25BC-4975-81E6-857AB13AA1EC}" type="presParOf" srcId="{456C30F1-94C9-4E56-8A1B-7EA87E8DA338}" destId="{02E3878C-AAAF-4D21-9B2C-B17BB407EDC5}" srcOrd="1" destOrd="0" presId="urn:microsoft.com/office/officeart/2008/layout/LinedList"/>
    <dgm:cxn modelId="{439A1D8A-B116-491F-8ED8-CFA863845CF3}" type="presParOf" srcId="{7867F197-A3B6-47E6-9E75-8E46447205AC}" destId="{E2E60534-1A6E-49E5-B811-A044FA9C49EB}" srcOrd="8" destOrd="0" presId="urn:microsoft.com/office/officeart/2008/layout/LinedList"/>
    <dgm:cxn modelId="{1791923A-FEB2-43E9-BADA-28DF55331AF1}" type="presParOf" srcId="{7867F197-A3B6-47E6-9E75-8E46447205AC}" destId="{79953A21-EB15-4BA0-A7D3-2EE5912DBACD}" srcOrd="9" destOrd="0" presId="urn:microsoft.com/office/officeart/2008/layout/LinedList"/>
    <dgm:cxn modelId="{CD49ADEB-B138-4B11-8B1B-DE5842E72618}" type="presParOf" srcId="{79953A21-EB15-4BA0-A7D3-2EE5912DBACD}" destId="{7CCEDDD7-2606-47B5-9E5C-3937CCBE5B7A}" srcOrd="0" destOrd="0" presId="urn:microsoft.com/office/officeart/2008/layout/LinedList"/>
    <dgm:cxn modelId="{5A3A4167-1050-4873-8848-0B8FCBC47163}" type="presParOf" srcId="{79953A21-EB15-4BA0-A7D3-2EE5912DBACD}" destId="{DDCAD178-A008-4720-AA1B-FB2A56514F41}" srcOrd="1" destOrd="0" presId="urn:microsoft.com/office/officeart/2008/layout/LinedList"/>
    <dgm:cxn modelId="{736FBD59-C0B7-4F7C-84D2-E0AF46530895}" type="presParOf" srcId="{7867F197-A3B6-47E6-9E75-8E46447205AC}" destId="{DB9C0C1E-3BE8-4C2A-926F-0A08428DAD1C}" srcOrd="10" destOrd="0" presId="urn:microsoft.com/office/officeart/2008/layout/LinedList"/>
    <dgm:cxn modelId="{B1482235-D7C9-47CF-BECE-29F89B97668E}" type="presParOf" srcId="{7867F197-A3B6-47E6-9E75-8E46447205AC}" destId="{ACF27D5D-6108-42B4-96B6-B6AA9D0C7D84}" srcOrd="11" destOrd="0" presId="urn:microsoft.com/office/officeart/2008/layout/LinedList"/>
    <dgm:cxn modelId="{7ABF3FF7-5C2E-4748-939B-1655BEB0C0FF}" type="presParOf" srcId="{ACF27D5D-6108-42B4-96B6-B6AA9D0C7D84}" destId="{2444D18F-B514-4A21-9AA6-5A615E502C8A}" srcOrd="0" destOrd="0" presId="urn:microsoft.com/office/officeart/2008/layout/LinedList"/>
    <dgm:cxn modelId="{4A4B3C29-C35B-499F-B19C-173AFF6532EC}" type="presParOf" srcId="{ACF27D5D-6108-42B4-96B6-B6AA9D0C7D84}" destId="{8CC8D5EB-BFC4-45BD-8F96-BCD4BA037CA4}" srcOrd="1" destOrd="0" presId="urn:microsoft.com/office/officeart/2008/layout/LinedList"/>
    <dgm:cxn modelId="{620E7381-FCBE-4B97-90C0-A3C052AF440C}" type="presParOf" srcId="{7867F197-A3B6-47E6-9E75-8E46447205AC}" destId="{6DCDB45C-0A3F-4886-8D89-B9CCD4644772}" srcOrd="12" destOrd="0" presId="urn:microsoft.com/office/officeart/2008/layout/LinedList"/>
    <dgm:cxn modelId="{918D583A-CA79-45CC-A10D-10366B5B7102}" type="presParOf" srcId="{7867F197-A3B6-47E6-9E75-8E46447205AC}" destId="{330EDCC6-9AD6-4DEF-8598-F38AB0AC7D52}" srcOrd="13" destOrd="0" presId="urn:microsoft.com/office/officeart/2008/layout/LinedList"/>
    <dgm:cxn modelId="{F46D6BEE-2DEF-4957-90BA-DE648049E328}" type="presParOf" srcId="{330EDCC6-9AD6-4DEF-8598-F38AB0AC7D52}" destId="{79338798-0E2F-488B-964B-F23FFACA1758}" srcOrd="0" destOrd="0" presId="urn:microsoft.com/office/officeart/2008/layout/LinedList"/>
    <dgm:cxn modelId="{2CD5B355-DD7C-42DD-AA99-A629FD7436AB}" type="presParOf" srcId="{330EDCC6-9AD6-4DEF-8598-F38AB0AC7D52}" destId="{FE31EDED-4595-478B-877C-D3AE268E4CE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020A4D9-5393-4B27-8562-89BC8C0185D1}" type="doc">
      <dgm:prSet loTypeId="urn:microsoft.com/office/officeart/2016/7/layout/RepeatingBendingProcessNew" loCatId="process" qsTypeId="urn:microsoft.com/office/officeart/2005/8/quickstyle/simple4" qsCatId="simple" csTypeId="urn:microsoft.com/office/officeart/2005/8/colors/colorful1" csCatId="colorful"/>
      <dgm:spPr/>
      <dgm:t>
        <a:bodyPr/>
        <a:lstStyle/>
        <a:p>
          <a:endParaRPr lang="en-US"/>
        </a:p>
      </dgm:t>
    </dgm:pt>
    <dgm:pt modelId="{A750D217-9E02-4788-86B4-6D73807F875A}">
      <dgm:prSet/>
      <dgm:spPr/>
      <dgm:t>
        <a:bodyPr/>
        <a:lstStyle/>
        <a:p>
          <a:r>
            <a:rPr lang="en-GB" b="1"/>
            <a:t>Absolute Contraindications</a:t>
          </a:r>
          <a:endParaRPr lang="en-US"/>
        </a:p>
      </dgm:t>
    </dgm:pt>
    <dgm:pt modelId="{51D17066-3EFF-4F14-8B6E-8879D24A416D}" type="parTrans" cxnId="{F52651A3-9FF0-4B50-9A59-26AD0C638B7C}">
      <dgm:prSet/>
      <dgm:spPr/>
      <dgm:t>
        <a:bodyPr/>
        <a:lstStyle/>
        <a:p>
          <a:endParaRPr lang="en-US"/>
        </a:p>
      </dgm:t>
    </dgm:pt>
    <dgm:pt modelId="{148E94DC-47A7-4E09-9B46-DDAE61E95976}" type="sibTrans" cxnId="{F52651A3-9FF0-4B50-9A59-26AD0C638B7C}">
      <dgm:prSet/>
      <dgm:spPr/>
      <dgm:t>
        <a:bodyPr/>
        <a:lstStyle/>
        <a:p>
          <a:endParaRPr lang="en-US"/>
        </a:p>
      </dgm:t>
    </dgm:pt>
    <dgm:pt modelId="{6EFD0423-492D-4395-9058-DC124F295FCD}">
      <dgm:prSet/>
      <dgm:spPr/>
      <dgm:t>
        <a:bodyPr/>
        <a:lstStyle/>
        <a:p>
          <a:r>
            <a:rPr lang="en-GB" b="1"/>
            <a:t>Current use of isotretinoin:</a:t>
          </a:r>
          <a:r>
            <a:rPr lang="en-GB"/>
            <a:t> Impairs wound healing and increases scarring risk. A minimum 6-month washout period is required after completing the course</a:t>
          </a:r>
          <a:endParaRPr lang="en-US"/>
        </a:p>
      </dgm:t>
    </dgm:pt>
    <dgm:pt modelId="{54341D98-CBBF-4A24-A4FE-171CC7DDDFF6}" type="parTrans" cxnId="{4AE71C82-CADC-4683-AB9F-EA1841DFE00A}">
      <dgm:prSet/>
      <dgm:spPr/>
      <dgm:t>
        <a:bodyPr/>
        <a:lstStyle/>
        <a:p>
          <a:endParaRPr lang="en-US"/>
        </a:p>
      </dgm:t>
    </dgm:pt>
    <dgm:pt modelId="{9E95FE95-3EFA-40E8-A2EF-BECBAD2D3EFC}" type="sibTrans" cxnId="{4AE71C82-CADC-4683-AB9F-EA1841DFE00A}">
      <dgm:prSet/>
      <dgm:spPr/>
      <dgm:t>
        <a:bodyPr/>
        <a:lstStyle/>
        <a:p>
          <a:endParaRPr lang="en-US"/>
        </a:p>
      </dgm:t>
    </dgm:pt>
    <dgm:pt modelId="{FAFDDBB1-3200-4365-8084-EF04831BAC7A}">
      <dgm:prSet/>
      <dgm:spPr/>
      <dgm:t>
        <a:bodyPr/>
        <a:lstStyle/>
        <a:p>
          <a:r>
            <a:rPr lang="en-GB" b="1"/>
            <a:t>Active skin infection in the treatment area:</a:t>
          </a:r>
          <a:r>
            <a:rPr lang="en-GB"/>
            <a:t> Bacterial, viral, or fungal infections can be worsened or spread by laser energy</a:t>
          </a:r>
          <a:endParaRPr lang="en-US"/>
        </a:p>
      </dgm:t>
    </dgm:pt>
    <dgm:pt modelId="{79CBDE77-1969-4BF1-AACE-99479F3A5C6A}" type="parTrans" cxnId="{AB2B8EDA-E306-42F6-9533-901D4D2C3984}">
      <dgm:prSet/>
      <dgm:spPr/>
      <dgm:t>
        <a:bodyPr/>
        <a:lstStyle/>
        <a:p>
          <a:endParaRPr lang="en-US"/>
        </a:p>
      </dgm:t>
    </dgm:pt>
    <dgm:pt modelId="{79530D95-AA65-4DF9-8E5A-1DCF7B9FF9D5}" type="sibTrans" cxnId="{AB2B8EDA-E306-42F6-9533-901D4D2C3984}">
      <dgm:prSet/>
      <dgm:spPr/>
      <dgm:t>
        <a:bodyPr/>
        <a:lstStyle/>
        <a:p>
          <a:endParaRPr lang="en-US"/>
        </a:p>
      </dgm:t>
    </dgm:pt>
    <dgm:pt modelId="{0AF5545E-A875-4024-8878-1C5370A643C4}">
      <dgm:prSet/>
      <dgm:spPr/>
      <dgm:t>
        <a:bodyPr/>
        <a:lstStyle/>
        <a:p>
          <a:r>
            <a:rPr lang="en-GB" b="1"/>
            <a:t>Pregnancy:</a:t>
          </a:r>
          <a:r>
            <a:rPr lang="en-GB"/>
            <a:t> Laser safety during pregnancy has not been established</a:t>
          </a:r>
          <a:endParaRPr lang="en-US"/>
        </a:p>
      </dgm:t>
    </dgm:pt>
    <dgm:pt modelId="{614BC38F-9D08-43C0-81CE-9DF0B1AB6DD6}" type="parTrans" cxnId="{AAD17548-0FB6-4408-B28B-72AAC711ACA1}">
      <dgm:prSet/>
      <dgm:spPr/>
      <dgm:t>
        <a:bodyPr/>
        <a:lstStyle/>
        <a:p>
          <a:endParaRPr lang="en-US"/>
        </a:p>
      </dgm:t>
    </dgm:pt>
    <dgm:pt modelId="{687095B4-79A3-4A29-BAC3-0238E8C066D8}" type="sibTrans" cxnId="{AAD17548-0FB6-4408-B28B-72AAC711ACA1}">
      <dgm:prSet/>
      <dgm:spPr/>
      <dgm:t>
        <a:bodyPr/>
        <a:lstStyle/>
        <a:p>
          <a:endParaRPr lang="en-US"/>
        </a:p>
      </dgm:t>
    </dgm:pt>
    <dgm:pt modelId="{DB84B4F3-78E3-4836-BBCE-C7294D510FD3}">
      <dgm:prSet/>
      <dgm:spPr/>
      <dgm:t>
        <a:bodyPr/>
        <a:lstStyle/>
        <a:p>
          <a:r>
            <a:rPr lang="en-GB" b="1"/>
            <a:t>Photosensitising medications:</a:t>
          </a:r>
          <a:r>
            <a:rPr lang="en-GB"/>
            <a:t> Certain antibiotics (tetracyclines, fluoroquinolones), antifungals, and other medications increase the skin’s sensitivity to light, dramatically increasing burn risk</a:t>
          </a:r>
          <a:endParaRPr lang="en-US"/>
        </a:p>
      </dgm:t>
    </dgm:pt>
    <dgm:pt modelId="{60EE11A5-E307-49F2-951F-6BE2837D4734}" type="parTrans" cxnId="{275C62C8-8B10-4A3E-AABB-9FC413BEC983}">
      <dgm:prSet/>
      <dgm:spPr/>
      <dgm:t>
        <a:bodyPr/>
        <a:lstStyle/>
        <a:p>
          <a:endParaRPr lang="en-US"/>
        </a:p>
      </dgm:t>
    </dgm:pt>
    <dgm:pt modelId="{BFF41C17-7639-4AFA-8A81-66636994BF6D}" type="sibTrans" cxnId="{275C62C8-8B10-4A3E-AABB-9FC413BEC983}">
      <dgm:prSet/>
      <dgm:spPr/>
      <dgm:t>
        <a:bodyPr/>
        <a:lstStyle/>
        <a:p>
          <a:endParaRPr lang="en-US"/>
        </a:p>
      </dgm:t>
    </dgm:pt>
    <dgm:pt modelId="{BB8AC352-4BC1-457F-B887-3D124C453562}">
      <dgm:prSet/>
      <dgm:spPr/>
      <dgm:t>
        <a:bodyPr/>
        <a:lstStyle/>
        <a:p>
          <a:r>
            <a:rPr lang="en-GB" b="1"/>
            <a:t>Recent tan or sunburn:</a:t>
          </a:r>
          <a:r>
            <a:rPr lang="en-GB"/>
            <a:t> Increased melanin in tanned skin absorbs more laser energy, significantly increasing burn and pigmentation risk</a:t>
          </a:r>
          <a:endParaRPr lang="en-US"/>
        </a:p>
      </dgm:t>
    </dgm:pt>
    <dgm:pt modelId="{4FB1D706-424A-4B2F-A6A3-2626ED13AE57}" type="parTrans" cxnId="{129FF95B-B071-40D8-BED5-B7679400B496}">
      <dgm:prSet/>
      <dgm:spPr/>
      <dgm:t>
        <a:bodyPr/>
        <a:lstStyle/>
        <a:p>
          <a:endParaRPr lang="en-US"/>
        </a:p>
      </dgm:t>
    </dgm:pt>
    <dgm:pt modelId="{7610404F-C7A4-49DF-A7EF-6AF88D99E85D}" type="sibTrans" cxnId="{129FF95B-B071-40D8-BED5-B7679400B496}">
      <dgm:prSet/>
      <dgm:spPr/>
      <dgm:t>
        <a:bodyPr/>
        <a:lstStyle/>
        <a:p>
          <a:endParaRPr lang="en-US"/>
        </a:p>
      </dgm:t>
    </dgm:pt>
    <dgm:pt modelId="{E0BBE249-677F-4EB2-9B75-D31845112F1D}" type="pres">
      <dgm:prSet presAssocID="{1020A4D9-5393-4B27-8562-89BC8C0185D1}" presName="Name0" presStyleCnt="0">
        <dgm:presLayoutVars>
          <dgm:dir/>
          <dgm:resizeHandles val="exact"/>
        </dgm:presLayoutVars>
      </dgm:prSet>
      <dgm:spPr/>
    </dgm:pt>
    <dgm:pt modelId="{9DC4583E-BCE9-4135-A3F3-191C87B30FF0}" type="pres">
      <dgm:prSet presAssocID="{A750D217-9E02-4788-86B4-6D73807F875A}" presName="node" presStyleLbl="node1" presStyleIdx="0" presStyleCnt="6">
        <dgm:presLayoutVars>
          <dgm:bulletEnabled val="1"/>
        </dgm:presLayoutVars>
      </dgm:prSet>
      <dgm:spPr/>
    </dgm:pt>
    <dgm:pt modelId="{F5CE95BD-4B4B-4011-A77A-6E29E66D2442}" type="pres">
      <dgm:prSet presAssocID="{148E94DC-47A7-4E09-9B46-DDAE61E95976}" presName="sibTrans" presStyleLbl="sibTrans1D1" presStyleIdx="0" presStyleCnt="5"/>
      <dgm:spPr/>
    </dgm:pt>
    <dgm:pt modelId="{D68FA237-00DC-405D-AA83-FA207BFBF862}" type="pres">
      <dgm:prSet presAssocID="{148E94DC-47A7-4E09-9B46-DDAE61E95976}" presName="connectorText" presStyleLbl="sibTrans1D1" presStyleIdx="0" presStyleCnt="5"/>
      <dgm:spPr/>
    </dgm:pt>
    <dgm:pt modelId="{C20E5AB6-47AA-4F87-8ACE-41DBC75DABA8}" type="pres">
      <dgm:prSet presAssocID="{6EFD0423-492D-4395-9058-DC124F295FCD}" presName="node" presStyleLbl="node1" presStyleIdx="1" presStyleCnt="6">
        <dgm:presLayoutVars>
          <dgm:bulletEnabled val="1"/>
        </dgm:presLayoutVars>
      </dgm:prSet>
      <dgm:spPr/>
    </dgm:pt>
    <dgm:pt modelId="{9CFF1A9E-65E6-421C-B889-3BEA1D35675E}" type="pres">
      <dgm:prSet presAssocID="{9E95FE95-3EFA-40E8-A2EF-BECBAD2D3EFC}" presName="sibTrans" presStyleLbl="sibTrans1D1" presStyleIdx="1" presStyleCnt="5"/>
      <dgm:spPr/>
    </dgm:pt>
    <dgm:pt modelId="{7DE0E701-C8D3-49E8-BFAF-8BA5B95DE677}" type="pres">
      <dgm:prSet presAssocID="{9E95FE95-3EFA-40E8-A2EF-BECBAD2D3EFC}" presName="connectorText" presStyleLbl="sibTrans1D1" presStyleIdx="1" presStyleCnt="5"/>
      <dgm:spPr/>
    </dgm:pt>
    <dgm:pt modelId="{17E22912-E003-469E-8FB5-1AB6ADEEDF15}" type="pres">
      <dgm:prSet presAssocID="{FAFDDBB1-3200-4365-8084-EF04831BAC7A}" presName="node" presStyleLbl="node1" presStyleIdx="2" presStyleCnt="6">
        <dgm:presLayoutVars>
          <dgm:bulletEnabled val="1"/>
        </dgm:presLayoutVars>
      </dgm:prSet>
      <dgm:spPr/>
    </dgm:pt>
    <dgm:pt modelId="{C5115589-ABE2-4DC8-8281-0BF995200DAC}" type="pres">
      <dgm:prSet presAssocID="{79530D95-AA65-4DF9-8E5A-1DCF7B9FF9D5}" presName="sibTrans" presStyleLbl="sibTrans1D1" presStyleIdx="2" presStyleCnt="5"/>
      <dgm:spPr/>
    </dgm:pt>
    <dgm:pt modelId="{DA0C534A-6836-4430-A9CD-CD07E1949C31}" type="pres">
      <dgm:prSet presAssocID="{79530D95-AA65-4DF9-8E5A-1DCF7B9FF9D5}" presName="connectorText" presStyleLbl="sibTrans1D1" presStyleIdx="2" presStyleCnt="5"/>
      <dgm:spPr/>
    </dgm:pt>
    <dgm:pt modelId="{9554416F-3F0B-43B2-AFDF-1F2604D192DE}" type="pres">
      <dgm:prSet presAssocID="{0AF5545E-A875-4024-8878-1C5370A643C4}" presName="node" presStyleLbl="node1" presStyleIdx="3" presStyleCnt="6">
        <dgm:presLayoutVars>
          <dgm:bulletEnabled val="1"/>
        </dgm:presLayoutVars>
      </dgm:prSet>
      <dgm:spPr/>
    </dgm:pt>
    <dgm:pt modelId="{FBCAF513-FAA0-46F5-8293-121C040DA4C8}" type="pres">
      <dgm:prSet presAssocID="{687095B4-79A3-4A29-BAC3-0238E8C066D8}" presName="sibTrans" presStyleLbl="sibTrans1D1" presStyleIdx="3" presStyleCnt="5"/>
      <dgm:spPr/>
    </dgm:pt>
    <dgm:pt modelId="{040786E8-DB4C-4E45-88FB-D090AEBBEF95}" type="pres">
      <dgm:prSet presAssocID="{687095B4-79A3-4A29-BAC3-0238E8C066D8}" presName="connectorText" presStyleLbl="sibTrans1D1" presStyleIdx="3" presStyleCnt="5"/>
      <dgm:spPr/>
    </dgm:pt>
    <dgm:pt modelId="{4A665D76-43E3-4026-99CF-F72A3CA62877}" type="pres">
      <dgm:prSet presAssocID="{DB84B4F3-78E3-4836-BBCE-C7294D510FD3}" presName="node" presStyleLbl="node1" presStyleIdx="4" presStyleCnt="6">
        <dgm:presLayoutVars>
          <dgm:bulletEnabled val="1"/>
        </dgm:presLayoutVars>
      </dgm:prSet>
      <dgm:spPr/>
    </dgm:pt>
    <dgm:pt modelId="{F98DA812-BB6A-44A0-B476-F146CCA492D8}" type="pres">
      <dgm:prSet presAssocID="{BFF41C17-7639-4AFA-8A81-66636994BF6D}" presName="sibTrans" presStyleLbl="sibTrans1D1" presStyleIdx="4" presStyleCnt="5"/>
      <dgm:spPr/>
    </dgm:pt>
    <dgm:pt modelId="{4B53E213-8422-4C83-B0E1-A28C87D98744}" type="pres">
      <dgm:prSet presAssocID="{BFF41C17-7639-4AFA-8A81-66636994BF6D}" presName="connectorText" presStyleLbl="sibTrans1D1" presStyleIdx="4" presStyleCnt="5"/>
      <dgm:spPr/>
    </dgm:pt>
    <dgm:pt modelId="{8AA55279-C93B-4628-BA5D-37FD70869211}" type="pres">
      <dgm:prSet presAssocID="{BB8AC352-4BC1-457F-B887-3D124C453562}" presName="node" presStyleLbl="node1" presStyleIdx="5" presStyleCnt="6">
        <dgm:presLayoutVars>
          <dgm:bulletEnabled val="1"/>
        </dgm:presLayoutVars>
      </dgm:prSet>
      <dgm:spPr/>
    </dgm:pt>
  </dgm:ptLst>
  <dgm:cxnLst>
    <dgm:cxn modelId="{A60B2C01-51A5-4F51-BC41-D79073ADB9B5}" type="presOf" srcId="{79530D95-AA65-4DF9-8E5A-1DCF7B9FF9D5}" destId="{C5115589-ABE2-4DC8-8281-0BF995200DAC}" srcOrd="0" destOrd="0" presId="urn:microsoft.com/office/officeart/2016/7/layout/RepeatingBendingProcessNew"/>
    <dgm:cxn modelId="{40607F06-FA1A-4ED9-9239-95273038B935}" type="presOf" srcId="{6EFD0423-492D-4395-9058-DC124F295FCD}" destId="{C20E5AB6-47AA-4F87-8ACE-41DBC75DABA8}" srcOrd="0" destOrd="0" presId="urn:microsoft.com/office/officeart/2016/7/layout/RepeatingBendingProcessNew"/>
    <dgm:cxn modelId="{3B23C50C-14F3-4856-BF58-4BB80CEBAB28}" type="presOf" srcId="{BFF41C17-7639-4AFA-8A81-66636994BF6D}" destId="{4B53E213-8422-4C83-B0E1-A28C87D98744}" srcOrd="1" destOrd="0" presId="urn:microsoft.com/office/officeart/2016/7/layout/RepeatingBendingProcessNew"/>
    <dgm:cxn modelId="{129FF95B-B071-40D8-BED5-B7679400B496}" srcId="{1020A4D9-5393-4B27-8562-89BC8C0185D1}" destId="{BB8AC352-4BC1-457F-B887-3D124C453562}" srcOrd="5" destOrd="0" parTransId="{4FB1D706-424A-4B2F-A6A3-2626ED13AE57}" sibTransId="{7610404F-C7A4-49DF-A7EF-6AF88D99E85D}"/>
    <dgm:cxn modelId="{97611E5C-FE46-42D8-8E1E-F9846F45DB0D}" type="presOf" srcId="{1020A4D9-5393-4B27-8562-89BC8C0185D1}" destId="{E0BBE249-677F-4EB2-9B75-D31845112F1D}" srcOrd="0" destOrd="0" presId="urn:microsoft.com/office/officeart/2016/7/layout/RepeatingBendingProcessNew"/>
    <dgm:cxn modelId="{59BAA764-A8E7-4C6B-A58A-0B5CA833D1E6}" type="presOf" srcId="{A750D217-9E02-4788-86B4-6D73807F875A}" destId="{9DC4583E-BCE9-4135-A3F3-191C87B30FF0}" srcOrd="0" destOrd="0" presId="urn:microsoft.com/office/officeart/2016/7/layout/RepeatingBendingProcessNew"/>
    <dgm:cxn modelId="{AAD17548-0FB6-4408-B28B-72AAC711ACA1}" srcId="{1020A4D9-5393-4B27-8562-89BC8C0185D1}" destId="{0AF5545E-A875-4024-8878-1C5370A643C4}" srcOrd="3" destOrd="0" parTransId="{614BC38F-9D08-43C0-81CE-9DF0B1AB6DD6}" sibTransId="{687095B4-79A3-4A29-BAC3-0238E8C066D8}"/>
    <dgm:cxn modelId="{84618568-2122-4DCD-A1B3-D6102B6DEA28}" type="presOf" srcId="{FAFDDBB1-3200-4365-8084-EF04831BAC7A}" destId="{17E22912-E003-469E-8FB5-1AB6ADEEDF15}" srcOrd="0" destOrd="0" presId="urn:microsoft.com/office/officeart/2016/7/layout/RepeatingBendingProcessNew"/>
    <dgm:cxn modelId="{70EE9F73-94E6-4123-8C6E-ED4B3790852A}" type="presOf" srcId="{BB8AC352-4BC1-457F-B887-3D124C453562}" destId="{8AA55279-C93B-4628-BA5D-37FD70869211}" srcOrd="0" destOrd="0" presId="urn:microsoft.com/office/officeart/2016/7/layout/RepeatingBendingProcessNew"/>
    <dgm:cxn modelId="{4AE71C82-CADC-4683-AB9F-EA1841DFE00A}" srcId="{1020A4D9-5393-4B27-8562-89BC8C0185D1}" destId="{6EFD0423-492D-4395-9058-DC124F295FCD}" srcOrd="1" destOrd="0" parTransId="{54341D98-CBBF-4A24-A4FE-171CC7DDDFF6}" sibTransId="{9E95FE95-3EFA-40E8-A2EF-BECBAD2D3EFC}"/>
    <dgm:cxn modelId="{C87F9283-CA07-42A8-9F48-F6771E3BC1AC}" type="presOf" srcId="{BFF41C17-7639-4AFA-8A81-66636994BF6D}" destId="{F98DA812-BB6A-44A0-B476-F146CCA492D8}" srcOrd="0" destOrd="0" presId="urn:microsoft.com/office/officeart/2016/7/layout/RepeatingBendingProcessNew"/>
    <dgm:cxn modelId="{02C99990-94AC-4591-84BB-88054130EE68}" type="presOf" srcId="{79530D95-AA65-4DF9-8E5A-1DCF7B9FF9D5}" destId="{DA0C534A-6836-4430-A9CD-CD07E1949C31}" srcOrd="1" destOrd="0" presId="urn:microsoft.com/office/officeart/2016/7/layout/RepeatingBendingProcessNew"/>
    <dgm:cxn modelId="{00DC3D9E-2809-4E94-887C-F6B3B15E44DA}" type="presOf" srcId="{148E94DC-47A7-4E09-9B46-DDAE61E95976}" destId="{D68FA237-00DC-405D-AA83-FA207BFBF862}" srcOrd="1" destOrd="0" presId="urn:microsoft.com/office/officeart/2016/7/layout/RepeatingBendingProcessNew"/>
    <dgm:cxn modelId="{F52651A3-9FF0-4B50-9A59-26AD0C638B7C}" srcId="{1020A4D9-5393-4B27-8562-89BC8C0185D1}" destId="{A750D217-9E02-4788-86B4-6D73807F875A}" srcOrd="0" destOrd="0" parTransId="{51D17066-3EFF-4F14-8B6E-8879D24A416D}" sibTransId="{148E94DC-47A7-4E09-9B46-DDAE61E95976}"/>
    <dgm:cxn modelId="{1B5FC8BF-C1DE-43F9-909E-602DF8F06906}" type="presOf" srcId="{9E95FE95-3EFA-40E8-A2EF-BECBAD2D3EFC}" destId="{9CFF1A9E-65E6-421C-B889-3BEA1D35675E}" srcOrd="0" destOrd="0" presId="urn:microsoft.com/office/officeart/2016/7/layout/RepeatingBendingProcessNew"/>
    <dgm:cxn modelId="{275C62C8-8B10-4A3E-AABB-9FC413BEC983}" srcId="{1020A4D9-5393-4B27-8562-89BC8C0185D1}" destId="{DB84B4F3-78E3-4836-BBCE-C7294D510FD3}" srcOrd="4" destOrd="0" parTransId="{60EE11A5-E307-49F2-951F-6BE2837D4734}" sibTransId="{BFF41C17-7639-4AFA-8A81-66636994BF6D}"/>
    <dgm:cxn modelId="{C40884CD-8453-4B98-8176-ABEAEB1577C6}" type="presOf" srcId="{687095B4-79A3-4A29-BAC3-0238E8C066D8}" destId="{FBCAF513-FAA0-46F5-8293-121C040DA4C8}" srcOrd="0" destOrd="0" presId="urn:microsoft.com/office/officeart/2016/7/layout/RepeatingBendingProcessNew"/>
    <dgm:cxn modelId="{437086CE-1C51-4A6D-BF24-8A7A2A45A3A6}" type="presOf" srcId="{9E95FE95-3EFA-40E8-A2EF-BECBAD2D3EFC}" destId="{7DE0E701-C8D3-49E8-BFAF-8BA5B95DE677}" srcOrd="1" destOrd="0" presId="urn:microsoft.com/office/officeart/2016/7/layout/RepeatingBendingProcessNew"/>
    <dgm:cxn modelId="{B351B0D5-83BF-43E8-8F4D-54FAD8329E52}" type="presOf" srcId="{687095B4-79A3-4A29-BAC3-0238E8C066D8}" destId="{040786E8-DB4C-4E45-88FB-D090AEBBEF95}" srcOrd="1" destOrd="0" presId="urn:microsoft.com/office/officeart/2016/7/layout/RepeatingBendingProcessNew"/>
    <dgm:cxn modelId="{AB2B8EDA-E306-42F6-9533-901D4D2C3984}" srcId="{1020A4D9-5393-4B27-8562-89BC8C0185D1}" destId="{FAFDDBB1-3200-4365-8084-EF04831BAC7A}" srcOrd="2" destOrd="0" parTransId="{79CBDE77-1969-4BF1-AACE-99479F3A5C6A}" sibTransId="{79530D95-AA65-4DF9-8E5A-1DCF7B9FF9D5}"/>
    <dgm:cxn modelId="{D35D21E3-B703-4C64-9425-FFC86DA0F701}" type="presOf" srcId="{0AF5545E-A875-4024-8878-1C5370A643C4}" destId="{9554416F-3F0B-43B2-AFDF-1F2604D192DE}" srcOrd="0" destOrd="0" presId="urn:microsoft.com/office/officeart/2016/7/layout/RepeatingBendingProcessNew"/>
    <dgm:cxn modelId="{CA4928FE-24F5-4B0D-A0F7-BA5CCC98D45D}" type="presOf" srcId="{DB84B4F3-78E3-4836-BBCE-C7294D510FD3}" destId="{4A665D76-43E3-4026-99CF-F72A3CA62877}" srcOrd="0" destOrd="0" presId="urn:microsoft.com/office/officeart/2016/7/layout/RepeatingBendingProcessNew"/>
    <dgm:cxn modelId="{011BEFFF-DEB5-4628-A519-5496E8A03585}" type="presOf" srcId="{148E94DC-47A7-4E09-9B46-DDAE61E95976}" destId="{F5CE95BD-4B4B-4011-A77A-6E29E66D2442}" srcOrd="0" destOrd="0" presId="urn:microsoft.com/office/officeart/2016/7/layout/RepeatingBendingProcessNew"/>
    <dgm:cxn modelId="{708E5E51-5973-4601-A5CC-4C42B0D5B9B3}" type="presParOf" srcId="{E0BBE249-677F-4EB2-9B75-D31845112F1D}" destId="{9DC4583E-BCE9-4135-A3F3-191C87B30FF0}" srcOrd="0" destOrd="0" presId="urn:microsoft.com/office/officeart/2016/7/layout/RepeatingBendingProcessNew"/>
    <dgm:cxn modelId="{08DB18A7-D9D8-48EE-B0BA-1D506F22E506}" type="presParOf" srcId="{E0BBE249-677F-4EB2-9B75-D31845112F1D}" destId="{F5CE95BD-4B4B-4011-A77A-6E29E66D2442}" srcOrd="1" destOrd="0" presId="urn:microsoft.com/office/officeart/2016/7/layout/RepeatingBendingProcessNew"/>
    <dgm:cxn modelId="{15E8EE4A-4767-4C82-AA21-E1E597FBF91F}" type="presParOf" srcId="{F5CE95BD-4B4B-4011-A77A-6E29E66D2442}" destId="{D68FA237-00DC-405D-AA83-FA207BFBF862}" srcOrd="0" destOrd="0" presId="urn:microsoft.com/office/officeart/2016/7/layout/RepeatingBendingProcessNew"/>
    <dgm:cxn modelId="{FA02611A-83EB-472A-9C85-CCB699A33B1D}" type="presParOf" srcId="{E0BBE249-677F-4EB2-9B75-D31845112F1D}" destId="{C20E5AB6-47AA-4F87-8ACE-41DBC75DABA8}" srcOrd="2" destOrd="0" presId="urn:microsoft.com/office/officeart/2016/7/layout/RepeatingBendingProcessNew"/>
    <dgm:cxn modelId="{2FCF1A34-245A-4B00-A71B-A1B888FEE958}" type="presParOf" srcId="{E0BBE249-677F-4EB2-9B75-D31845112F1D}" destId="{9CFF1A9E-65E6-421C-B889-3BEA1D35675E}" srcOrd="3" destOrd="0" presId="urn:microsoft.com/office/officeart/2016/7/layout/RepeatingBendingProcessNew"/>
    <dgm:cxn modelId="{F6E794E7-B89E-4B6E-B493-3A40A55DD338}" type="presParOf" srcId="{9CFF1A9E-65E6-421C-B889-3BEA1D35675E}" destId="{7DE0E701-C8D3-49E8-BFAF-8BA5B95DE677}" srcOrd="0" destOrd="0" presId="urn:microsoft.com/office/officeart/2016/7/layout/RepeatingBendingProcessNew"/>
    <dgm:cxn modelId="{3C8F562C-10F5-49E2-8D65-D482F592C7E9}" type="presParOf" srcId="{E0BBE249-677F-4EB2-9B75-D31845112F1D}" destId="{17E22912-E003-469E-8FB5-1AB6ADEEDF15}" srcOrd="4" destOrd="0" presId="urn:microsoft.com/office/officeart/2016/7/layout/RepeatingBendingProcessNew"/>
    <dgm:cxn modelId="{B14EC303-3B9C-4C99-8FE0-1FA135C1EF21}" type="presParOf" srcId="{E0BBE249-677F-4EB2-9B75-D31845112F1D}" destId="{C5115589-ABE2-4DC8-8281-0BF995200DAC}" srcOrd="5" destOrd="0" presId="urn:microsoft.com/office/officeart/2016/7/layout/RepeatingBendingProcessNew"/>
    <dgm:cxn modelId="{3412B4B7-A5BA-4434-A1AE-FE798379B6E0}" type="presParOf" srcId="{C5115589-ABE2-4DC8-8281-0BF995200DAC}" destId="{DA0C534A-6836-4430-A9CD-CD07E1949C31}" srcOrd="0" destOrd="0" presId="urn:microsoft.com/office/officeart/2016/7/layout/RepeatingBendingProcessNew"/>
    <dgm:cxn modelId="{9499D985-CAB7-432B-96F9-6AF0E31729A3}" type="presParOf" srcId="{E0BBE249-677F-4EB2-9B75-D31845112F1D}" destId="{9554416F-3F0B-43B2-AFDF-1F2604D192DE}" srcOrd="6" destOrd="0" presId="urn:microsoft.com/office/officeart/2016/7/layout/RepeatingBendingProcessNew"/>
    <dgm:cxn modelId="{62A7228F-69C2-4E1F-9C1E-2407BAA795A9}" type="presParOf" srcId="{E0BBE249-677F-4EB2-9B75-D31845112F1D}" destId="{FBCAF513-FAA0-46F5-8293-121C040DA4C8}" srcOrd="7" destOrd="0" presId="urn:microsoft.com/office/officeart/2016/7/layout/RepeatingBendingProcessNew"/>
    <dgm:cxn modelId="{CCCF8E70-00DE-400E-BC1B-6C7103574039}" type="presParOf" srcId="{FBCAF513-FAA0-46F5-8293-121C040DA4C8}" destId="{040786E8-DB4C-4E45-88FB-D090AEBBEF95}" srcOrd="0" destOrd="0" presId="urn:microsoft.com/office/officeart/2016/7/layout/RepeatingBendingProcessNew"/>
    <dgm:cxn modelId="{1FA80459-F08F-4609-B238-8B91AF084BAF}" type="presParOf" srcId="{E0BBE249-677F-4EB2-9B75-D31845112F1D}" destId="{4A665D76-43E3-4026-99CF-F72A3CA62877}" srcOrd="8" destOrd="0" presId="urn:microsoft.com/office/officeart/2016/7/layout/RepeatingBendingProcessNew"/>
    <dgm:cxn modelId="{19AEC403-70B4-48DC-A69A-37B5E7083BD4}" type="presParOf" srcId="{E0BBE249-677F-4EB2-9B75-D31845112F1D}" destId="{F98DA812-BB6A-44A0-B476-F146CCA492D8}" srcOrd="9" destOrd="0" presId="urn:microsoft.com/office/officeart/2016/7/layout/RepeatingBendingProcessNew"/>
    <dgm:cxn modelId="{BAAE3D7E-0AA1-41C6-A843-086036111FC8}" type="presParOf" srcId="{F98DA812-BB6A-44A0-B476-F146CCA492D8}" destId="{4B53E213-8422-4C83-B0E1-A28C87D98744}" srcOrd="0" destOrd="0" presId="urn:microsoft.com/office/officeart/2016/7/layout/RepeatingBendingProcessNew"/>
    <dgm:cxn modelId="{5E5F3E66-B589-40E8-A4C0-6A2294F43341}" type="presParOf" srcId="{E0BBE249-677F-4EB2-9B75-D31845112F1D}" destId="{8AA55279-C93B-4628-BA5D-37FD70869211}"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2987829-DF6B-4F64-8FD6-643A1A71B0AE}"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1DC5514B-4D04-432D-BFB3-FA372BD18D87}">
      <dgm:prSet custT="1"/>
      <dgm:spPr/>
      <dgm:t>
        <a:bodyPr/>
        <a:lstStyle/>
        <a:p>
          <a:r>
            <a:rPr lang="en-GB" sz="2800" b="1" dirty="0"/>
            <a:t>Relative Contraindications</a:t>
          </a:r>
          <a:endParaRPr lang="en-US" sz="2800" dirty="0"/>
        </a:p>
      </dgm:t>
    </dgm:pt>
    <dgm:pt modelId="{576520AB-4C4A-4434-B7E6-40B0602C8B7F}" type="parTrans" cxnId="{FC495C91-3936-4EAE-B236-2DFB044C6D2D}">
      <dgm:prSet/>
      <dgm:spPr/>
      <dgm:t>
        <a:bodyPr/>
        <a:lstStyle/>
        <a:p>
          <a:endParaRPr lang="en-US"/>
        </a:p>
      </dgm:t>
    </dgm:pt>
    <dgm:pt modelId="{FC3F7AEE-2096-457A-9FC4-E917793A3E5C}" type="sibTrans" cxnId="{FC495C91-3936-4EAE-B236-2DFB044C6D2D}">
      <dgm:prSet/>
      <dgm:spPr/>
      <dgm:t>
        <a:bodyPr/>
        <a:lstStyle/>
        <a:p>
          <a:endParaRPr lang="en-US"/>
        </a:p>
      </dgm:t>
    </dgm:pt>
    <dgm:pt modelId="{D2D31C4B-B040-4C0B-99C5-3B9B6FD14FB4}">
      <dgm:prSet/>
      <dgm:spPr/>
      <dgm:t>
        <a:bodyPr/>
        <a:lstStyle/>
        <a:p>
          <a:r>
            <a:rPr lang="en-GB" b="1" dirty="0"/>
            <a:t>Anticoagulant therapy:</a:t>
          </a:r>
          <a:r>
            <a:rPr lang="en-GB" dirty="0"/>
            <a:t> Warfarin, DOACs, or antiplatelet medications increase bruising risk. Treatment is possible but patients should be informed of increased bruising probability</a:t>
          </a:r>
          <a:endParaRPr lang="en-US" dirty="0"/>
        </a:p>
      </dgm:t>
    </dgm:pt>
    <dgm:pt modelId="{C720D6B5-85EE-4B4A-8997-0F01BE8D4E4C}" type="parTrans" cxnId="{6841A8DD-2519-40E1-B7C2-D14D4D81B4D6}">
      <dgm:prSet/>
      <dgm:spPr/>
      <dgm:t>
        <a:bodyPr/>
        <a:lstStyle/>
        <a:p>
          <a:endParaRPr lang="en-US"/>
        </a:p>
      </dgm:t>
    </dgm:pt>
    <dgm:pt modelId="{3C749EA9-14FE-415E-879F-5487EBD59BB4}" type="sibTrans" cxnId="{6841A8DD-2519-40E1-B7C2-D14D4D81B4D6}">
      <dgm:prSet/>
      <dgm:spPr/>
      <dgm:t>
        <a:bodyPr/>
        <a:lstStyle/>
        <a:p>
          <a:endParaRPr lang="en-US"/>
        </a:p>
      </dgm:t>
    </dgm:pt>
    <dgm:pt modelId="{02BA2B30-ACE1-42DC-9B3A-07928F1E81C3}">
      <dgm:prSet/>
      <dgm:spPr/>
      <dgm:t>
        <a:bodyPr/>
        <a:lstStyle/>
        <a:p>
          <a:r>
            <a:rPr lang="en-GB" b="1" dirty="0"/>
            <a:t>History of cold sores (for perioral treatments):</a:t>
          </a:r>
          <a:r>
            <a:rPr lang="en-GB" dirty="0"/>
            <a:t> Injectable treatments around the mouth can trigger herpes simplex reactivation. Prophylactic antiviral medication (</a:t>
          </a:r>
          <a:r>
            <a:rPr lang="en-GB" dirty="0" err="1"/>
            <a:t>aciclovir</a:t>
          </a:r>
          <a:r>
            <a:rPr lang="en-GB" dirty="0"/>
            <a:t>/valaciclovir) is recommended before treatment</a:t>
          </a:r>
          <a:endParaRPr lang="en-US" dirty="0"/>
        </a:p>
      </dgm:t>
    </dgm:pt>
    <dgm:pt modelId="{36FB4E94-855B-45BD-B6D7-DA749C019E13}" type="parTrans" cxnId="{6247D2EB-0B16-4A64-B67C-6E2341967D0D}">
      <dgm:prSet/>
      <dgm:spPr/>
      <dgm:t>
        <a:bodyPr/>
        <a:lstStyle/>
        <a:p>
          <a:endParaRPr lang="en-US"/>
        </a:p>
      </dgm:t>
    </dgm:pt>
    <dgm:pt modelId="{74D1DA73-4483-4CDF-940F-DF56B1C47F9D}" type="sibTrans" cxnId="{6247D2EB-0B16-4A64-B67C-6E2341967D0D}">
      <dgm:prSet/>
      <dgm:spPr/>
      <dgm:t>
        <a:bodyPr/>
        <a:lstStyle/>
        <a:p>
          <a:endParaRPr lang="en-US"/>
        </a:p>
      </dgm:t>
    </dgm:pt>
    <dgm:pt modelId="{B11BD34B-10E2-4EB0-8833-09796141F0F0}">
      <dgm:prSet/>
      <dgm:spPr/>
      <dgm:t>
        <a:bodyPr/>
        <a:lstStyle/>
        <a:p>
          <a:r>
            <a:rPr lang="en-GB" b="1"/>
            <a:t>Dental procedures:</a:t>
          </a:r>
          <a:r>
            <a:rPr lang="en-GB"/>
            <a:t> Avoiding fillers for 2 weeks before and after dental work to reduce infection risk and allow accurate assessment</a:t>
          </a:r>
          <a:endParaRPr lang="en-US"/>
        </a:p>
      </dgm:t>
    </dgm:pt>
    <dgm:pt modelId="{CD362E4D-B06D-4293-BBCE-3021E4B99768}" type="parTrans" cxnId="{058CA6C9-6DD4-46BB-92C1-6BAD9444D4A5}">
      <dgm:prSet/>
      <dgm:spPr/>
      <dgm:t>
        <a:bodyPr/>
        <a:lstStyle/>
        <a:p>
          <a:endParaRPr lang="en-US"/>
        </a:p>
      </dgm:t>
    </dgm:pt>
    <dgm:pt modelId="{6E016242-499E-4B58-8E91-AE61AC785A93}" type="sibTrans" cxnId="{058CA6C9-6DD4-46BB-92C1-6BAD9444D4A5}">
      <dgm:prSet/>
      <dgm:spPr/>
      <dgm:t>
        <a:bodyPr/>
        <a:lstStyle/>
        <a:p>
          <a:endParaRPr lang="en-US"/>
        </a:p>
      </dgm:t>
    </dgm:pt>
    <dgm:pt modelId="{12305CE4-ED6A-4DCD-81D0-0B13233A4CD5}">
      <dgm:prSet/>
      <dgm:spPr/>
      <dgm:t>
        <a:bodyPr/>
        <a:lstStyle/>
        <a:p>
          <a:r>
            <a:rPr lang="en-GB" b="1" dirty="0"/>
            <a:t>Recent vaccination:</a:t>
          </a:r>
          <a:r>
            <a:rPr lang="en-GB" dirty="0"/>
            <a:t> A 2-week gap between vaccination and injectable treatments is generally recommended to avoid confounding immune responses</a:t>
          </a:r>
          <a:endParaRPr lang="en-US" dirty="0"/>
        </a:p>
      </dgm:t>
    </dgm:pt>
    <dgm:pt modelId="{CCCA2C9D-5F4A-4DFA-ABB9-4C6A64EBD9FC}" type="parTrans" cxnId="{A866F84E-E9EC-4E11-94B5-86309C34AEB6}">
      <dgm:prSet/>
      <dgm:spPr/>
      <dgm:t>
        <a:bodyPr/>
        <a:lstStyle/>
        <a:p>
          <a:endParaRPr lang="en-US"/>
        </a:p>
      </dgm:t>
    </dgm:pt>
    <dgm:pt modelId="{E6DF8BE5-D0A4-4CFA-AFEC-40C0AE25211B}" type="sibTrans" cxnId="{A866F84E-E9EC-4E11-94B5-86309C34AEB6}">
      <dgm:prSet/>
      <dgm:spPr/>
      <dgm:t>
        <a:bodyPr/>
        <a:lstStyle/>
        <a:p>
          <a:endParaRPr lang="en-US"/>
        </a:p>
      </dgm:t>
    </dgm:pt>
    <dgm:pt modelId="{21B8B845-1EEF-4C52-87DB-69AA1D0F3E8E}">
      <dgm:prSet/>
      <dgm:spPr/>
      <dgm:t>
        <a:bodyPr/>
        <a:lstStyle/>
        <a:p>
          <a:r>
            <a:rPr lang="en-GB" b="1"/>
            <a:t>Previous permanent fillers:</a:t>
          </a:r>
          <a:r>
            <a:rPr lang="en-GB"/>
            <a:t> The presence of non-absorbable fillers (silicone, PMMA) increases the risk of complications with subsequent HA filler injections</a:t>
          </a:r>
          <a:endParaRPr lang="en-US"/>
        </a:p>
      </dgm:t>
    </dgm:pt>
    <dgm:pt modelId="{FD4BC6AE-2B6C-4DA6-839A-89F3A59CE5AA}" type="parTrans" cxnId="{B10E38E9-A241-4DE2-A454-1A31CC769698}">
      <dgm:prSet/>
      <dgm:spPr/>
      <dgm:t>
        <a:bodyPr/>
        <a:lstStyle/>
        <a:p>
          <a:endParaRPr lang="en-US"/>
        </a:p>
      </dgm:t>
    </dgm:pt>
    <dgm:pt modelId="{5DC3579F-0BAD-48A1-BE8D-B04D82B8336B}" type="sibTrans" cxnId="{B10E38E9-A241-4DE2-A454-1A31CC769698}">
      <dgm:prSet/>
      <dgm:spPr/>
      <dgm:t>
        <a:bodyPr/>
        <a:lstStyle/>
        <a:p>
          <a:endParaRPr lang="en-US"/>
        </a:p>
      </dgm:t>
    </dgm:pt>
    <dgm:pt modelId="{D5F62BF3-1B6C-4F94-ADCF-915EE54A6659}" type="pres">
      <dgm:prSet presAssocID="{C2987829-DF6B-4F64-8FD6-643A1A71B0AE}" presName="diagram" presStyleCnt="0">
        <dgm:presLayoutVars>
          <dgm:dir/>
          <dgm:resizeHandles val="exact"/>
        </dgm:presLayoutVars>
      </dgm:prSet>
      <dgm:spPr/>
    </dgm:pt>
    <dgm:pt modelId="{350FDA8C-391D-40CE-8E07-9404EC6531E3}" type="pres">
      <dgm:prSet presAssocID="{1DC5514B-4D04-432D-BFB3-FA372BD18D87}" presName="node" presStyleLbl="node1" presStyleIdx="0" presStyleCnt="6">
        <dgm:presLayoutVars>
          <dgm:bulletEnabled val="1"/>
        </dgm:presLayoutVars>
      </dgm:prSet>
      <dgm:spPr/>
    </dgm:pt>
    <dgm:pt modelId="{9CA6C47B-0BB9-4A80-96D3-95329416F215}" type="pres">
      <dgm:prSet presAssocID="{FC3F7AEE-2096-457A-9FC4-E917793A3E5C}" presName="sibTrans" presStyleCnt="0"/>
      <dgm:spPr/>
    </dgm:pt>
    <dgm:pt modelId="{098B54CD-0747-4E45-88BC-44E6C70E2D4C}" type="pres">
      <dgm:prSet presAssocID="{D2D31C4B-B040-4C0B-99C5-3B9B6FD14FB4}" presName="node" presStyleLbl="node1" presStyleIdx="1" presStyleCnt="6">
        <dgm:presLayoutVars>
          <dgm:bulletEnabled val="1"/>
        </dgm:presLayoutVars>
      </dgm:prSet>
      <dgm:spPr/>
    </dgm:pt>
    <dgm:pt modelId="{FA62BCA2-8FE1-4F2A-8B4B-B9D5CB498F08}" type="pres">
      <dgm:prSet presAssocID="{3C749EA9-14FE-415E-879F-5487EBD59BB4}" presName="sibTrans" presStyleCnt="0"/>
      <dgm:spPr/>
    </dgm:pt>
    <dgm:pt modelId="{38EE0FA3-0B66-4518-8CBD-7A14721686EE}" type="pres">
      <dgm:prSet presAssocID="{02BA2B30-ACE1-42DC-9B3A-07928F1E81C3}" presName="node" presStyleLbl="node1" presStyleIdx="2" presStyleCnt="6">
        <dgm:presLayoutVars>
          <dgm:bulletEnabled val="1"/>
        </dgm:presLayoutVars>
      </dgm:prSet>
      <dgm:spPr/>
    </dgm:pt>
    <dgm:pt modelId="{5E9D664E-DBD1-487C-A2D4-B52D2D7108AF}" type="pres">
      <dgm:prSet presAssocID="{74D1DA73-4483-4CDF-940F-DF56B1C47F9D}" presName="sibTrans" presStyleCnt="0"/>
      <dgm:spPr/>
    </dgm:pt>
    <dgm:pt modelId="{EDB17BE3-210B-4969-A2B4-840E54470621}" type="pres">
      <dgm:prSet presAssocID="{B11BD34B-10E2-4EB0-8833-09796141F0F0}" presName="node" presStyleLbl="node1" presStyleIdx="3" presStyleCnt="6">
        <dgm:presLayoutVars>
          <dgm:bulletEnabled val="1"/>
        </dgm:presLayoutVars>
      </dgm:prSet>
      <dgm:spPr/>
    </dgm:pt>
    <dgm:pt modelId="{6FDA750E-92EA-4F23-9129-41B77DBB82CC}" type="pres">
      <dgm:prSet presAssocID="{6E016242-499E-4B58-8E91-AE61AC785A93}" presName="sibTrans" presStyleCnt="0"/>
      <dgm:spPr/>
    </dgm:pt>
    <dgm:pt modelId="{2931F963-8D7E-4F51-BDC4-ADFC0B8708BC}" type="pres">
      <dgm:prSet presAssocID="{12305CE4-ED6A-4DCD-81D0-0B13233A4CD5}" presName="node" presStyleLbl="node1" presStyleIdx="4" presStyleCnt="6">
        <dgm:presLayoutVars>
          <dgm:bulletEnabled val="1"/>
        </dgm:presLayoutVars>
      </dgm:prSet>
      <dgm:spPr/>
    </dgm:pt>
    <dgm:pt modelId="{9861FF4A-831B-425D-B8B9-875A57B48CF4}" type="pres">
      <dgm:prSet presAssocID="{E6DF8BE5-D0A4-4CFA-AFEC-40C0AE25211B}" presName="sibTrans" presStyleCnt="0"/>
      <dgm:spPr/>
    </dgm:pt>
    <dgm:pt modelId="{F5590EB5-AF60-4314-86EB-5B2F3E92343C}" type="pres">
      <dgm:prSet presAssocID="{21B8B845-1EEF-4C52-87DB-69AA1D0F3E8E}" presName="node" presStyleLbl="node1" presStyleIdx="5" presStyleCnt="6">
        <dgm:presLayoutVars>
          <dgm:bulletEnabled val="1"/>
        </dgm:presLayoutVars>
      </dgm:prSet>
      <dgm:spPr/>
    </dgm:pt>
  </dgm:ptLst>
  <dgm:cxnLst>
    <dgm:cxn modelId="{9A6D8F08-7912-425A-8D0B-F5CBA2AAC63B}" type="presOf" srcId="{02BA2B30-ACE1-42DC-9B3A-07928F1E81C3}" destId="{38EE0FA3-0B66-4518-8CBD-7A14721686EE}" srcOrd="0" destOrd="0" presId="urn:microsoft.com/office/officeart/2005/8/layout/default"/>
    <dgm:cxn modelId="{C01BD10D-FD03-41D4-BED3-F9E34B478745}" type="presOf" srcId="{D2D31C4B-B040-4C0B-99C5-3B9B6FD14FB4}" destId="{098B54CD-0747-4E45-88BC-44E6C70E2D4C}" srcOrd="0" destOrd="0" presId="urn:microsoft.com/office/officeart/2005/8/layout/default"/>
    <dgm:cxn modelId="{07F74F65-88EB-4FE9-992E-285425044A97}" type="presOf" srcId="{12305CE4-ED6A-4DCD-81D0-0B13233A4CD5}" destId="{2931F963-8D7E-4F51-BDC4-ADFC0B8708BC}" srcOrd="0" destOrd="0" presId="urn:microsoft.com/office/officeart/2005/8/layout/default"/>
    <dgm:cxn modelId="{B63D8E47-A64D-4C0A-AF84-C1D6F90C71A0}" type="presOf" srcId="{C2987829-DF6B-4F64-8FD6-643A1A71B0AE}" destId="{D5F62BF3-1B6C-4F94-ADCF-915EE54A6659}" srcOrd="0" destOrd="0" presId="urn:microsoft.com/office/officeart/2005/8/layout/default"/>
    <dgm:cxn modelId="{A866F84E-E9EC-4E11-94B5-86309C34AEB6}" srcId="{C2987829-DF6B-4F64-8FD6-643A1A71B0AE}" destId="{12305CE4-ED6A-4DCD-81D0-0B13233A4CD5}" srcOrd="4" destOrd="0" parTransId="{CCCA2C9D-5F4A-4DFA-ABB9-4C6A64EBD9FC}" sibTransId="{E6DF8BE5-D0A4-4CFA-AFEC-40C0AE25211B}"/>
    <dgm:cxn modelId="{FC495C91-3936-4EAE-B236-2DFB044C6D2D}" srcId="{C2987829-DF6B-4F64-8FD6-643A1A71B0AE}" destId="{1DC5514B-4D04-432D-BFB3-FA372BD18D87}" srcOrd="0" destOrd="0" parTransId="{576520AB-4C4A-4434-B7E6-40B0602C8B7F}" sibTransId="{FC3F7AEE-2096-457A-9FC4-E917793A3E5C}"/>
    <dgm:cxn modelId="{058CA6C9-6DD4-46BB-92C1-6BAD9444D4A5}" srcId="{C2987829-DF6B-4F64-8FD6-643A1A71B0AE}" destId="{B11BD34B-10E2-4EB0-8833-09796141F0F0}" srcOrd="3" destOrd="0" parTransId="{CD362E4D-B06D-4293-BBCE-3021E4B99768}" sibTransId="{6E016242-499E-4B58-8E91-AE61AC785A93}"/>
    <dgm:cxn modelId="{285DA3CF-335B-46B7-A618-EECC577E9CFF}" type="presOf" srcId="{21B8B845-1EEF-4C52-87DB-69AA1D0F3E8E}" destId="{F5590EB5-AF60-4314-86EB-5B2F3E92343C}" srcOrd="0" destOrd="0" presId="urn:microsoft.com/office/officeart/2005/8/layout/default"/>
    <dgm:cxn modelId="{6841A8DD-2519-40E1-B7C2-D14D4D81B4D6}" srcId="{C2987829-DF6B-4F64-8FD6-643A1A71B0AE}" destId="{D2D31C4B-B040-4C0B-99C5-3B9B6FD14FB4}" srcOrd="1" destOrd="0" parTransId="{C720D6B5-85EE-4B4A-8997-0F01BE8D4E4C}" sibTransId="{3C749EA9-14FE-415E-879F-5487EBD59BB4}"/>
    <dgm:cxn modelId="{B10E38E9-A241-4DE2-A454-1A31CC769698}" srcId="{C2987829-DF6B-4F64-8FD6-643A1A71B0AE}" destId="{21B8B845-1EEF-4C52-87DB-69AA1D0F3E8E}" srcOrd="5" destOrd="0" parTransId="{FD4BC6AE-2B6C-4DA6-839A-89F3A59CE5AA}" sibTransId="{5DC3579F-0BAD-48A1-BE8D-B04D82B8336B}"/>
    <dgm:cxn modelId="{6247D2EB-0B16-4A64-B67C-6E2341967D0D}" srcId="{C2987829-DF6B-4F64-8FD6-643A1A71B0AE}" destId="{02BA2B30-ACE1-42DC-9B3A-07928F1E81C3}" srcOrd="2" destOrd="0" parTransId="{36FB4E94-855B-45BD-B6D7-DA749C019E13}" sibTransId="{74D1DA73-4483-4CDF-940F-DF56B1C47F9D}"/>
    <dgm:cxn modelId="{F9FC4DF5-1BAF-4E19-A661-1F9B7767A78A}" type="presOf" srcId="{B11BD34B-10E2-4EB0-8833-09796141F0F0}" destId="{EDB17BE3-210B-4969-A2B4-840E54470621}" srcOrd="0" destOrd="0" presId="urn:microsoft.com/office/officeart/2005/8/layout/default"/>
    <dgm:cxn modelId="{99C7A0F8-F420-4AEF-816F-5B75C8B3F18F}" type="presOf" srcId="{1DC5514B-4D04-432D-BFB3-FA372BD18D87}" destId="{350FDA8C-391D-40CE-8E07-9404EC6531E3}" srcOrd="0" destOrd="0" presId="urn:microsoft.com/office/officeart/2005/8/layout/default"/>
    <dgm:cxn modelId="{B3AE79C7-8F17-426A-B57F-67EF39FC68CC}" type="presParOf" srcId="{D5F62BF3-1B6C-4F94-ADCF-915EE54A6659}" destId="{350FDA8C-391D-40CE-8E07-9404EC6531E3}" srcOrd="0" destOrd="0" presId="urn:microsoft.com/office/officeart/2005/8/layout/default"/>
    <dgm:cxn modelId="{819A3F33-EC2C-487E-AC88-AB8915724E61}" type="presParOf" srcId="{D5F62BF3-1B6C-4F94-ADCF-915EE54A6659}" destId="{9CA6C47B-0BB9-4A80-96D3-95329416F215}" srcOrd="1" destOrd="0" presId="urn:microsoft.com/office/officeart/2005/8/layout/default"/>
    <dgm:cxn modelId="{4AB56EF5-E2A1-447B-A637-34AE0E125100}" type="presParOf" srcId="{D5F62BF3-1B6C-4F94-ADCF-915EE54A6659}" destId="{098B54CD-0747-4E45-88BC-44E6C70E2D4C}" srcOrd="2" destOrd="0" presId="urn:microsoft.com/office/officeart/2005/8/layout/default"/>
    <dgm:cxn modelId="{C9886F70-CF36-41F3-B71F-1C77B12015AB}" type="presParOf" srcId="{D5F62BF3-1B6C-4F94-ADCF-915EE54A6659}" destId="{FA62BCA2-8FE1-4F2A-8B4B-B9D5CB498F08}" srcOrd="3" destOrd="0" presId="urn:microsoft.com/office/officeart/2005/8/layout/default"/>
    <dgm:cxn modelId="{1A3435BF-8717-427E-9509-1327D317CA89}" type="presParOf" srcId="{D5F62BF3-1B6C-4F94-ADCF-915EE54A6659}" destId="{38EE0FA3-0B66-4518-8CBD-7A14721686EE}" srcOrd="4" destOrd="0" presId="urn:microsoft.com/office/officeart/2005/8/layout/default"/>
    <dgm:cxn modelId="{4EFFAC20-1CFE-4E33-9D2D-31F0C3A9F128}" type="presParOf" srcId="{D5F62BF3-1B6C-4F94-ADCF-915EE54A6659}" destId="{5E9D664E-DBD1-487C-A2D4-B52D2D7108AF}" srcOrd="5" destOrd="0" presId="urn:microsoft.com/office/officeart/2005/8/layout/default"/>
    <dgm:cxn modelId="{1977320B-5469-407C-BB4E-5BB58B0591C3}" type="presParOf" srcId="{D5F62BF3-1B6C-4F94-ADCF-915EE54A6659}" destId="{EDB17BE3-210B-4969-A2B4-840E54470621}" srcOrd="6" destOrd="0" presId="urn:microsoft.com/office/officeart/2005/8/layout/default"/>
    <dgm:cxn modelId="{CF239DCC-B591-4A5D-998F-D8F0B09E8A9E}" type="presParOf" srcId="{D5F62BF3-1B6C-4F94-ADCF-915EE54A6659}" destId="{6FDA750E-92EA-4F23-9129-41B77DBB82CC}" srcOrd="7" destOrd="0" presId="urn:microsoft.com/office/officeart/2005/8/layout/default"/>
    <dgm:cxn modelId="{3D2BE352-D53B-40AE-860C-CB8D40301FDB}" type="presParOf" srcId="{D5F62BF3-1B6C-4F94-ADCF-915EE54A6659}" destId="{2931F963-8D7E-4F51-BDC4-ADFC0B8708BC}" srcOrd="8" destOrd="0" presId="urn:microsoft.com/office/officeart/2005/8/layout/default"/>
    <dgm:cxn modelId="{B35703C0-FBAA-44A4-A21E-8FF3ED388828}" type="presParOf" srcId="{D5F62BF3-1B6C-4F94-ADCF-915EE54A6659}" destId="{9861FF4A-831B-425D-B8B9-875A57B48CF4}" srcOrd="9" destOrd="0" presId="urn:microsoft.com/office/officeart/2005/8/layout/default"/>
    <dgm:cxn modelId="{FAD16572-7B98-4D92-A9F3-3E5027623B4B}" type="presParOf" srcId="{D5F62BF3-1B6C-4F94-ADCF-915EE54A6659}" destId="{F5590EB5-AF60-4314-86EB-5B2F3E92343C}"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B9A03A8-8FC6-4080-AD6D-272D561B1AB4}"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2766A1DA-63C1-41C4-9274-0F2D8B1CDB93}">
      <dgm:prSet/>
      <dgm:spPr/>
      <dgm:t>
        <a:bodyPr/>
        <a:lstStyle/>
        <a:p>
          <a:r>
            <a:rPr lang="en-GB" dirty="0"/>
            <a:t>Many common medications can interact with aesthetic treatments increasing the risk of bruising  with all injectable and needling treatments:</a:t>
          </a:r>
          <a:endParaRPr lang="en-US" dirty="0"/>
        </a:p>
      </dgm:t>
    </dgm:pt>
    <dgm:pt modelId="{3AFEBE34-1AA7-4BD9-B8C5-403C163215EF}" type="parTrans" cxnId="{D1DD5CD6-85FD-4496-9572-11D6AB7DE3A7}">
      <dgm:prSet/>
      <dgm:spPr/>
      <dgm:t>
        <a:bodyPr/>
        <a:lstStyle/>
        <a:p>
          <a:endParaRPr lang="en-US"/>
        </a:p>
      </dgm:t>
    </dgm:pt>
    <dgm:pt modelId="{F85B2ADE-FAD8-465D-B1BC-FAE65F7CD869}" type="sibTrans" cxnId="{D1DD5CD6-85FD-4496-9572-11D6AB7DE3A7}">
      <dgm:prSet/>
      <dgm:spPr/>
      <dgm:t>
        <a:bodyPr/>
        <a:lstStyle/>
        <a:p>
          <a:endParaRPr lang="en-US"/>
        </a:p>
      </dgm:t>
    </dgm:pt>
    <dgm:pt modelId="{CF14D671-FA64-4CAD-B5C9-68A7D02AAB71}">
      <dgm:prSet/>
      <dgm:spPr/>
      <dgm:t>
        <a:bodyPr/>
        <a:lstStyle/>
        <a:p>
          <a:r>
            <a:rPr lang="en-GB"/>
            <a:t>Aspirin, ibuprofen, naproxen</a:t>
          </a:r>
          <a:endParaRPr lang="en-US"/>
        </a:p>
      </dgm:t>
    </dgm:pt>
    <dgm:pt modelId="{B59117BD-7939-4DF9-8DDE-C372E8CB01D7}" type="parTrans" cxnId="{EA948A90-BA18-4AB4-BD07-B202DF74F56F}">
      <dgm:prSet/>
      <dgm:spPr/>
      <dgm:t>
        <a:bodyPr/>
        <a:lstStyle/>
        <a:p>
          <a:endParaRPr lang="en-US"/>
        </a:p>
      </dgm:t>
    </dgm:pt>
    <dgm:pt modelId="{7A6194DA-AD5B-43D1-9D35-3A3AC825747A}" type="sibTrans" cxnId="{EA948A90-BA18-4AB4-BD07-B202DF74F56F}">
      <dgm:prSet/>
      <dgm:spPr/>
      <dgm:t>
        <a:bodyPr/>
        <a:lstStyle/>
        <a:p>
          <a:endParaRPr lang="en-US"/>
        </a:p>
      </dgm:t>
    </dgm:pt>
    <dgm:pt modelId="{FE6F7CC6-0036-4E7C-BC83-49A8074142E4}">
      <dgm:prSet/>
      <dgm:spPr/>
      <dgm:t>
        <a:bodyPr/>
        <a:lstStyle/>
        <a:p>
          <a:r>
            <a:rPr lang="en-GB"/>
            <a:t>Warfarin, apixaban, rivaroxaban, dabigatran</a:t>
          </a:r>
          <a:endParaRPr lang="en-US"/>
        </a:p>
      </dgm:t>
    </dgm:pt>
    <dgm:pt modelId="{315526FB-F84D-48C4-9FC6-33B9D0CE66E8}" type="parTrans" cxnId="{4E2274EB-993F-41F7-AEA7-6C700CC59D42}">
      <dgm:prSet/>
      <dgm:spPr/>
      <dgm:t>
        <a:bodyPr/>
        <a:lstStyle/>
        <a:p>
          <a:endParaRPr lang="en-US"/>
        </a:p>
      </dgm:t>
    </dgm:pt>
    <dgm:pt modelId="{1064E667-F12F-431D-B908-8D67E9E1B897}" type="sibTrans" cxnId="{4E2274EB-993F-41F7-AEA7-6C700CC59D42}">
      <dgm:prSet/>
      <dgm:spPr/>
      <dgm:t>
        <a:bodyPr/>
        <a:lstStyle/>
        <a:p>
          <a:endParaRPr lang="en-US"/>
        </a:p>
      </dgm:t>
    </dgm:pt>
    <dgm:pt modelId="{2FD30BB8-3AF6-4AC3-83A3-F52DED575CA8}">
      <dgm:prSet/>
      <dgm:spPr/>
      <dgm:t>
        <a:bodyPr/>
        <a:lstStyle/>
        <a:p>
          <a:r>
            <a:rPr lang="en-GB"/>
            <a:t>Clopidogrel</a:t>
          </a:r>
          <a:endParaRPr lang="en-US"/>
        </a:p>
      </dgm:t>
    </dgm:pt>
    <dgm:pt modelId="{8F480B55-0600-44B9-8FC2-27E108AE2304}" type="parTrans" cxnId="{19ED3545-0ABF-4D45-9240-685C69C36FEF}">
      <dgm:prSet/>
      <dgm:spPr/>
      <dgm:t>
        <a:bodyPr/>
        <a:lstStyle/>
        <a:p>
          <a:endParaRPr lang="en-US"/>
        </a:p>
      </dgm:t>
    </dgm:pt>
    <dgm:pt modelId="{70712CC1-2A4C-43AB-9F21-DCB704A898C4}" type="sibTrans" cxnId="{19ED3545-0ABF-4D45-9240-685C69C36FEF}">
      <dgm:prSet/>
      <dgm:spPr/>
      <dgm:t>
        <a:bodyPr/>
        <a:lstStyle/>
        <a:p>
          <a:endParaRPr lang="en-US"/>
        </a:p>
      </dgm:t>
    </dgm:pt>
    <dgm:pt modelId="{1C533795-69B3-46BF-9A8B-A640E6E17B43}">
      <dgm:prSet/>
      <dgm:spPr/>
      <dgm:t>
        <a:bodyPr/>
        <a:lstStyle/>
        <a:p>
          <a:r>
            <a:rPr lang="en-GB"/>
            <a:t>Fish oil, vitamin E (high dose), ginkgo biloba, garlic supplements, evening primrose oil</a:t>
          </a:r>
          <a:endParaRPr lang="en-US"/>
        </a:p>
      </dgm:t>
    </dgm:pt>
    <dgm:pt modelId="{44832EF1-A19C-411B-86F7-C4964593951B}" type="parTrans" cxnId="{CE554AB2-3012-42A1-9B8D-97EF5B94F878}">
      <dgm:prSet/>
      <dgm:spPr/>
      <dgm:t>
        <a:bodyPr/>
        <a:lstStyle/>
        <a:p>
          <a:endParaRPr lang="en-US"/>
        </a:p>
      </dgm:t>
    </dgm:pt>
    <dgm:pt modelId="{E7D4A053-6F3D-4ACE-B2D4-55EAB59E69DD}" type="sibTrans" cxnId="{CE554AB2-3012-42A1-9B8D-97EF5B94F878}">
      <dgm:prSet/>
      <dgm:spPr/>
      <dgm:t>
        <a:bodyPr/>
        <a:lstStyle/>
        <a:p>
          <a:endParaRPr lang="en-US"/>
        </a:p>
      </dgm:t>
    </dgm:pt>
    <dgm:pt modelId="{FAA33660-50B1-42E7-80D0-A9E5CA896BEE}">
      <dgm:prSet/>
      <dgm:spPr/>
      <dgm:t>
        <a:bodyPr/>
        <a:lstStyle/>
        <a:p>
          <a:r>
            <a:rPr lang="en-GB"/>
            <a:t>Immunosuppressive Medications e.g. methotrexate, azathioprine, ciclosporin, and biological agents (adalimumab, etanercept) can impair wound healing and immune response, affecting both treatment safety and efficacy.</a:t>
          </a:r>
          <a:endParaRPr lang="en-US"/>
        </a:p>
      </dgm:t>
    </dgm:pt>
    <dgm:pt modelId="{9D52C9FF-F7A2-49EB-8A23-009F24EB2794}" type="parTrans" cxnId="{D96F678D-F5FA-4906-AD02-4F7D44DCA13C}">
      <dgm:prSet/>
      <dgm:spPr/>
      <dgm:t>
        <a:bodyPr/>
        <a:lstStyle/>
        <a:p>
          <a:endParaRPr lang="en-US"/>
        </a:p>
      </dgm:t>
    </dgm:pt>
    <dgm:pt modelId="{10E5AA20-3112-4C0E-A552-DD1F13B26325}" type="sibTrans" cxnId="{D96F678D-F5FA-4906-AD02-4F7D44DCA13C}">
      <dgm:prSet/>
      <dgm:spPr/>
      <dgm:t>
        <a:bodyPr/>
        <a:lstStyle/>
        <a:p>
          <a:endParaRPr lang="en-US"/>
        </a:p>
      </dgm:t>
    </dgm:pt>
    <dgm:pt modelId="{23F4CC0B-46AC-48DE-918D-85BAE7CCAF8E}">
      <dgm:prSet/>
      <dgm:spPr/>
      <dgm:t>
        <a:bodyPr/>
        <a:lstStyle/>
        <a:p>
          <a:r>
            <a:rPr lang="en-GB" b="1"/>
            <a:t>Note: Do NOT stop any prescribed medications without consulting the prescribing doctor. </a:t>
          </a:r>
          <a:endParaRPr lang="en-US"/>
        </a:p>
      </dgm:t>
    </dgm:pt>
    <dgm:pt modelId="{7EE720AA-0AED-46C0-94D2-DAB9A3C5053A}" type="parTrans" cxnId="{EE1C5058-0D28-4C96-8DCE-502CAAE2CA45}">
      <dgm:prSet/>
      <dgm:spPr/>
      <dgm:t>
        <a:bodyPr/>
        <a:lstStyle/>
        <a:p>
          <a:endParaRPr lang="en-US"/>
        </a:p>
      </dgm:t>
    </dgm:pt>
    <dgm:pt modelId="{8D74AB6A-FD1A-4FA3-AC22-81D63D6C7189}" type="sibTrans" cxnId="{EE1C5058-0D28-4C96-8DCE-502CAAE2CA45}">
      <dgm:prSet/>
      <dgm:spPr/>
      <dgm:t>
        <a:bodyPr/>
        <a:lstStyle/>
        <a:p>
          <a:endParaRPr lang="en-US"/>
        </a:p>
      </dgm:t>
    </dgm:pt>
    <dgm:pt modelId="{AA6BBC63-6A7A-4893-BD6A-3B1223E4304B}">
      <dgm:prSet/>
      <dgm:spPr/>
      <dgm:t>
        <a:bodyPr/>
        <a:lstStyle/>
        <a:p>
          <a:r>
            <a:rPr lang="en-GB" b="1"/>
            <a:t>In such situations, take appropriate precautions and obtain informed consent regarding increased bruising risk.</a:t>
          </a:r>
          <a:endParaRPr lang="en-US"/>
        </a:p>
      </dgm:t>
    </dgm:pt>
    <dgm:pt modelId="{A67F58E3-9DD1-40DA-937E-E497812A8B60}" type="parTrans" cxnId="{8CA5C739-5447-4379-90B3-1308A389D44A}">
      <dgm:prSet/>
      <dgm:spPr/>
      <dgm:t>
        <a:bodyPr/>
        <a:lstStyle/>
        <a:p>
          <a:endParaRPr lang="en-US"/>
        </a:p>
      </dgm:t>
    </dgm:pt>
    <dgm:pt modelId="{6C2265B7-9D0A-40CB-8C80-3FADA2529452}" type="sibTrans" cxnId="{8CA5C739-5447-4379-90B3-1308A389D44A}">
      <dgm:prSet/>
      <dgm:spPr/>
      <dgm:t>
        <a:bodyPr/>
        <a:lstStyle/>
        <a:p>
          <a:endParaRPr lang="en-US"/>
        </a:p>
      </dgm:t>
    </dgm:pt>
    <dgm:pt modelId="{70582D77-396B-4905-90B7-8AE781B7D8DA}" type="pres">
      <dgm:prSet presAssocID="{2B9A03A8-8FC6-4080-AD6D-272D561B1AB4}" presName="Name0" presStyleCnt="0">
        <dgm:presLayoutVars>
          <dgm:dir/>
          <dgm:resizeHandles val="exact"/>
        </dgm:presLayoutVars>
      </dgm:prSet>
      <dgm:spPr/>
    </dgm:pt>
    <dgm:pt modelId="{A03724E6-F6D3-42D3-B452-582A1941B67D}" type="pres">
      <dgm:prSet presAssocID="{2766A1DA-63C1-41C4-9274-0F2D8B1CDB93}" presName="node" presStyleLbl="node1" presStyleIdx="0" presStyleCnt="8">
        <dgm:presLayoutVars>
          <dgm:bulletEnabled val="1"/>
        </dgm:presLayoutVars>
      </dgm:prSet>
      <dgm:spPr/>
    </dgm:pt>
    <dgm:pt modelId="{DB12CC97-3D1B-4855-92CD-EF0AF9CCD3B1}" type="pres">
      <dgm:prSet presAssocID="{F85B2ADE-FAD8-465D-B1BC-FAE65F7CD869}" presName="sibTrans" presStyleLbl="sibTrans1D1" presStyleIdx="0" presStyleCnt="7"/>
      <dgm:spPr/>
    </dgm:pt>
    <dgm:pt modelId="{50EBBDE2-CB9D-4AF9-B349-48BEB983253E}" type="pres">
      <dgm:prSet presAssocID="{F85B2ADE-FAD8-465D-B1BC-FAE65F7CD869}" presName="connectorText" presStyleLbl="sibTrans1D1" presStyleIdx="0" presStyleCnt="7"/>
      <dgm:spPr/>
    </dgm:pt>
    <dgm:pt modelId="{74F10D53-42E5-427A-A662-D1BC33031802}" type="pres">
      <dgm:prSet presAssocID="{CF14D671-FA64-4CAD-B5C9-68A7D02AAB71}" presName="node" presStyleLbl="node1" presStyleIdx="1" presStyleCnt="8">
        <dgm:presLayoutVars>
          <dgm:bulletEnabled val="1"/>
        </dgm:presLayoutVars>
      </dgm:prSet>
      <dgm:spPr/>
    </dgm:pt>
    <dgm:pt modelId="{D7EF96C4-C7CC-4009-A8EA-48A4A546FB9B}" type="pres">
      <dgm:prSet presAssocID="{7A6194DA-AD5B-43D1-9D35-3A3AC825747A}" presName="sibTrans" presStyleLbl="sibTrans1D1" presStyleIdx="1" presStyleCnt="7"/>
      <dgm:spPr/>
    </dgm:pt>
    <dgm:pt modelId="{4C58A0AA-862D-4750-9846-373C89692EFD}" type="pres">
      <dgm:prSet presAssocID="{7A6194DA-AD5B-43D1-9D35-3A3AC825747A}" presName="connectorText" presStyleLbl="sibTrans1D1" presStyleIdx="1" presStyleCnt="7"/>
      <dgm:spPr/>
    </dgm:pt>
    <dgm:pt modelId="{5AC301F0-5336-4C02-9EB4-A2B080005DCE}" type="pres">
      <dgm:prSet presAssocID="{FE6F7CC6-0036-4E7C-BC83-49A8074142E4}" presName="node" presStyleLbl="node1" presStyleIdx="2" presStyleCnt="8">
        <dgm:presLayoutVars>
          <dgm:bulletEnabled val="1"/>
        </dgm:presLayoutVars>
      </dgm:prSet>
      <dgm:spPr/>
    </dgm:pt>
    <dgm:pt modelId="{89F25A4D-1453-4BF1-91D6-4048E05A2E4C}" type="pres">
      <dgm:prSet presAssocID="{1064E667-F12F-431D-B908-8D67E9E1B897}" presName="sibTrans" presStyleLbl="sibTrans1D1" presStyleIdx="2" presStyleCnt="7"/>
      <dgm:spPr/>
    </dgm:pt>
    <dgm:pt modelId="{9F80ABA1-60E2-420E-945C-5287DE12DF1B}" type="pres">
      <dgm:prSet presAssocID="{1064E667-F12F-431D-B908-8D67E9E1B897}" presName="connectorText" presStyleLbl="sibTrans1D1" presStyleIdx="2" presStyleCnt="7"/>
      <dgm:spPr/>
    </dgm:pt>
    <dgm:pt modelId="{71608DB6-7DA7-4411-AB9D-1EA19738C945}" type="pres">
      <dgm:prSet presAssocID="{2FD30BB8-3AF6-4AC3-83A3-F52DED575CA8}" presName="node" presStyleLbl="node1" presStyleIdx="3" presStyleCnt="8">
        <dgm:presLayoutVars>
          <dgm:bulletEnabled val="1"/>
        </dgm:presLayoutVars>
      </dgm:prSet>
      <dgm:spPr/>
    </dgm:pt>
    <dgm:pt modelId="{1F948529-073B-445B-B4E7-B3CE0DFB3B67}" type="pres">
      <dgm:prSet presAssocID="{70712CC1-2A4C-43AB-9F21-DCB704A898C4}" presName="sibTrans" presStyleLbl="sibTrans1D1" presStyleIdx="3" presStyleCnt="7"/>
      <dgm:spPr/>
    </dgm:pt>
    <dgm:pt modelId="{81FE9F7E-A996-4D2C-B7B7-4CEE542C4FED}" type="pres">
      <dgm:prSet presAssocID="{70712CC1-2A4C-43AB-9F21-DCB704A898C4}" presName="connectorText" presStyleLbl="sibTrans1D1" presStyleIdx="3" presStyleCnt="7"/>
      <dgm:spPr/>
    </dgm:pt>
    <dgm:pt modelId="{39D0845D-2BC6-4D84-9C26-C9B321B12D6C}" type="pres">
      <dgm:prSet presAssocID="{1C533795-69B3-46BF-9A8B-A640E6E17B43}" presName="node" presStyleLbl="node1" presStyleIdx="4" presStyleCnt="8">
        <dgm:presLayoutVars>
          <dgm:bulletEnabled val="1"/>
        </dgm:presLayoutVars>
      </dgm:prSet>
      <dgm:spPr/>
    </dgm:pt>
    <dgm:pt modelId="{B9FBFB44-83D4-477D-90A3-E4AAEE252A4E}" type="pres">
      <dgm:prSet presAssocID="{E7D4A053-6F3D-4ACE-B2D4-55EAB59E69DD}" presName="sibTrans" presStyleLbl="sibTrans1D1" presStyleIdx="4" presStyleCnt="7"/>
      <dgm:spPr/>
    </dgm:pt>
    <dgm:pt modelId="{E094B210-46C6-4747-B626-501D2C37A87B}" type="pres">
      <dgm:prSet presAssocID="{E7D4A053-6F3D-4ACE-B2D4-55EAB59E69DD}" presName="connectorText" presStyleLbl="sibTrans1D1" presStyleIdx="4" presStyleCnt="7"/>
      <dgm:spPr/>
    </dgm:pt>
    <dgm:pt modelId="{3DEA2825-92BD-48D8-B47D-B0AFE0265E7C}" type="pres">
      <dgm:prSet presAssocID="{FAA33660-50B1-42E7-80D0-A9E5CA896BEE}" presName="node" presStyleLbl="node1" presStyleIdx="5" presStyleCnt="8">
        <dgm:presLayoutVars>
          <dgm:bulletEnabled val="1"/>
        </dgm:presLayoutVars>
      </dgm:prSet>
      <dgm:spPr/>
    </dgm:pt>
    <dgm:pt modelId="{4EAD031A-77FC-448A-B287-964152FA23D6}" type="pres">
      <dgm:prSet presAssocID="{10E5AA20-3112-4C0E-A552-DD1F13B26325}" presName="sibTrans" presStyleLbl="sibTrans1D1" presStyleIdx="5" presStyleCnt="7"/>
      <dgm:spPr/>
    </dgm:pt>
    <dgm:pt modelId="{FB030E86-60FD-4712-B742-50B6AA732552}" type="pres">
      <dgm:prSet presAssocID="{10E5AA20-3112-4C0E-A552-DD1F13B26325}" presName="connectorText" presStyleLbl="sibTrans1D1" presStyleIdx="5" presStyleCnt="7"/>
      <dgm:spPr/>
    </dgm:pt>
    <dgm:pt modelId="{8E0B2C4F-E806-4FE9-A1AE-2604698973B1}" type="pres">
      <dgm:prSet presAssocID="{23F4CC0B-46AC-48DE-918D-85BAE7CCAF8E}" presName="node" presStyleLbl="node1" presStyleIdx="6" presStyleCnt="8">
        <dgm:presLayoutVars>
          <dgm:bulletEnabled val="1"/>
        </dgm:presLayoutVars>
      </dgm:prSet>
      <dgm:spPr/>
    </dgm:pt>
    <dgm:pt modelId="{8161E033-B2AD-4849-B385-A09E47607085}" type="pres">
      <dgm:prSet presAssocID="{8D74AB6A-FD1A-4FA3-AC22-81D63D6C7189}" presName="sibTrans" presStyleLbl="sibTrans1D1" presStyleIdx="6" presStyleCnt="7"/>
      <dgm:spPr/>
    </dgm:pt>
    <dgm:pt modelId="{8E104311-995F-4AEB-A4FA-6DD8CFC56CD7}" type="pres">
      <dgm:prSet presAssocID="{8D74AB6A-FD1A-4FA3-AC22-81D63D6C7189}" presName="connectorText" presStyleLbl="sibTrans1D1" presStyleIdx="6" presStyleCnt="7"/>
      <dgm:spPr/>
    </dgm:pt>
    <dgm:pt modelId="{4279DCC7-6538-47E8-887D-578E83172653}" type="pres">
      <dgm:prSet presAssocID="{AA6BBC63-6A7A-4893-BD6A-3B1223E4304B}" presName="node" presStyleLbl="node1" presStyleIdx="7" presStyleCnt="8">
        <dgm:presLayoutVars>
          <dgm:bulletEnabled val="1"/>
        </dgm:presLayoutVars>
      </dgm:prSet>
      <dgm:spPr/>
    </dgm:pt>
  </dgm:ptLst>
  <dgm:cxnLst>
    <dgm:cxn modelId="{07C19512-5C84-422A-A49F-D1B9ADAE053B}" type="presOf" srcId="{8D74AB6A-FD1A-4FA3-AC22-81D63D6C7189}" destId="{8E104311-995F-4AEB-A4FA-6DD8CFC56CD7}" srcOrd="1" destOrd="0" presId="urn:microsoft.com/office/officeart/2016/7/layout/RepeatingBendingProcessNew"/>
    <dgm:cxn modelId="{A9F5B912-B91D-460B-A267-E3688B8EE4FA}" type="presOf" srcId="{CF14D671-FA64-4CAD-B5C9-68A7D02AAB71}" destId="{74F10D53-42E5-427A-A662-D1BC33031802}" srcOrd="0" destOrd="0" presId="urn:microsoft.com/office/officeart/2016/7/layout/RepeatingBendingProcessNew"/>
    <dgm:cxn modelId="{F522E31F-9CA3-4990-8A4C-A8278B22EDFC}" type="presOf" srcId="{F85B2ADE-FAD8-465D-B1BC-FAE65F7CD869}" destId="{50EBBDE2-CB9D-4AF9-B349-48BEB983253E}" srcOrd="1" destOrd="0" presId="urn:microsoft.com/office/officeart/2016/7/layout/RepeatingBendingProcessNew"/>
    <dgm:cxn modelId="{BD1C5623-0735-4E65-8A36-8D540DBAA0A7}" type="presOf" srcId="{1C533795-69B3-46BF-9A8B-A640E6E17B43}" destId="{39D0845D-2BC6-4D84-9C26-C9B321B12D6C}" srcOrd="0" destOrd="0" presId="urn:microsoft.com/office/officeart/2016/7/layout/RepeatingBendingProcessNew"/>
    <dgm:cxn modelId="{782CCF25-C0CD-4F64-BFA4-5469DACEB274}" type="presOf" srcId="{70712CC1-2A4C-43AB-9F21-DCB704A898C4}" destId="{81FE9F7E-A996-4D2C-B7B7-4CEE542C4FED}" srcOrd="1" destOrd="0" presId="urn:microsoft.com/office/officeart/2016/7/layout/RepeatingBendingProcessNew"/>
    <dgm:cxn modelId="{8CA5C739-5447-4379-90B3-1308A389D44A}" srcId="{2B9A03A8-8FC6-4080-AD6D-272D561B1AB4}" destId="{AA6BBC63-6A7A-4893-BD6A-3B1223E4304B}" srcOrd="7" destOrd="0" parTransId="{A67F58E3-9DD1-40DA-937E-E497812A8B60}" sibTransId="{6C2265B7-9D0A-40CB-8C80-3FADA2529452}"/>
    <dgm:cxn modelId="{39265D3E-D673-43E3-98DF-3FFCC1F9456F}" type="presOf" srcId="{1064E667-F12F-431D-B908-8D67E9E1B897}" destId="{89F25A4D-1453-4BF1-91D6-4048E05A2E4C}" srcOrd="0" destOrd="0" presId="urn:microsoft.com/office/officeart/2016/7/layout/RepeatingBendingProcessNew"/>
    <dgm:cxn modelId="{19ED3545-0ABF-4D45-9240-685C69C36FEF}" srcId="{2B9A03A8-8FC6-4080-AD6D-272D561B1AB4}" destId="{2FD30BB8-3AF6-4AC3-83A3-F52DED575CA8}" srcOrd="3" destOrd="0" parTransId="{8F480B55-0600-44B9-8FC2-27E108AE2304}" sibTransId="{70712CC1-2A4C-43AB-9F21-DCB704A898C4}"/>
    <dgm:cxn modelId="{103E9A47-752E-40D3-9136-BDEBCE6A2CB2}" type="presOf" srcId="{10E5AA20-3112-4C0E-A552-DD1F13B26325}" destId="{FB030E86-60FD-4712-B742-50B6AA732552}" srcOrd="1" destOrd="0" presId="urn:microsoft.com/office/officeart/2016/7/layout/RepeatingBendingProcessNew"/>
    <dgm:cxn modelId="{EFA4F94C-CC29-4D09-BC70-F0E0192C16DE}" type="presOf" srcId="{7A6194DA-AD5B-43D1-9D35-3A3AC825747A}" destId="{4C58A0AA-862D-4750-9846-373C89692EFD}" srcOrd="1" destOrd="0" presId="urn:microsoft.com/office/officeart/2016/7/layout/RepeatingBendingProcessNew"/>
    <dgm:cxn modelId="{6618FA4C-A4B0-4ADE-AB00-A63EAE5B0E8D}" type="presOf" srcId="{7A6194DA-AD5B-43D1-9D35-3A3AC825747A}" destId="{D7EF96C4-C7CC-4009-A8EA-48A4A546FB9B}" srcOrd="0" destOrd="0" presId="urn:microsoft.com/office/officeart/2016/7/layout/RepeatingBendingProcessNew"/>
    <dgm:cxn modelId="{EE1C5058-0D28-4C96-8DCE-502CAAE2CA45}" srcId="{2B9A03A8-8FC6-4080-AD6D-272D561B1AB4}" destId="{23F4CC0B-46AC-48DE-918D-85BAE7CCAF8E}" srcOrd="6" destOrd="0" parTransId="{7EE720AA-0AED-46C0-94D2-DAB9A3C5053A}" sibTransId="{8D74AB6A-FD1A-4FA3-AC22-81D63D6C7189}"/>
    <dgm:cxn modelId="{A8C29759-EEA0-40BB-8FA9-2B5C65208035}" type="presOf" srcId="{FE6F7CC6-0036-4E7C-BC83-49A8074142E4}" destId="{5AC301F0-5336-4C02-9EB4-A2B080005DCE}" srcOrd="0" destOrd="0" presId="urn:microsoft.com/office/officeart/2016/7/layout/RepeatingBendingProcessNew"/>
    <dgm:cxn modelId="{D96F678D-F5FA-4906-AD02-4F7D44DCA13C}" srcId="{2B9A03A8-8FC6-4080-AD6D-272D561B1AB4}" destId="{FAA33660-50B1-42E7-80D0-A9E5CA896BEE}" srcOrd="5" destOrd="0" parTransId="{9D52C9FF-F7A2-49EB-8A23-009F24EB2794}" sibTransId="{10E5AA20-3112-4C0E-A552-DD1F13B26325}"/>
    <dgm:cxn modelId="{EA948A90-BA18-4AB4-BD07-B202DF74F56F}" srcId="{2B9A03A8-8FC6-4080-AD6D-272D561B1AB4}" destId="{CF14D671-FA64-4CAD-B5C9-68A7D02AAB71}" srcOrd="1" destOrd="0" parTransId="{B59117BD-7939-4DF9-8DDE-C372E8CB01D7}" sibTransId="{7A6194DA-AD5B-43D1-9D35-3A3AC825747A}"/>
    <dgm:cxn modelId="{B78C9297-AAD4-4094-8469-DB46AFD903C2}" type="presOf" srcId="{70712CC1-2A4C-43AB-9F21-DCB704A898C4}" destId="{1F948529-073B-445B-B4E7-B3CE0DFB3B67}" srcOrd="0" destOrd="0" presId="urn:microsoft.com/office/officeart/2016/7/layout/RepeatingBendingProcessNew"/>
    <dgm:cxn modelId="{703A65A5-4335-4C3C-990C-F8E078B876D2}" type="presOf" srcId="{10E5AA20-3112-4C0E-A552-DD1F13B26325}" destId="{4EAD031A-77FC-448A-B287-964152FA23D6}" srcOrd="0" destOrd="0" presId="urn:microsoft.com/office/officeart/2016/7/layout/RepeatingBendingProcessNew"/>
    <dgm:cxn modelId="{CE554AB2-3012-42A1-9B8D-97EF5B94F878}" srcId="{2B9A03A8-8FC6-4080-AD6D-272D561B1AB4}" destId="{1C533795-69B3-46BF-9A8B-A640E6E17B43}" srcOrd="4" destOrd="0" parTransId="{44832EF1-A19C-411B-86F7-C4964593951B}" sibTransId="{E7D4A053-6F3D-4ACE-B2D4-55EAB59E69DD}"/>
    <dgm:cxn modelId="{B6B3AAB3-D545-4620-ACEA-AD6D73342C66}" type="presOf" srcId="{2B9A03A8-8FC6-4080-AD6D-272D561B1AB4}" destId="{70582D77-396B-4905-90B7-8AE781B7D8DA}" srcOrd="0" destOrd="0" presId="urn:microsoft.com/office/officeart/2016/7/layout/RepeatingBendingProcessNew"/>
    <dgm:cxn modelId="{2EDD12BF-0BE6-4C60-807B-0D3F3C6F19B7}" type="presOf" srcId="{2766A1DA-63C1-41C4-9274-0F2D8B1CDB93}" destId="{A03724E6-F6D3-42D3-B452-582A1941B67D}" srcOrd="0" destOrd="0" presId="urn:microsoft.com/office/officeart/2016/7/layout/RepeatingBendingProcessNew"/>
    <dgm:cxn modelId="{C2B167C2-FA9C-4342-8279-B340D0C68D34}" type="presOf" srcId="{E7D4A053-6F3D-4ACE-B2D4-55EAB59E69DD}" destId="{B9FBFB44-83D4-477D-90A3-E4AAEE252A4E}" srcOrd="0" destOrd="0" presId="urn:microsoft.com/office/officeart/2016/7/layout/RepeatingBendingProcessNew"/>
    <dgm:cxn modelId="{E9E6AFC2-770C-4ADE-AC15-5A375A4594D0}" type="presOf" srcId="{F85B2ADE-FAD8-465D-B1BC-FAE65F7CD869}" destId="{DB12CC97-3D1B-4855-92CD-EF0AF9CCD3B1}" srcOrd="0" destOrd="0" presId="urn:microsoft.com/office/officeart/2016/7/layout/RepeatingBendingProcessNew"/>
    <dgm:cxn modelId="{DD5F4DD1-4ECC-45C3-BB9A-0C78CAB28A89}" type="presOf" srcId="{FAA33660-50B1-42E7-80D0-A9E5CA896BEE}" destId="{3DEA2825-92BD-48D8-B47D-B0AFE0265E7C}" srcOrd="0" destOrd="0" presId="urn:microsoft.com/office/officeart/2016/7/layout/RepeatingBendingProcessNew"/>
    <dgm:cxn modelId="{EEA7B3D5-14A4-4833-B74B-38AA7364F275}" type="presOf" srcId="{E7D4A053-6F3D-4ACE-B2D4-55EAB59E69DD}" destId="{E094B210-46C6-4747-B626-501D2C37A87B}" srcOrd="1" destOrd="0" presId="urn:microsoft.com/office/officeart/2016/7/layout/RepeatingBendingProcessNew"/>
    <dgm:cxn modelId="{D1DD5CD6-85FD-4496-9572-11D6AB7DE3A7}" srcId="{2B9A03A8-8FC6-4080-AD6D-272D561B1AB4}" destId="{2766A1DA-63C1-41C4-9274-0F2D8B1CDB93}" srcOrd="0" destOrd="0" parTransId="{3AFEBE34-1AA7-4BD9-B8C5-403C163215EF}" sibTransId="{F85B2ADE-FAD8-465D-B1BC-FAE65F7CD869}"/>
    <dgm:cxn modelId="{BD57FEE6-8D9F-4F05-9874-FBA2075DE1D7}" type="presOf" srcId="{23F4CC0B-46AC-48DE-918D-85BAE7CCAF8E}" destId="{8E0B2C4F-E806-4FE9-A1AE-2604698973B1}" srcOrd="0" destOrd="0" presId="urn:microsoft.com/office/officeart/2016/7/layout/RepeatingBendingProcessNew"/>
    <dgm:cxn modelId="{4E2274EB-993F-41F7-AEA7-6C700CC59D42}" srcId="{2B9A03A8-8FC6-4080-AD6D-272D561B1AB4}" destId="{FE6F7CC6-0036-4E7C-BC83-49A8074142E4}" srcOrd="2" destOrd="0" parTransId="{315526FB-F84D-48C4-9FC6-33B9D0CE66E8}" sibTransId="{1064E667-F12F-431D-B908-8D67E9E1B897}"/>
    <dgm:cxn modelId="{69D030F0-CB3E-436E-B1B2-81C821FF67BC}" type="presOf" srcId="{8D74AB6A-FD1A-4FA3-AC22-81D63D6C7189}" destId="{8161E033-B2AD-4849-B385-A09E47607085}" srcOrd="0" destOrd="0" presId="urn:microsoft.com/office/officeart/2016/7/layout/RepeatingBendingProcessNew"/>
    <dgm:cxn modelId="{E838CDF1-C204-40B5-8F65-82F960494EA0}" type="presOf" srcId="{1064E667-F12F-431D-B908-8D67E9E1B897}" destId="{9F80ABA1-60E2-420E-945C-5287DE12DF1B}" srcOrd="1" destOrd="0" presId="urn:microsoft.com/office/officeart/2016/7/layout/RepeatingBendingProcessNew"/>
    <dgm:cxn modelId="{2E02F4F2-A370-4D3C-B41B-FB513BE192C1}" type="presOf" srcId="{AA6BBC63-6A7A-4893-BD6A-3B1223E4304B}" destId="{4279DCC7-6538-47E8-887D-578E83172653}" srcOrd="0" destOrd="0" presId="urn:microsoft.com/office/officeart/2016/7/layout/RepeatingBendingProcessNew"/>
    <dgm:cxn modelId="{97F726FD-C0E2-4602-891F-41234EF75F29}" type="presOf" srcId="{2FD30BB8-3AF6-4AC3-83A3-F52DED575CA8}" destId="{71608DB6-7DA7-4411-AB9D-1EA19738C945}" srcOrd="0" destOrd="0" presId="urn:microsoft.com/office/officeart/2016/7/layout/RepeatingBendingProcessNew"/>
    <dgm:cxn modelId="{CA767CAE-1384-4DF7-8A5A-1C7819E64EDB}" type="presParOf" srcId="{70582D77-396B-4905-90B7-8AE781B7D8DA}" destId="{A03724E6-F6D3-42D3-B452-582A1941B67D}" srcOrd="0" destOrd="0" presId="urn:microsoft.com/office/officeart/2016/7/layout/RepeatingBendingProcessNew"/>
    <dgm:cxn modelId="{1B726A0E-166F-485A-ADA8-4D7A2202F63C}" type="presParOf" srcId="{70582D77-396B-4905-90B7-8AE781B7D8DA}" destId="{DB12CC97-3D1B-4855-92CD-EF0AF9CCD3B1}" srcOrd="1" destOrd="0" presId="urn:microsoft.com/office/officeart/2016/7/layout/RepeatingBendingProcessNew"/>
    <dgm:cxn modelId="{B445C213-08E3-43FA-89BE-9B0178874327}" type="presParOf" srcId="{DB12CC97-3D1B-4855-92CD-EF0AF9CCD3B1}" destId="{50EBBDE2-CB9D-4AF9-B349-48BEB983253E}" srcOrd="0" destOrd="0" presId="urn:microsoft.com/office/officeart/2016/7/layout/RepeatingBendingProcessNew"/>
    <dgm:cxn modelId="{7ADD3801-B1AD-4396-9644-784C329610E6}" type="presParOf" srcId="{70582D77-396B-4905-90B7-8AE781B7D8DA}" destId="{74F10D53-42E5-427A-A662-D1BC33031802}" srcOrd="2" destOrd="0" presId="urn:microsoft.com/office/officeart/2016/7/layout/RepeatingBendingProcessNew"/>
    <dgm:cxn modelId="{AC8B71C3-82E5-42CE-BF9D-17372D2E2B91}" type="presParOf" srcId="{70582D77-396B-4905-90B7-8AE781B7D8DA}" destId="{D7EF96C4-C7CC-4009-A8EA-48A4A546FB9B}" srcOrd="3" destOrd="0" presId="urn:microsoft.com/office/officeart/2016/7/layout/RepeatingBendingProcessNew"/>
    <dgm:cxn modelId="{3F42D0B7-11E1-4E62-933E-712A7F7F9422}" type="presParOf" srcId="{D7EF96C4-C7CC-4009-A8EA-48A4A546FB9B}" destId="{4C58A0AA-862D-4750-9846-373C89692EFD}" srcOrd="0" destOrd="0" presId="urn:microsoft.com/office/officeart/2016/7/layout/RepeatingBendingProcessNew"/>
    <dgm:cxn modelId="{A3F9A3CA-C006-4747-8306-AE328C4F177F}" type="presParOf" srcId="{70582D77-396B-4905-90B7-8AE781B7D8DA}" destId="{5AC301F0-5336-4C02-9EB4-A2B080005DCE}" srcOrd="4" destOrd="0" presId="urn:microsoft.com/office/officeart/2016/7/layout/RepeatingBendingProcessNew"/>
    <dgm:cxn modelId="{A84C6129-40EC-4CC3-B626-80F11BCBE5A3}" type="presParOf" srcId="{70582D77-396B-4905-90B7-8AE781B7D8DA}" destId="{89F25A4D-1453-4BF1-91D6-4048E05A2E4C}" srcOrd="5" destOrd="0" presId="urn:microsoft.com/office/officeart/2016/7/layout/RepeatingBendingProcessNew"/>
    <dgm:cxn modelId="{D15F4431-AF8A-48BE-8691-5DE2CCC3042F}" type="presParOf" srcId="{89F25A4D-1453-4BF1-91D6-4048E05A2E4C}" destId="{9F80ABA1-60E2-420E-945C-5287DE12DF1B}" srcOrd="0" destOrd="0" presId="urn:microsoft.com/office/officeart/2016/7/layout/RepeatingBendingProcessNew"/>
    <dgm:cxn modelId="{402D824F-32A9-4C4C-A2CB-3A8C11D968EB}" type="presParOf" srcId="{70582D77-396B-4905-90B7-8AE781B7D8DA}" destId="{71608DB6-7DA7-4411-AB9D-1EA19738C945}" srcOrd="6" destOrd="0" presId="urn:microsoft.com/office/officeart/2016/7/layout/RepeatingBendingProcessNew"/>
    <dgm:cxn modelId="{92CFC277-87DB-4B68-AEB3-BE575466AB73}" type="presParOf" srcId="{70582D77-396B-4905-90B7-8AE781B7D8DA}" destId="{1F948529-073B-445B-B4E7-B3CE0DFB3B67}" srcOrd="7" destOrd="0" presId="urn:microsoft.com/office/officeart/2016/7/layout/RepeatingBendingProcessNew"/>
    <dgm:cxn modelId="{03D5B35F-8274-4027-9440-B86299921BE5}" type="presParOf" srcId="{1F948529-073B-445B-B4E7-B3CE0DFB3B67}" destId="{81FE9F7E-A996-4D2C-B7B7-4CEE542C4FED}" srcOrd="0" destOrd="0" presId="urn:microsoft.com/office/officeart/2016/7/layout/RepeatingBendingProcessNew"/>
    <dgm:cxn modelId="{7D3AB1A2-074E-47AE-960A-557EB2B30C0B}" type="presParOf" srcId="{70582D77-396B-4905-90B7-8AE781B7D8DA}" destId="{39D0845D-2BC6-4D84-9C26-C9B321B12D6C}" srcOrd="8" destOrd="0" presId="urn:microsoft.com/office/officeart/2016/7/layout/RepeatingBendingProcessNew"/>
    <dgm:cxn modelId="{327575E3-BFB5-40BD-B716-82D74A74DBB1}" type="presParOf" srcId="{70582D77-396B-4905-90B7-8AE781B7D8DA}" destId="{B9FBFB44-83D4-477D-90A3-E4AAEE252A4E}" srcOrd="9" destOrd="0" presId="urn:microsoft.com/office/officeart/2016/7/layout/RepeatingBendingProcessNew"/>
    <dgm:cxn modelId="{EDC585A0-5B69-4193-ACD2-C7D6964D06F3}" type="presParOf" srcId="{B9FBFB44-83D4-477D-90A3-E4AAEE252A4E}" destId="{E094B210-46C6-4747-B626-501D2C37A87B}" srcOrd="0" destOrd="0" presId="urn:microsoft.com/office/officeart/2016/7/layout/RepeatingBendingProcessNew"/>
    <dgm:cxn modelId="{B2A3C2D4-8A53-4451-AB48-464442B9270A}" type="presParOf" srcId="{70582D77-396B-4905-90B7-8AE781B7D8DA}" destId="{3DEA2825-92BD-48D8-B47D-B0AFE0265E7C}" srcOrd="10" destOrd="0" presId="urn:microsoft.com/office/officeart/2016/7/layout/RepeatingBendingProcessNew"/>
    <dgm:cxn modelId="{85E61574-21C0-45BF-B76C-943C47A8BB08}" type="presParOf" srcId="{70582D77-396B-4905-90B7-8AE781B7D8DA}" destId="{4EAD031A-77FC-448A-B287-964152FA23D6}" srcOrd="11" destOrd="0" presId="urn:microsoft.com/office/officeart/2016/7/layout/RepeatingBendingProcessNew"/>
    <dgm:cxn modelId="{EFEE021E-6AC1-42F2-B317-248AC96D788D}" type="presParOf" srcId="{4EAD031A-77FC-448A-B287-964152FA23D6}" destId="{FB030E86-60FD-4712-B742-50B6AA732552}" srcOrd="0" destOrd="0" presId="urn:microsoft.com/office/officeart/2016/7/layout/RepeatingBendingProcessNew"/>
    <dgm:cxn modelId="{196D04D7-AB6A-4857-9B4A-7000FA58184A}" type="presParOf" srcId="{70582D77-396B-4905-90B7-8AE781B7D8DA}" destId="{8E0B2C4F-E806-4FE9-A1AE-2604698973B1}" srcOrd="12" destOrd="0" presId="urn:microsoft.com/office/officeart/2016/7/layout/RepeatingBendingProcessNew"/>
    <dgm:cxn modelId="{0480B179-40E7-4E71-A4B8-3B8B87E1010C}" type="presParOf" srcId="{70582D77-396B-4905-90B7-8AE781B7D8DA}" destId="{8161E033-B2AD-4849-B385-A09E47607085}" srcOrd="13" destOrd="0" presId="urn:microsoft.com/office/officeart/2016/7/layout/RepeatingBendingProcessNew"/>
    <dgm:cxn modelId="{07E2D489-611F-42A8-82E9-2E81C3E3C301}" type="presParOf" srcId="{8161E033-B2AD-4849-B385-A09E47607085}" destId="{8E104311-995F-4AEB-A4FA-6DD8CFC56CD7}" srcOrd="0" destOrd="0" presId="urn:microsoft.com/office/officeart/2016/7/layout/RepeatingBendingProcessNew"/>
    <dgm:cxn modelId="{677C2F77-DB1E-4C51-852E-D72762ED0F0E}" type="presParOf" srcId="{70582D77-396B-4905-90B7-8AE781B7D8DA}" destId="{4279DCC7-6538-47E8-887D-578E83172653}"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91C7E3-D23A-4D94-9E07-A0A2F07E3113}">
      <dsp:nvSpPr>
        <dsp:cNvPr id="0" name=""/>
        <dsp:cNvSpPr/>
      </dsp:nvSpPr>
      <dsp:spPr>
        <a:xfrm>
          <a:off x="0" y="3910893"/>
          <a:ext cx="5618018" cy="128364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Infection ; C. acne, parasitic mite Demodex </a:t>
          </a:r>
        </a:p>
      </dsp:txBody>
      <dsp:txXfrm>
        <a:off x="0" y="3910893"/>
        <a:ext cx="5618018" cy="1283642"/>
      </dsp:txXfrm>
    </dsp:sp>
    <dsp:sp modelId="{1943E6F8-2434-4B6A-BCFB-D7DEE5334298}">
      <dsp:nvSpPr>
        <dsp:cNvPr id="0" name=""/>
        <dsp:cNvSpPr/>
      </dsp:nvSpPr>
      <dsp:spPr>
        <a:xfrm rot="10800000">
          <a:off x="0" y="1955905"/>
          <a:ext cx="5618018" cy="19742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Hormones ; androgens e.g testosterone, dihydrotestosterone , DHEA, GH, IGF – 1, POS, CAH, Pregnancy, testosterone replacement therapy , steriods.</a:t>
          </a:r>
        </a:p>
      </dsp:txBody>
      <dsp:txXfrm rot="10800000">
        <a:off x="0" y="1955905"/>
        <a:ext cx="5618018" cy="1282803"/>
      </dsp:txXfrm>
    </dsp:sp>
    <dsp:sp modelId="{57603047-5D11-4167-8538-24BE8D0326D0}">
      <dsp:nvSpPr>
        <dsp:cNvPr id="0" name=""/>
        <dsp:cNvSpPr/>
      </dsp:nvSpPr>
      <dsp:spPr>
        <a:xfrm rot="10800000">
          <a:off x="0" y="918"/>
          <a:ext cx="5618018" cy="1974242"/>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Genetic predisposition : positive family history of severe acne</a:t>
          </a:r>
        </a:p>
      </dsp:txBody>
      <dsp:txXfrm rot="-10800000">
        <a:off x="0" y="918"/>
        <a:ext cx="5618018" cy="692958"/>
      </dsp:txXfrm>
    </dsp:sp>
    <dsp:sp modelId="{FC1CCB32-AF03-4A79-83FA-3AC80972C1A6}">
      <dsp:nvSpPr>
        <dsp:cNvPr id="0" name=""/>
        <dsp:cNvSpPr/>
      </dsp:nvSpPr>
      <dsp:spPr>
        <a:xfrm>
          <a:off x="0" y="693877"/>
          <a:ext cx="5618018" cy="59029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24130" rIns="135128" bIns="24130" numCol="1" spcCol="1270" anchor="ctr" anchorCtr="0">
          <a:noAutofit/>
        </a:bodyPr>
        <a:lstStyle/>
        <a:p>
          <a:pPr marL="0" lvl="0" indent="0" algn="ctr" defTabSz="844550">
            <a:lnSpc>
              <a:spcPct val="90000"/>
            </a:lnSpc>
            <a:spcBef>
              <a:spcPct val="0"/>
            </a:spcBef>
            <a:spcAft>
              <a:spcPct val="35000"/>
            </a:spcAft>
            <a:buNone/>
          </a:pPr>
          <a:r>
            <a:rPr lang="en-US" sz="1900" kern="1200"/>
            <a:t>TNF alpha , IL – 1 alpha, CYP1A1 genes , Alpert sydrome , XYY syndrome (rare).</a:t>
          </a:r>
        </a:p>
      </dsp:txBody>
      <dsp:txXfrm>
        <a:off x="0" y="693877"/>
        <a:ext cx="5618018" cy="5902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41F69-F91E-402C-BF54-F96E7104D5DF}">
      <dsp:nvSpPr>
        <dsp:cNvPr id="0" name=""/>
        <dsp:cNvSpPr/>
      </dsp:nvSpPr>
      <dsp:spPr>
        <a:xfrm>
          <a:off x="0" y="1529"/>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6F98CF-360A-40C5-8526-03777508E2FE}">
      <dsp:nvSpPr>
        <dsp:cNvPr id="0" name=""/>
        <dsp:cNvSpPr/>
      </dsp:nvSpPr>
      <dsp:spPr>
        <a:xfrm>
          <a:off x="234455" y="175917"/>
          <a:ext cx="426282" cy="4262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18A111-A580-4BD7-8A37-B77C48B33DE8}">
      <dsp:nvSpPr>
        <dsp:cNvPr id="0" name=""/>
        <dsp:cNvSpPr/>
      </dsp:nvSpPr>
      <dsp:spPr>
        <a:xfrm>
          <a:off x="895192" y="1529"/>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711200">
            <a:lnSpc>
              <a:spcPct val="100000"/>
            </a:lnSpc>
            <a:spcBef>
              <a:spcPct val="0"/>
            </a:spcBef>
            <a:spcAft>
              <a:spcPct val="35000"/>
            </a:spcAft>
            <a:buNone/>
          </a:pPr>
          <a:r>
            <a:rPr lang="en-GB" sz="1600" kern="1200"/>
            <a:t>These are conditions where a treatment must NOT be performed under any circumstances:</a:t>
          </a:r>
          <a:endParaRPr lang="en-US" sz="1600" kern="1200"/>
        </a:p>
      </dsp:txBody>
      <dsp:txXfrm>
        <a:off x="895192" y="1529"/>
        <a:ext cx="4262594" cy="775058"/>
      </dsp:txXfrm>
    </dsp:sp>
    <dsp:sp modelId="{26108FA3-FCF4-4D1E-AABB-B6B2B4804A47}">
      <dsp:nvSpPr>
        <dsp:cNvPr id="0" name=""/>
        <dsp:cNvSpPr/>
      </dsp:nvSpPr>
      <dsp:spPr>
        <a:xfrm>
          <a:off x="0" y="970352"/>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B26FF2-6D60-4A34-849F-4F16543D2311}">
      <dsp:nvSpPr>
        <dsp:cNvPr id="0" name=""/>
        <dsp:cNvSpPr/>
      </dsp:nvSpPr>
      <dsp:spPr>
        <a:xfrm>
          <a:off x="234455" y="1144741"/>
          <a:ext cx="426282" cy="4262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EE232E-6D1A-4A5F-A598-7C941F3C1F41}">
      <dsp:nvSpPr>
        <dsp:cNvPr id="0" name=""/>
        <dsp:cNvSpPr/>
      </dsp:nvSpPr>
      <dsp:spPr>
        <a:xfrm>
          <a:off x="895192" y="970352"/>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711200">
            <a:lnSpc>
              <a:spcPct val="100000"/>
            </a:lnSpc>
            <a:spcBef>
              <a:spcPct val="0"/>
            </a:spcBef>
            <a:spcAft>
              <a:spcPct val="35000"/>
            </a:spcAft>
            <a:buNone/>
          </a:pPr>
          <a:r>
            <a:rPr lang="en-GB" sz="1600" kern="1200" dirty="0"/>
            <a:t>The risk of harm clearly outweighs any potential benefit</a:t>
          </a:r>
          <a:endParaRPr lang="en-US" sz="1600" kern="1200" dirty="0"/>
        </a:p>
      </dsp:txBody>
      <dsp:txXfrm>
        <a:off x="895192" y="970352"/>
        <a:ext cx="4262594" cy="775058"/>
      </dsp:txXfrm>
    </dsp:sp>
    <dsp:sp modelId="{496FD2CB-5990-4CAB-9AB4-AC011A2B8800}">
      <dsp:nvSpPr>
        <dsp:cNvPr id="0" name=""/>
        <dsp:cNvSpPr/>
      </dsp:nvSpPr>
      <dsp:spPr>
        <a:xfrm>
          <a:off x="0" y="1939176"/>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037976-39E6-482A-987D-62A42AC0666A}">
      <dsp:nvSpPr>
        <dsp:cNvPr id="0" name=""/>
        <dsp:cNvSpPr/>
      </dsp:nvSpPr>
      <dsp:spPr>
        <a:xfrm>
          <a:off x="234455" y="2113564"/>
          <a:ext cx="426282" cy="4262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FD026A-A171-4804-9AD8-8D5EDEF8AA8A}">
      <dsp:nvSpPr>
        <dsp:cNvPr id="0" name=""/>
        <dsp:cNvSpPr/>
      </dsp:nvSpPr>
      <dsp:spPr>
        <a:xfrm>
          <a:off x="895192" y="1939176"/>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711200">
            <a:lnSpc>
              <a:spcPct val="100000"/>
            </a:lnSpc>
            <a:spcBef>
              <a:spcPct val="0"/>
            </a:spcBef>
            <a:spcAft>
              <a:spcPct val="35000"/>
            </a:spcAft>
            <a:buNone/>
          </a:pPr>
          <a:r>
            <a:rPr lang="en-GB" sz="1600" kern="1200" dirty="0"/>
            <a:t>No modification of technique or parameters can make the treatment safe</a:t>
          </a:r>
          <a:endParaRPr lang="en-US" sz="1600" kern="1200" dirty="0"/>
        </a:p>
      </dsp:txBody>
      <dsp:txXfrm>
        <a:off x="895192" y="1939176"/>
        <a:ext cx="4262594" cy="775058"/>
      </dsp:txXfrm>
    </dsp:sp>
    <dsp:sp modelId="{4EC9885B-1870-4664-9F08-09B2262744EF}">
      <dsp:nvSpPr>
        <dsp:cNvPr id="0" name=""/>
        <dsp:cNvSpPr/>
      </dsp:nvSpPr>
      <dsp:spPr>
        <a:xfrm>
          <a:off x="0" y="2907999"/>
          <a:ext cx="5157787" cy="77505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C03040-2113-4808-A707-6B42E44B3C5E}">
      <dsp:nvSpPr>
        <dsp:cNvPr id="0" name=""/>
        <dsp:cNvSpPr/>
      </dsp:nvSpPr>
      <dsp:spPr>
        <a:xfrm>
          <a:off x="234455" y="3082388"/>
          <a:ext cx="426282" cy="4262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79F1D5-0CF6-4B2D-8512-16EB5052791D}">
      <dsp:nvSpPr>
        <dsp:cNvPr id="0" name=""/>
        <dsp:cNvSpPr/>
      </dsp:nvSpPr>
      <dsp:spPr>
        <a:xfrm>
          <a:off x="895192" y="2907999"/>
          <a:ext cx="4262594" cy="775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027" tIns="82027" rIns="82027" bIns="82027" numCol="1" spcCol="1270" anchor="ctr" anchorCtr="0">
          <a:noAutofit/>
        </a:bodyPr>
        <a:lstStyle/>
        <a:p>
          <a:pPr marL="0" lvl="0" indent="0" algn="l" defTabSz="711200">
            <a:lnSpc>
              <a:spcPct val="100000"/>
            </a:lnSpc>
            <a:spcBef>
              <a:spcPct val="0"/>
            </a:spcBef>
            <a:spcAft>
              <a:spcPct val="35000"/>
            </a:spcAft>
            <a:buNone/>
          </a:pPr>
          <a:r>
            <a:rPr lang="en-GB" sz="1600" kern="1200"/>
            <a:t>Proceeding would be medically negligent</a:t>
          </a:r>
          <a:endParaRPr lang="en-US" sz="1600" kern="1200"/>
        </a:p>
      </dsp:txBody>
      <dsp:txXfrm>
        <a:off x="895192" y="2907999"/>
        <a:ext cx="4262594" cy="7750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7CA509-C4BD-47C1-99EA-A1B398B3ABDB}">
      <dsp:nvSpPr>
        <dsp:cNvPr id="0" name=""/>
        <dsp:cNvSpPr/>
      </dsp:nvSpPr>
      <dsp:spPr>
        <a:xfrm>
          <a:off x="0" y="82421"/>
          <a:ext cx="6589260" cy="79852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b="1" kern="1200"/>
            <a:t>Absolute Contraindications</a:t>
          </a:r>
          <a:endParaRPr lang="en-US" sz="2000" kern="1200"/>
        </a:p>
      </dsp:txBody>
      <dsp:txXfrm>
        <a:off x="38981" y="121402"/>
        <a:ext cx="6511298" cy="720563"/>
      </dsp:txXfrm>
    </dsp:sp>
    <dsp:sp modelId="{21D95B26-5AE4-4DB9-82FB-E63634B86946}">
      <dsp:nvSpPr>
        <dsp:cNvPr id="0" name=""/>
        <dsp:cNvSpPr/>
      </dsp:nvSpPr>
      <dsp:spPr>
        <a:xfrm>
          <a:off x="0" y="938546"/>
          <a:ext cx="6589260" cy="798525"/>
        </a:xfrm>
        <a:prstGeom prst="roundRect">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Active skin infection (herpes, impetigo, fungal infections, warts) in the treatment area</a:t>
          </a:r>
          <a:endParaRPr lang="en-US" sz="2000" kern="1200"/>
        </a:p>
      </dsp:txBody>
      <dsp:txXfrm>
        <a:off x="38981" y="977527"/>
        <a:ext cx="6511298" cy="720563"/>
      </dsp:txXfrm>
    </dsp:sp>
    <dsp:sp modelId="{3B28A3D9-ADFF-41D5-9CFC-17804A0E2926}">
      <dsp:nvSpPr>
        <dsp:cNvPr id="0" name=""/>
        <dsp:cNvSpPr/>
      </dsp:nvSpPr>
      <dsp:spPr>
        <a:xfrm>
          <a:off x="0" y="1794671"/>
          <a:ext cx="6589260" cy="798525"/>
        </a:xfrm>
        <a:prstGeom prst="roundRect">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Open wounds or compromised skin barrier</a:t>
          </a:r>
          <a:endParaRPr lang="en-US" sz="2000" kern="1200"/>
        </a:p>
      </dsp:txBody>
      <dsp:txXfrm>
        <a:off x="38981" y="1833652"/>
        <a:ext cx="6511298" cy="720563"/>
      </dsp:txXfrm>
    </dsp:sp>
    <dsp:sp modelId="{9AF14D0A-6D53-40D4-A87A-1F6B394B2E83}">
      <dsp:nvSpPr>
        <dsp:cNvPr id="0" name=""/>
        <dsp:cNvSpPr/>
      </dsp:nvSpPr>
      <dsp:spPr>
        <a:xfrm>
          <a:off x="0" y="2650796"/>
          <a:ext cx="6589260" cy="798525"/>
        </a:xfrm>
        <a:prstGeom prst="roundRect">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Current isotretinoin use (medium to deep peels) or within 6 months of completing a course</a:t>
          </a:r>
          <a:endParaRPr lang="en-US" sz="2000" kern="1200"/>
        </a:p>
      </dsp:txBody>
      <dsp:txXfrm>
        <a:off x="38981" y="2689777"/>
        <a:ext cx="6511298" cy="720563"/>
      </dsp:txXfrm>
    </dsp:sp>
    <dsp:sp modelId="{02FB3670-855F-42AB-B5A2-1EAA6E0B40FA}">
      <dsp:nvSpPr>
        <dsp:cNvPr id="0" name=""/>
        <dsp:cNvSpPr/>
      </dsp:nvSpPr>
      <dsp:spPr>
        <a:xfrm>
          <a:off x="0" y="3506921"/>
          <a:ext cx="6589260" cy="798525"/>
        </a:xfrm>
        <a:prstGeom prst="roundRect">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Known allergy to peel components</a:t>
          </a:r>
          <a:endParaRPr lang="en-US" sz="2000" kern="1200"/>
        </a:p>
      </dsp:txBody>
      <dsp:txXfrm>
        <a:off x="38981" y="3545902"/>
        <a:ext cx="6511298" cy="720563"/>
      </dsp:txXfrm>
    </dsp:sp>
    <dsp:sp modelId="{A0049F9E-9DFC-42C8-8FA5-5EE56A10EA13}">
      <dsp:nvSpPr>
        <dsp:cNvPr id="0" name=""/>
        <dsp:cNvSpPr/>
      </dsp:nvSpPr>
      <dsp:spPr>
        <a:xfrm>
          <a:off x="0" y="4363046"/>
          <a:ext cx="6589260" cy="79852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a:t>Pregnancy </a:t>
          </a:r>
          <a:endParaRPr lang="en-US" sz="2000" kern="1200"/>
        </a:p>
      </dsp:txBody>
      <dsp:txXfrm>
        <a:off x="38981" y="4402027"/>
        <a:ext cx="6511298" cy="7205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769D87-C964-4D69-8645-37567EB84D4F}">
      <dsp:nvSpPr>
        <dsp:cNvPr id="0" name=""/>
        <dsp:cNvSpPr/>
      </dsp:nvSpPr>
      <dsp:spPr>
        <a:xfrm>
          <a:off x="0" y="23160"/>
          <a:ext cx="10515600" cy="918303"/>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b="1" kern="1200"/>
            <a:t>Relative Contraindications</a:t>
          </a:r>
          <a:endParaRPr lang="en-US" sz="2300" kern="1200"/>
        </a:p>
      </dsp:txBody>
      <dsp:txXfrm>
        <a:off x="44828" y="67988"/>
        <a:ext cx="10425944" cy="828647"/>
      </dsp:txXfrm>
    </dsp:sp>
    <dsp:sp modelId="{B0EA79D2-3433-4738-B35C-9FB0330B6A07}">
      <dsp:nvSpPr>
        <dsp:cNvPr id="0" name=""/>
        <dsp:cNvSpPr/>
      </dsp:nvSpPr>
      <dsp:spPr>
        <a:xfrm>
          <a:off x="0" y="1007703"/>
          <a:ext cx="10515600" cy="918303"/>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Darker skin types: Higher risk of post-inflammatory hyperpigmentation. Superficial peels with appropriate agents (mandelic, lactic) may be used safely</a:t>
          </a:r>
          <a:endParaRPr lang="en-US" sz="2300" kern="1200"/>
        </a:p>
      </dsp:txBody>
      <dsp:txXfrm>
        <a:off x="44828" y="1052531"/>
        <a:ext cx="10425944" cy="828647"/>
      </dsp:txXfrm>
    </dsp:sp>
    <dsp:sp modelId="{387BFCE2-9EE2-47C8-AF10-FBEDD311E475}">
      <dsp:nvSpPr>
        <dsp:cNvPr id="0" name=""/>
        <dsp:cNvSpPr/>
      </dsp:nvSpPr>
      <dsp:spPr>
        <a:xfrm>
          <a:off x="0" y="1992247"/>
          <a:ext cx="10515600" cy="918303"/>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Active eczema or dermatitis</a:t>
          </a:r>
          <a:endParaRPr lang="en-US" sz="2300" kern="1200"/>
        </a:p>
      </dsp:txBody>
      <dsp:txXfrm>
        <a:off x="44828" y="2037075"/>
        <a:ext cx="10425944" cy="828647"/>
      </dsp:txXfrm>
    </dsp:sp>
    <dsp:sp modelId="{BA8503D0-A066-40FF-845C-688F0C237024}">
      <dsp:nvSpPr>
        <dsp:cNvPr id="0" name=""/>
        <dsp:cNvSpPr/>
      </dsp:nvSpPr>
      <dsp:spPr>
        <a:xfrm>
          <a:off x="0" y="2976791"/>
          <a:ext cx="10515600" cy="918303"/>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Recent sunburn or significant tan</a:t>
          </a:r>
          <a:endParaRPr lang="en-US" sz="2300" kern="1200"/>
        </a:p>
      </dsp:txBody>
      <dsp:txXfrm>
        <a:off x="44828" y="3021619"/>
        <a:ext cx="10425944" cy="828647"/>
      </dsp:txXfrm>
    </dsp:sp>
    <dsp:sp modelId="{CC971196-33C2-4E06-AFF1-C51CED539860}">
      <dsp:nvSpPr>
        <dsp:cNvPr id="0" name=""/>
        <dsp:cNvSpPr/>
      </dsp:nvSpPr>
      <dsp:spPr>
        <a:xfrm>
          <a:off x="0" y="3961335"/>
          <a:ext cx="10515600" cy="918303"/>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a:t>Use of topical retinoids (pause 5-7 days before treatment for some peels)</a:t>
          </a:r>
          <a:endParaRPr lang="en-US" sz="2300" kern="1200"/>
        </a:p>
      </dsp:txBody>
      <dsp:txXfrm>
        <a:off x="44828" y="4006163"/>
        <a:ext cx="10425944" cy="8286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A4229D-D867-43AA-96D2-7CE70A0F651D}">
      <dsp:nvSpPr>
        <dsp:cNvPr id="0" name=""/>
        <dsp:cNvSpPr/>
      </dsp:nvSpPr>
      <dsp:spPr>
        <a:xfrm>
          <a:off x="0" y="675"/>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9ABAF7-40C8-4BDF-9EB3-660BA70866AC}">
      <dsp:nvSpPr>
        <dsp:cNvPr id="0" name=""/>
        <dsp:cNvSpPr/>
      </dsp:nvSpPr>
      <dsp:spPr>
        <a:xfrm>
          <a:off x="0" y="67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b="1" kern="1200"/>
            <a:t>Absolute Contraindications</a:t>
          </a:r>
          <a:endParaRPr lang="en-US" sz="1900" kern="1200"/>
        </a:p>
      </dsp:txBody>
      <dsp:txXfrm>
        <a:off x="0" y="675"/>
        <a:ext cx="6291714" cy="789912"/>
      </dsp:txXfrm>
    </dsp:sp>
    <dsp:sp modelId="{8DA10674-6C74-44AC-A6C6-CCD0855031C2}">
      <dsp:nvSpPr>
        <dsp:cNvPr id="0" name=""/>
        <dsp:cNvSpPr/>
      </dsp:nvSpPr>
      <dsp:spPr>
        <a:xfrm>
          <a:off x="0" y="790587"/>
          <a:ext cx="6291714" cy="0"/>
        </a:xfrm>
        <a:prstGeom prst="line">
          <a:avLst/>
        </a:prstGeom>
        <a:solidFill>
          <a:schemeClr val="accent2">
            <a:hueOff val="1073936"/>
            <a:satOff val="-3082"/>
            <a:lumOff val="-4935"/>
            <a:alphaOff val="0"/>
          </a:schemeClr>
        </a:solidFill>
        <a:ln w="19050" cap="flat" cmpd="sng" algn="ctr">
          <a:solidFill>
            <a:schemeClr val="accent2">
              <a:hueOff val="1073936"/>
              <a:satOff val="-3082"/>
              <a:lumOff val="-493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89FB03-CD04-4E49-8ED9-5DE5B68B527C}">
      <dsp:nvSpPr>
        <dsp:cNvPr id="0" name=""/>
        <dsp:cNvSpPr/>
      </dsp:nvSpPr>
      <dsp:spPr>
        <a:xfrm>
          <a:off x="0" y="79058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Active acne, rosacea, or eczema in the treatment area</a:t>
          </a:r>
          <a:endParaRPr lang="en-US" sz="1900" kern="1200"/>
        </a:p>
      </dsp:txBody>
      <dsp:txXfrm>
        <a:off x="0" y="790587"/>
        <a:ext cx="6291714" cy="789912"/>
      </dsp:txXfrm>
    </dsp:sp>
    <dsp:sp modelId="{7627034C-5BF2-44E2-BC05-4E721F25BEE5}">
      <dsp:nvSpPr>
        <dsp:cNvPr id="0" name=""/>
        <dsp:cNvSpPr/>
      </dsp:nvSpPr>
      <dsp:spPr>
        <a:xfrm>
          <a:off x="0" y="1580499"/>
          <a:ext cx="6291714" cy="0"/>
        </a:xfrm>
        <a:prstGeom prst="lin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AF4D30-235E-4AFC-A0D1-1F6DE19F207A}">
      <dsp:nvSpPr>
        <dsp:cNvPr id="0" name=""/>
        <dsp:cNvSpPr/>
      </dsp:nvSpPr>
      <dsp:spPr>
        <a:xfrm>
          <a:off x="0" y="1580499"/>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Active infection (bacterial, viral, fungal) at the treatment site</a:t>
          </a:r>
          <a:endParaRPr lang="en-US" sz="1900" kern="1200"/>
        </a:p>
      </dsp:txBody>
      <dsp:txXfrm>
        <a:off x="0" y="1580499"/>
        <a:ext cx="6291714" cy="789912"/>
      </dsp:txXfrm>
    </dsp:sp>
    <dsp:sp modelId="{76074A68-F088-48B7-9DAC-2C9CF95235C2}">
      <dsp:nvSpPr>
        <dsp:cNvPr id="0" name=""/>
        <dsp:cNvSpPr/>
      </dsp:nvSpPr>
      <dsp:spPr>
        <a:xfrm>
          <a:off x="0" y="2370411"/>
          <a:ext cx="6291714"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8D1F6A-1AB2-4D2A-B670-A29DD8473ADD}">
      <dsp:nvSpPr>
        <dsp:cNvPr id="0" name=""/>
        <dsp:cNvSpPr/>
      </dsp:nvSpPr>
      <dsp:spPr>
        <a:xfrm>
          <a:off x="0" y="2370411"/>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Blood clotting disorders or current anticoagulant therapy (absolute for deep needling; relative for superficial)</a:t>
          </a:r>
          <a:endParaRPr lang="en-US" sz="1900" kern="1200"/>
        </a:p>
      </dsp:txBody>
      <dsp:txXfrm>
        <a:off x="0" y="2370411"/>
        <a:ext cx="6291714" cy="789912"/>
      </dsp:txXfrm>
    </dsp:sp>
    <dsp:sp modelId="{E2E60534-1A6E-49E5-B811-A044FA9C49EB}">
      <dsp:nvSpPr>
        <dsp:cNvPr id="0" name=""/>
        <dsp:cNvSpPr/>
      </dsp:nvSpPr>
      <dsp:spPr>
        <a:xfrm>
          <a:off x="0" y="3160323"/>
          <a:ext cx="6291714" cy="0"/>
        </a:xfrm>
        <a:prstGeom prst="lin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CEDDD7-2606-47B5-9E5C-3937CCBE5B7A}">
      <dsp:nvSpPr>
        <dsp:cNvPr id="0" name=""/>
        <dsp:cNvSpPr/>
      </dsp:nvSpPr>
      <dsp:spPr>
        <a:xfrm>
          <a:off x="0" y="3160323"/>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Current isotretinoin use</a:t>
          </a:r>
          <a:endParaRPr lang="en-US" sz="1900" kern="1200"/>
        </a:p>
      </dsp:txBody>
      <dsp:txXfrm>
        <a:off x="0" y="3160323"/>
        <a:ext cx="6291714" cy="789912"/>
      </dsp:txXfrm>
    </dsp:sp>
    <dsp:sp modelId="{DB9C0C1E-3BE8-4C2A-926F-0A08428DAD1C}">
      <dsp:nvSpPr>
        <dsp:cNvPr id="0" name=""/>
        <dsp:cNvSpPr/>
      </dsp:nvSpPr>
      <dsp:spPr>
        <a:xfrm>
          <a:off x="0" y="3950235"/>
          <a:ext cx="6291714" cy="0"/>
        </a:xfrm>
        <a:prstGeom prst="line">
          <a:avLst/>
        </a:prstGeom>
        <a:solidFill>
          <a:schemeClr val="accent2">
            <a:hueOff val="5369678"/>
            <a:satOff val="-15411"/>
            <a:lumOff val="-24674"/>
            <a:alphaOff val="0"/>
          </a:schemeClr>
        </a:solidFill>
        <a:ln w="19050" cap="flat" cmpd="sng" algn="ctr">
          <a:solidFill>
            <a:schemeClr val="accent2">
              <a:hueOff val="5369678"/>
              <a:satOff val="-15411"/>
              <a:lumOff val="-2467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44D18F-B514-4A21-9AA6-5A615E502C8A}">
      <dsp:nvSpPr>
        <dsp:cNvPr id="0" name=""/>
        <dsp:cNvSpPr/>
      </dsp:nvSpPr>
      <dsp:spPr>
        <a:xfrm>
          <a:off x="0" y="3950235"/>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Keloidal scarring tendency </a:t>
          </a:r>
          <a:endParaRPr lang="en-US" sz="1900" kern="1200"/>
        </a:p>
      </dsp:txBody>
      <dsp:txXfrm>
        <a:off x="0" y="3950235"/>
        <a:ext cx="6291714" cy="789912"/>
      </dsp:txXfrm>
    </dsp:sp>
    <dsp:sp modelId="{6DCDB45C-0A3F-4886-8D89-B9CCD4644772}">
      <dsp:nvSpPr>
        <dsp:cNvPr id="0" name=""/>
        <dsp:cNvSpPr/>
      </dsp:nvSpPr>
      <dsp:spPr>
        <a:xfrm>
          <a:off x="0" y="4740147"/>
          <a:ext cx="6291714"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338798-0E2F-488B-964B-F23FFACA1758}">
      <dsp:nvSpPr>
        <dsp:cNvPr id="0" name=""/>
        <dsp:cNvSpPr/>
      </dsp:nvSpPr>
      <dsp:spPr>
        <a:xfrm>
          <a:off x="0" y="4740147"/>
          <a:ext cx="6291714" cy="7899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GB" sz="1900" kern="1200"/>
            <a:t>Active skin cancer in the treatment area</a:t>
          </a:r>
          <a:endParaRPr lang="en-US" sz="1900" kern="1200"/>
        </a:p>
      </dsp:txBody>
      <dsp:txXfrm>
        <a:off x="0" y="4740147"/>
        <a:ext cx="6291714" cy="7899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CE95BD-4B4B-4011-A77A-6E29E66D2442}">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912848"/>
        <a:ext cx="34897" cy="6979"/>
      </dsp:txXfrm>
    </dsp:sp>
    <dsp:sp modelId="{9DC4583E-BCE9-4135-A3F3-191C87B30FF0}">
      <dsp:nvSpPr>
        <dsp:cNvPr id="0" name=""/>
        <dsp:cNvSpPr/>
      </dsp:nvSpPr>
      <dsp:spPr>
        <a:xfrm>
          <a:off x="8061" y="5979"/>
          <a:ext cx="3034531" cy="182071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GB" sz="1500" b="1" kern="1200"/>
            <a:t>Absolute Contraindications</a:t>
          </a:r>
          <a:endParaRPr lang="en-US" sz="1500" kern="1200"/>
        </a:p>
      </dsp:txBody>
      <dsp:txXfrm>
        <a:off x="8061" y="5979"/>
        <a:ext cx="3034531" cy="1820718"/>
      </dsp:txXfrm>
    </dsp:sp>
    <dsp:sp modelId="{9CFF1A9E-65E6-421C-B889-3BEA1D35675E}">
      <dsp:nvSpPr>
        <dsp:cNvPr id="0" name=""/>
        <dsp:cNvSpPr/>
      </dsp:nvSpPr>
      <dsp:spPr>
        <a:xfrm>
          <a:off x="6773265" y="870618"/>
          <a:ext cx="667342" cy="91440"/>
        </a:xfrm>
        <a:custGeom>
          <a:avLst/>
          <a:gdLst/>
          <a:ahLst/>
          <a:cxnLst/>
          <a:rect l="0" t="0" r="0" b="0"/>
          <a:pathLst>
            <a:path>
              <a:moveTo>
                <a:pt x="0" y="45720"/>
              </a:moveTo>
              <a:lnTo>
                <a:pt x="667342"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912848"/>
        <a:ext cx="34897" cy="6979"/>
      </dsp:txXfrm>
    </dsp:sp>
    <dsp:sp modelId="{C20E5AB6-47AA-4F87-8ACE-41DBC75DABA8}">
      <dsp:nvSpPr>
        <dsp:cNvPr id="0" name=""/>
        <dsp:cNvSpPr/>
      </dsp:nvSpPr>
      <dsp:spPr>
        <a:xfrm>
          <a:off x="3740534" y="5979"/>
          <a:ext cx="3034531" cy="1820718"/>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GB" sz="1500" b="1" kern="1200"/>
            <a:t>Current use of isotretinoin:</a:t>
          </a:r>
          <a:r>
            <a:rPr lang="en-GB" sz="1500" kern="1200"/>
            <a:t> Impairs wound healing and increases scarring risk. A minimum 6-month washout period is required after completing the course</a:t>
          </a:r>
          <a:endParaRPr lang="en-US" sz="1500" kern="1200"/>
        </a:p>
      </dsp:txBody>
      <dsp:txXfrm>
        <a:off x="3740534" y="5979"/>
        <a:ext cx="3034531" cy="1820718"/>
      </dsp:txXfrm>
    </dsp:sp>
    <dsp:sp modelId="{C5115589-ABE2-4DC8-8281-0BF995200DAC}">
      <dsp:nvSpPr>
        <dsp:cNvPr id="0" name=""/>
        <dsp:cNvSpPr/>
      </dsp:nvSpPr>
      <dsp:spPr>
        <a:xfrm>
          <a:off x="1525326" y="1824897"/>
          <a:ext cx="7464946" cy="667342"/>
        </a:xfrm>
        <a:custGeom>
          <a:avLst/>
          <a:gdLst/>
          <a:ahLst/>
          <a:cxnLst/>
          <a:rect l="0" t="0" r="0" b="0"/>
          <a:pathLst>
            <a:path>
              <a:moveTo>
                <a:pt x="7464946" y="0"/>
              </a:moveTo>
              <a:lnTo>
                <a:pt x="7464946" y="350771"/>
              </a:lnTo>
              <a:lnTo>
                <a:pt x="0" y="350771"/>
              </a:lnTo>
              <a:lnTo>
                <a:pt x="0" y="667342"/>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0362" y="2155079"/>
        <a:ext cx="374875" cy="6979"/>
      </dsp:txXfrm>
    </dsp:sp>
    <dsp:sp modelId="{17E22912-E003-469E-8FB5-1AB6ADEEDF15}">
      <dsp:nvSpPr>
        <dsp:cNvPr id="0" name=""/>
        <dsp:cNvSpPr/>
      </dsp:nvSpPr>
      <dsp:spPr>
        <a:xfrm>
          <a:off x="7473007" y="5979"/>
          <a:ext cx="3034531" cy="1820718"/>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GB" sz="1500" b="1" kern="1200"/>
            <a:t>Active skin infection in the treatment area:</a:t>
          </a:r>
          <a:r>
            <a:rPr lang="en-GB" sz="1500" kern="1200"/>
            <a:t> Bacterial, viral, or fungal infections can be worsened or spread by laser energy</a:t>
          </a:r>
          <a:endParaRPr lang="en-US" sz="1500" kern="1200"/>
        </a:p>
      </dsp:txBody>
      <dsp:txXfrm>
        <a:off x="7473007" y="5979"/>
        <a:ext cx="3034531" cy="1820718"/>
      </dsp:txXfrm>
    </dsp:sp>
    <dsp:sp modelId="{FBCAF513-FAA0-46F5-8293-121C040DA4C8}">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57014" y="3431509"/>
        <a:ext cx="34897" cy="6979"/>
      </dsp:txXfrm>
    </dsp:sp>
    <dsp:sp modelId="{9554416F-3F0B-43B2-AFDF-1F2604D192DE}">
      <dsp:nvSpPr>
        <dsp:cNvPr id="0" name=""/>
        <dsp:cNvSpPr/>
      </dsp:nvSpPr>
      <dsp:spPr>
        <a:xfrm>
          <a:off x="8061" y="2524640"/>
          <a:ext cx="3034531" cy="182071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GB" sz="1500" b="1" kern="1200"/>
            <a:t>Pregnancy:</a:t>
          </a:r>
          <a:r>
            <a:rPr lang="en-GB" sz="1500" kern="1200"/>
            <a:t> Laser safety during pregnancy has not been established</a:t>
          </a:r>
          <a:endParaRPr lang="en-US" sz="1500" kern="1200"/>
        </a:p>
      </dsp:txBody>
      <dsp:txXfrm>
        <a:off x="8061" y="2524640"/>
        <a:ext cx="3034531" cy="1820718"/>
      </dsp:txXfrm>
    </dsp:sp>
    <dsp:sp modelId="{F98DA812-BB6A-44A0-B476-F146CCA492D8}">
      <dsp:nvSpPr>
        <dsp:cNvPr id="0" name=""/>
        <dsp:cNvSpPr/>
      </dsp:nvSpPr>
      <dsp:spPr>
        <a:xfrm>
          <a:off x="6773265" y="3389279"/>
          <a:ext cx="667342" cy="91440"/>
        </a:xfrm>
        <a:custGeom>
          <a:avLst/>
          <a:gdLst/>
          <a:ahLst/>
          <a:cxnLst/>
          <a:rect l="0" t="0" r="0" b="0"/>
          <a:pathLst>
            <a:path>
              <a:moveTo>
                <a:pt x="0" y="45720"/>
              </a:moveTo>
              <a:lnTo>
                <a:pt x="667342"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089488" y="3431509"/>
        <a:ext cx="34897" cy="6979"/>
      </dsp:txXfrm>
    </dsp:sp>
    <dsp:sp modelId="{4A665D76-43E3-4026-99CF-F72A3CA62877}">
      <dsp:nvSpPr>
        <dsp:cNvPr id="0" name=""/>
        <dsp:cNvSpPr/>
      </dsp:nvSpPr>
      <dsp:spPr>
        <a:xfrm>
          <a:off x="3740534" y="2524640"/>
          <a:ext cx="3034531" cy="1820718"/>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GB" sz="1500" b="1" kern="1200"/>
            <a:t>Photosensitising medications:</a:t>
          </a:r>
          <a:r>
            <a:rPr lang="en-GB" sz="1500" kern="1200"/>
            <a:t> Certain antibiotics (tetracyclines, fluoroquinolones), antifungals, and other medications increase the skin’s sensitivity to light, dramatically increasing burn risk</a:t>
          </a:r>
          <a:endParaRPr lang="en-US" sz="1500" kern="1200"/>
        </a:p>
      </dsp:txBody>
      <dsp:txXfrm>
        <a:off x="3740534" y="2524640"/>
        <a:ext cx="3034531" cy="1820718"/>
      </dsp:txXfrm>
    </dsp:sp>
    <dsp:sp modelId="{8AA55279-C93B-4628-BA5D-37FD70869211}">
      <dsp:nvSpPr>
        <dsp:cNvPr id="0" name=""/>
        <dsp:cNvSpPr/>
      </dsp:nvSpPr>
      <dsp:spPr>
        <a:xfrm>
          <a:off x="7473007" y="2524640"/>
          <a:ext cx="3034531" cy="182071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695" tIns="156081" rIns="148695" bIns="156081" numCol="1" spcCol="1270" anchor="ctr" anchorCtr="0">
          <a:noAutofit/>
        </a:bodyPr>
        <a:lstStyle/>
        <a:p>
          <a:pPr marL="0" lvl="0" indent="0" algn="ctr" defTabSz="666750">
            <a:lnSpc>
              <a:spcPct val="90000"/>
            </a:lnSpc>
            <a:spcBef>
              <a:spcPct val="0"/>
            </a:spcBef>
            <a:spcAft>
              <a:spcPct val="35000"/>
            </a:spcAft>
            <a:buNone/>
          </a:pPr>
          <a:r>
            <a:rPr lang="en-GB" sz="1500" b="1" kern="1200"/>
            <a:t>Recent tan or sunburn:</a:t>
          </a:r>
          <a:r>
            <a:rPr lang="en-GB" sz="1500" kern="1200"/>
            <a:t> Increased melanin in tanned skin absorbs more laser energy, significantly increasing burn and pigmentation risk</a:t>
          </a:r>
          <a:endParaRPr lang="en-US" sz="1500" kern="1200"/>
        </a:p>
      </dsp:txBody>
      <dsp:txXfrm>
        <a:off x="7473007" y="2524640"/>
        <a:ext cx="3034531" cy="18207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0FDA8C-391D-40CE-8E07-9404EC6531E3}">
      <dsp:nvSpPr>
        <dsp:cNvPr id="0" name=""/>
        <dsp:cNvSpPr/>
      </dsp:nvSpPr>
      <dsp:spPr>
        <a:xfrm>
          <a:off x="1233824" y="1839"/>
          <a:ext cx="3129248" cy="1877548"/>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b="1" kern="1200" dirty="0"/>
            <a:t>Relative Contraindications</a:t>
          </a:r>
          <a:endParaRPr lang="en-US" sz="2800" kern="1200" dirty="0"/>
        </a:p>
      </dsp:txBody>
      <dsp:txXfrm>
        <a:off x="1233824" y="1839"/>
        <a:ext cx="3129248" cy="1877548"/>
      </dsp:txXfrm>
    </dsp:sp>
    <dsp:sp modelId="{098B54CD-0747-4E45-88BC-44E6C70E2D4C}">
      <dsp:nvSpPr>
        <dsp:cNvPr id="0" name=""/>
        <dsp:cNvSpPr/>
      </dsp:nvSpPr>
      <dsp:spPr>
        <a:xfrm>
          <a:off x="4675996" y="1839"/>
          <a:ext cx="3129248" cy="1877548"/>
        </a:xfrm>
        <a:prstGeom prst="rect">
          <a:avLst/>
        </a:prstGeom>
        <a:gradFill rotWithShape="0">
          <a:gsLst>
            <a:gs pos="0">
              <a:schemeClr val="accent2">
                <a:hueOff val="1288723"/>
                <a:satOff val="-3699"/>
                <a:lumOff val="-5922"/>
                <a:alphaOff val="0"/>
                <a:satMod val="103000"/>
                <a:lumMod val="102000"/>
                <a:tint val="94000"/>
              </a:schemeClr>
            </a:gs>
            <a:gs pos="50000">
              <a:schemeClr val="accent2">
                <a:hueOff val="1288723"/>
                <a:satOff val="-3699"/>
                <a:lumOff val="-5922"/>
                <a:alphaOff val="0"/>
                <a:satMod val="110000"/>
                <a:lumMod val="100000"/>
                <a:shade val="100000"/>
              </a:schemeClr>
            </a:gs>
            <a:gs pos="100000">
              <a:schemeClr val="accent2">
                <a:hueOff val="1288723"/>
                <a:satOff val="-3699"/>
                <a:lumOff val="-592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dirty="0"/>
            <a:t>Anticoagulant therapy:</a:t>
          </a:r>
          <a:r>
            <a:rPr lang="en-GB" sz="1600" kern="1200" dirty="0"/>
            <a:t> Warfarin, DOACs, or antiplatelet medications increase bruising risk. Treatment is possible but patients should be informed of increased bruising probability</a:t>
          </a:r>
          <a:endParaRPr lang="en-US" sz="1600" kern="1200" dirty="0"/>
        </a:p>
      </dsp:txBody>
      <dsp:txXfrm>
        <a:off x="4675996" y="1839"/>
        <a:ext cx="3129248" cy="1877548"/>
      </dsp:txXfrm>
    </dsp:sp>
    <dsp:sp modelId="{38EE0FA3-0B66-4518-8CBD-7A14721686EE}">
      <dsp:nvSpPr>
        <dsp:cNvPr id="0" name=""/>
        <dsp:cNvSpPr/>
      </dsp:nvSpPr>
      <dsp:spPr>
        <a:xfrm>
          <a:off x="1233824" y="2192313"/>
          <a:ext cx="3129248" cy="1877548"/>
        </a:xfrm>
        <a:prstGeom prst="rect">
          <a:avLst/>
        </a:prstGeom>
        <a:gradFill rotWithShape="0">
          <a:gsLst>
            <a:gs pos="0">
              <a:schemeClr val="accent2">
                <a:hueOff val="2577445"/>
                <a:satOff val="-7397"/>
                <a:lumOff val="-11844"/>
                <a:alphaOff val="0"/>
                <a:satMod val="103000"/>
                <a:lumMod val="102000"/>
                <a:tint val="94000"/>
              </a:schemeClr>
            </a:gs>
            <a:gs pos="50000">
              <a:schemeClr val="accent2">
                <a:hueOff val="2577445"/>
                <a:satOff val="-7397"/>
                <a:lumOff val="-11844"/>
                <a:alphaOff val="0"/>
                <a:satMod val="110000"/>
                <a:lumMod val="100000"/>
                <a:shade val="100000"/>
              </a:schemeClr>
            </a:gs>
            <a:gs pos="100000">
              <a:schemeClr val="accent2">
                <a:hueOff val="2577445"/>
                <a:satOff val="-7397"/>
                <a:lumOff val="-1184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dirty="0"/>
            <a:t>History of cold sores (for perioral treatments):</a:t>
          </a:r>
          <a:r>
            <a:rPr lang="en-GB" sz="1600" kern="1200" dirty="0"/>
            <a:t> Injectable treatments around the mouth can trigger herpes simplex reactivation. Prophylactic antiviral medication (</a:t>
          </a:r>
          <a:r>
            <a:rPr lang="en-GB" sz="1600" kern="1200" dirty="0" err="1"/>
            <a:t>aciclovir</a:t>
          </a:r>
          <a:r>
            <a:rPr lang="en-GB" sz="1600" kern="1200" dirty="0"/>
            <a:t>/valaciclovir) is recommended before treatment</a:t>
          </a:r>
          <a:endParaRPr lang="en-US" sz="1600" kern="1200" dirty="0"/>
        </a:p>
      </dsp:txBody>
      <dsp:txXfrm>
        <a:off x="1233824" y="2192313"/>
        <a:ext cx="3129248" cy="1877548"/>
      </dsp:txXfrm>
    </dsp:sp>
    <dsp:sp modelId="{EDB17BE3-210B-4969-A2B4-840E54470621}">
      <dsp:nvSpPr>
        <dsp:cNvPr id="0" name=""/>
        <dsp:cNvSpPr/>
      </dsp:nvSpPr>
      <dsp:spPr>
        <a:xfrm>
          <a:off x="4675996" y="2192313"/>
          <a:ext cx="3129248" cy="1877548"/>
        </a:xfrm>
        <a:prstGeom prst="rect">
          <a:avLst/>
        </a:prstGeom>
        <a:gradFill rotWithShape="0">
          <a:gsLst>
            <a:gs pos="0">
              <a:schemeClr val="accent2">
                <a:hueOff val="3866169"/>
                <a:satOff val="-11096"/>
                <a:lumOff val="-17765"/>
                <a:alphaOff val="0"/>
                <a:satMod val="103000"/>
                <a:lumMod val="102000"/>
                <a:tint val="94000"/>
              </a:schemeClr>
            </a:gs>
            <a:gs pos="50000">
              <a:schemeClr val="accent2">
                <a:hueOff val="3866169"/>
                <a:satOff val="-11096"/>
                <a:lumOff val="-17765"/>
                <a:alphaOff val="0"/>
                <a:satMod val="110000"/>
                <a:lumMod val="100000"/>
                <a:shade val="100000"/>
              </a:schemeClr>
            </a:gs>
            <a:gs pos="100000">
              <a:schemeClr val="accent2">
                <a:hueOff val="3866169"/>
                <a:satOff val="-11096"/>
                <a:lumOff val="-1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a:t>Dental procedures:</a:t>
          </a:r>
          <a:r>
            <a:rPr lang="en-GB" sz="1600" kern="1200"/>
            <a:t> Avoiding fillers for 2 weeks before and after dental work to reduce infection risk and allow accurate assessment</a:t>
          </a:r>
          <a:endParaRPr lang="en-US" sz="1600" kern="1200"/>
        </a:p>
      </dsp:txBody>
      <dsp:txXfrm>
        <a:off x="4675996" y="2192313"/>
        <a:ext cx="3129248" cy="1877548"/>
      </dsp:txXfrm>
    </dsp:sp>
    <dsp:sp modelId="{2931F963-8D7E-4F51-BDC4-ADFC0B8708BC}">
      <dsp:nvSpPr>
        <dsp:cNvPr id="0" name=""/>
        <dsp:cNvSpPr/>
      </dsp:nvSpPr>
      <dsp:spPr>
        <a:xfrm>
          <a:off x="1233824" y="4382786"/>
          <a:ext cx="3129248" cy="1877548"/>
        </a:xfrm>
        <a:prstGeom prst="rect">
          <a:avLst/>
        </a:prstGeom>
        <a:gradFill rotWithShape="0">
          <a:gsLst>
            <a:gs pos="0">
              <a:schemeClr val="accent2">
                <a:hueOff val="5154891"/>
                <a:satOff val="-14794"/>
                <a:lumOff val="-23687"/>
                <a:alphaOff val="0"/>
                <a:satMod val="103000"/>
                <a:lumMod val="102000"/>
                <a:tint val="94000"/>
              </a:schemeClr>
            </a:gs>
            <a:gs pos="50000">
              <a:schemeClr val="accent2">
                <a:hueOff val="5154891"/>
                <a:satOff val="-14794"/>
                <a:lumOff val="-23687"/>
                <a:alphaOff val="0"/>
                <a:satMod val="110000"/>
                <a:lumMod val="100000"/>
                <a:shade val="100000"/>
              </a:schemeClr>
            </a:gs>
            <a:gs pos="100000">
              <a:schemeClr val="accent2">
                <a:hueOff val="5154891"/>
                <a:satOff val="-14794"/>
                <a:lumOff val="-2368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dirty="0"/>
            <a:t>Recent vaccination:</a:t>
          </a:r>
          <a:r>
            <a:rPr lang="en-GB" sz="1600" kern="1200" dirty="0"/>
            <a:t> A 2-week gap between vaccination and injectable treatments is generally recommended to avoid confounding immune responses</a:t>
          </a:r>
          <a:endParaRPr lang="en-US" sz="1600" kern="1200" dirty="0"/>
        </a:p>
      </dsp:txBody>
      <dsp:txXfrm>
        <a:off x="1233824" y="4382786"/>
        <a:ext cx="3129248" cy="1877548"/>
      </dsp:txXfrm>
    </dsp:sp>
    <dsp:sp modelId="{F5590EB5-AF60-4314-86EB-5B2F3E92343C}">
      <dsp:nvSpPr>
        <dsp:cNvPr id="0" name=""/>
        <dsp:cNvSpPr/>
      </dsp:nvSpPr>
      <dsp:spPr>
        <a:xfrm>
          <a:off x="4675996" y="4382786"/>
          <a:ext cx="3129248" cy="1877548"/>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a:t>Previous permanent fillers:</a:t>
          </a:r>
          <a:r>
            <a:rPr lang="en-GB" sz="1600" kern="1200"/>
            <a:t> The presence of non-absorbable fillers (silicone, PMMA) increases the risk of complications with subsequent HA filler injections</a:t>
          </a:r>
          <a:endParaRPr lang="en-US" sz="1600" kern="1200"/>
        </a:p>
      </dsp:txBody>
      <dsp:txXfrm>
        <a:off x="4675996" y="4382786"/>
        <a:ext cx="3129248" cy="187754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2CC97-3D1B-4855-92CD-EF0AF9CCD3B1}">
      <dsp:nvSpPr>
        <dsp:cNvPr id="0" name=""/>
        <dsp:cNvSpPr/>
      </dsp:nvSpPr>
      <dsp:spPr>
        <a:xfrm>
          <a:off x="2244476" y="1543929"/>
          <a:ext cx="484381" cy="91440"/>
        </a:xfrm>
        <a:custGeom>
          <a:avLst/>
          <a:gdLst/>
          <a:ahLst/>
          <a:cxnLst/>
          <a:rect l="0" t="0" r="0" b="0"/>
          <a:pathLst>
            <a:path>
              <a:moveTo>
                <a:pt x="0" y="45720"/>
              </a:moveTo>
              <a:lnTo>
                <a:pt x="484381"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3792" y="1587071"/>
        <a:ext cx="25749" cy="5154"/>
      </dsp:txXfrm>
    </dsp:sp>
    <dsp:sp modelId="{A03724E6-F6D3-42D3-B452-582A1941B67D}">
      <dsp:nvSpPr>
        <dsp:cNvPr id="0" name=""/>
        <dsp:cNvSpPr/>
      </dsp:nvSpPr>
      <dsp:spPr>
        <a:xfrm>
          <a:off x="7224" y="917933"/>
          <a:ext cx="2239051" cy="13434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kern="1200" dirty="0"/>
            <a:t>Many common medications can interact with aesthetic treatments increasing the risk of bruising  with all injectable and needling treatments:</a:t>
          </a:r>
          <a:endParaRPr lang="en-US" sz="1200" kern="1200" dirty="0"/>
        </a:p>
      </dsp:txBody>
      <dsp:txXfrm>
        <a:off x="7224" y="917933"/>
        <a:ext cx="2239051" cy="1343430"/>
      </dsp:txXfrm>
    </dsp:sp>
    <dsp:sp modelId="{D7EF96C4-C7CC-4009-A8EA-48A4A546FB9B}">
      <dsp:nvSpPr>
        <dsp:cNvPr id="0" name=""/>
        <dsp:cNvSpPr/>
      </dsp:nvSpPr>
      <dsp:spPr>
        <a:xfrm>
          <a:off x="4998509" y="1543929"/>
          <a:ext cx="484381" cy="91440"/>
        </a:xfrm>
        <a:custGeom>
          <a:avLst/>
          <a:gdLst/>
          <a:ahLst/>
          <a:cxnLst/>
          <a:rect l="0" t="0" r="0" b="0"/>
          <a:pathLst>
            <a:path>
              <a:moveTo>
                <a:pt x="0" y="45720"/>
              </a:moveTo>
              <a:lnTo>
                <a:pt x="484381" y="45720"/>
              </a:lnTo>
            </a:path>
          </a:pathLst>
        </a:custGeom>
        <a:noFill/>
        <a:ln w="12700" cap="flat" cmpd="sng" algn="ctr">
          <a:solidFill>
            <a:schemeClr val="accent2">
              <a:hueOff val="1073936"/>
              <a:satOff val="-3082"/>
              <a:lumOff val="-493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25" y="1587071"/>
        <a:ext cx="25749" cy="5154"/>
      </dsp:txXfrm>
    </dsp:sp>
    <dsp:sp modelId="{74F10D53-42E5-427A-A662-D1BC33031802}">
      <dsp:nvSpPr>
        <dsp:cNvPr id="0" name=""/>
        <dsp:cNvSpPr/>
      </dsp:nvSpPr>
      <dsp:spPr>
        <a:xfrm>
          <a:off x="2761257" y="917933"/>
          <a:ext cx="2239051" cy="1343430"/>
        </a:xfrm>
        <a:prstGeom prst="rect">
          <a:avLst/>
        </a:prstGeom>
        <a:solidFill>
          <a:schemeClr val="accent2">
            <a:hueOff val="920516"/>
            <a:satOff val="-2642"/>
            <a:lumOff val="-423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kern="1200"/>
            <a:t>Aspirin, ibuprofen, naproxen</a:t>
          </a:r>
          <a:endParaRPr lang="en-US" sz="1200" kern="1200"/>
        </a:p>
      </dsp:txBody>
      <dsp:txXfrm>
        <a:off x="2761257" y="917933"/>
        <a:ext cx="2239051" cy="1343430"/>
      </dsp:txXfrm>
    </dsp:sp>
    <dsp:sp modelId="{89F25A4D-1453-4BF1-91D6-4048E05A2E4C}">
      <dsp:nvSpPr>
        <dsp:cNvPr id="0" name=""/>
        <dsp:cNvSpPr/>
      </dsp:nvSpPr>
      <dsp:spPr>
        <a:xfrm>
          <a:off x="7752542" y="1543929"/>
          <a:ext cx="484381" cy="91440"/>
        </a:xfrm>
        <a:custGeom>
          <a:avLst/>
          <a:gdLst/>
          <a:ahLst/>
          <a:cxnLst/>
          <a:rect l="0" t="0" r="0" b="0"/>
          <a:pathLst>
            <a:path>
              <a:moveTo>
                <a:pt x="0" y="45720"/>
              </a:moveTo>
              <a:lnTo>
                <a:pt x="484381" y="45720"/>
              </a:lnTo>
            </a:path>
          </a:pathLst>
        </a:custGeom>
        <a:noFill/>
        <a:ln w="12700" cap="flat" cmpd="sng" algn="ctr">
          <a:solidFill>
            <a:schemeClr val="accent2">
              <a:hueOff val="2147871"/>
              <a:satOff val="-6164"/>
              <a:lumOff val="-987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1858" y="1587071"/>
        <a:ext cx="25749" cy="5154"/>
      </dsp:txXfrm>
    </dsp:sp>
    <dsp:sp modelId="{5AC301F0-5336-4C02-9EB4-A2B080005DCE}">
      <dsp:nvSpPr>
        <dsp:cNvPr id="0" name=""/>
        <dsp:cNvSpPr/>
      </dsp:nvSpPr>
      <dsp:spPr>
        <a:xfrm>
          <a:off x="5515290" y="917933"/>
          <a:ext cx="2239051" cy="1343430"/>
        </a:xfrm>
        <a:prstGeom prst="rect">
          <a:avLst/>
        </a:prstGeom>
        <a:solidFill>
          <a:schemeClr val="accent2">
            <a:hueOff val="1841033"/>
            <a:satOff val="-5284"/>
            <a:lumOff val="-84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kern="1200"/>
            <a:t>Warfarin, apixaban, rivaroxaban, dabigatran</a:t>
          </a:r>
          <a:endParaRPr lang="en-US" sz="1200" kern="1200"/>
        </a:p>
      </dsp:txBody>
      <dsp:txXfrm>
        <a:off x="5515290" y="917933"/>
        <a:ext cx="2239051" cy="1343430"/>
      </dsp:txXfrm>
    </dsp:sp>
    <dsp:sp modelId="{1F948529-073B-445B-B4E7-B3CE0DFB3B67}">
      <dsp:nvSpPr>
        <dsp:cNvPr id="0" name=""/>
        <dsp:cNvSpPr/>
      </dsp:nvSpPr>
      <dsp:spPr>
        <a:xfrm>
          <a:off x="1126750" y="2259564"/>
          <a:ext cx="8262099" cy="484381"/>
        </a:xfrm>
        <a:custGeom>
          <a:avLst/>
          <a:gdLst/>
          <a:ahLst/>
          <a:cxnLst/>
          <a:rect l="0" t="0" r="0" b="0"/>
          <a:pathLst>
            <a:path>
              <a:moveTo>
                <a:pt x="8262099" y="0"/>
              </a:moveTo>
              <a:lnTo>
                <a:pt x="8262099" y="259290"/>
              </a:lnTo>
              <a:lnTo>
                <a:pt x="0" y="259290"/>
              </a:lnTo>
              <a:lnTo>
                <a:pt x="0" y="484381"/>
              </a:lnTo>
            </a:path>
          </a:pathLst>
        </a:custGeom>
        <a:noFill/>
        <a:ln w="12700" cap="flat" cmpd="sng" algn="ctr">
          <a:solidFill>
            <a:schemeClr val="accent2">
              <a:hueOff val="3221807"/>
              <a:satOff val="-9246"/>
              <a:lumOff val="-1480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846" y="2499178"/>
        <a:ext cx="413906" cy="5154"/>
      </dsp:txXfrm>
    </dsp:sp>
    <dsp:sp modelId="{71608DB6-7DA7-4411-AB9D-1EA19738C945}">
      <dsp:nvSpPr>
        <dsp:cNvPr id="0" name=""/>
        <dsp:cNvSpPr/>
      </dsp:nvSpPr>
      <dsp:spPr>
        <a:xfrm>
          <a:off x="8269323" y="917933"/>
          <a:ext cx="2239051" cy="1343430"/>
        </a:xfrm>
        <a:prstGeom prst="rect">
          <a:avLst/>
        </a:prstGeom>
        <a:solidFill>
          <a:schemeClr val="accent2">
            <a:hueOff val="2761549"/>
            <a:satOff val="-7926"/>
            <a:lumOff val="-126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kern="1200"/>
            <a:t>Clopidogrel</a:t>
          </a:r>
          <a:endParaRPr lang="en-US" sz="1200" kern="1200"/>
        </a:p>
      </dsp:txBody>
      <dsp:txXfrm>
        <a:off x="8269323" y="917933"/>
        <a:ext cx="2239051" cy="1343430"/>
      </dsp:txXfrm>
    </dsp:sp>
    <dsp:sp modelId="{B9FBFB44-83D4-477D-90A3-E4AAEE252A4E}">
      <dsp:nvSpPr>
        <dsp:cNvPr id="0" name=""/>
        <dsp:cNvSpPr/>
      </dsp:nvSpPr>
      <dsp:spPr>
        <a:xfrm>
          <a:off x="2244476" y="3402341"/>
          <a:ext cx="484381" cy="91440"/>
        </a:xfrm>
        <a:custGeom>
          <a:avLst/>
          <a:gdLst/>
          <a:ahLst/>
          <a:cxnLst/>
          <a:rect l="0" t="0" r="0" b="0"/>
          <a:pathLst>
            <a:path>
              <a:moveTo>
                <a:pt x="0" y="45720"/>
              </a:moveTo>
              <a:lnTo>
                <a:pt x="484381" y="45720"/>
              </a:lnTo>
            </a:path>
          </a:pathLst>
        </a:custGeom>
        <a:noFill/>
        <a:ln w="12700" cap="flat" cmpd="sng" algn="ctr">
          <a:solidFill>
            <a:schemeClr val="accent2">
              <a:hueOff val="4295743"/>
              <a:satOff val="-12329"/>
              <a:lumOff val="-1973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3792" y="3445484"/>
        <a:ext cx="25749" cy="5154"/>
      </dsp:txXfrm>
    </dsp:sp>
    <dsp:sp modelId="{39D0845D-2BC6-4D84-9C26-C9B321B12D6C}">
      <dsp:nvSpPr>
        <dsp:cNvPr id="0" name=""/>
        <dsp:cNvSpPr/>
      </dsp:nvSpPr>
      <dsp:spPr>
        <a:xfrm>
          <a:off x="7224" y="2776346"/>
          <a:ext cx="2239051" cy="1343430"/>
        </a:xfrm>
        <a:prstGeom prst="rect">
          <a:avLst/>
        </a:prstGeom>
        <a:solidFill>
          <a:schemeClr val="accent2">
            <a:hueOff val="3682065"/>
            <a:satOff val="-10567"/>
            <a:lumOff val="-1691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kern="1200"/>
            <a:t>Fish oil, vitamin E (high dose), ginkgo biloba, garlic supplements, evening primrose oil</a:t>
          </a:r>
          <a:endParaRPr lang="en-US" sz="1200" kern="1200"/>
        </a:p>
      </dsp:txBody>
      <dsp:txXfrm>
        <a:off x="7224" y="2776346"/>
        <a:ext cx="2239051" cy="1343430"/>
      </dsp:txXfrm>
    </dsp:sp>
    <dsp:sp modelId="{4EAD031A-77FC-448A-B287-964152FA23D6}">
      <dsp:nvSpPr>
        <dsp:cNvPr id="0" name=""/>
        <dsp:cNvSpPr/>
      </dsp:nvSpPr>
      <dsp:spPr>
        <a:xfrm>
          <a:off x="4998509" y="3402341"/>
          <a:ext cx="484381" cy="91440"/>
        </a:xfrm>
        <a:custGeom>
          <a:avLst/>
          <a:gdLst/>
          <a:ahLst/>
          <a:cxnLst/>
          <a:rect l="0" t="0" r="0" b="0"/>
          <a:pathLst>
            <a:path>
              <a:moveTo>
                <a:pt x="0" y="45720"/>
              </a:moveTo>
              <a:lnTo>
                <a:pt x="484381" y="45720"/>
              </a:lnTo>
            </a:path>
          </a:pathLst>
        </a:custGeom>
        <a:noFill/>
        <a:ln w="12700" cap="flat" cmpd="sng" algn="ctr">
          <a:solidFill>
            <a:schemeClr val="accent2">
              <a:hueOff val="5369678"/>
              <a:satOff val="-15411"/>
              <a:lumOff val="-2467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25" y="3445484"/>
        <a:ext cx="25749" cy="5154"/>
      </dsp:txXfrm>
    </dsp:sp>
    <dsp:sp modelId="{3DEA2825-92BD-48D8-B47D-B0AFE0265E7C}">
      <dsp:nvSpPr>
        <dsp:cNvPr id="0" name=""/>
        <dsp:cNvSpPr/>
      </dsp:nvSpPr>
      <dsp:spPr>
        <a:xfrm>
          <a:off x="2761257" y="2776346"/>
          <a:ext cx="2239051" cy="1343430"/>
        </a:xfrm>
        <a:prstGeom prst="rect">
          <a:avLst/>
        </a:prstGeom>
        <a:solidFill>
          <a:schemeClr val="accent2">
            <a:hueOff val="4602581"/>
            <a:satOff val="-13209"/>
            <a:lumOff val="-2114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kern="1200"/>
            <a:t>Immunosuppressive Medications e.g. methotrexate, azathioprine, ciclosporin, and biological agents (adalimumab, etanercept) can impair wound healing and immune response, affecting both treatment safety and efficacy.</a:t>
          </a:r>
          <a:endParaRPr lang="en-US" sz="1200" kern="1200"/>
        </a:p>
      </dsp:txBody>
      <dsp:txXfrm>
        <a:off x="2761257" y="2776346"/>
        <a:ext cx="2239051" cy="1343430"/>
      </dsp:txXfrm>
    </dsp:sp>
    <dsp:sp modelId="{8161E033-B2AD-4849-B385-A09E47607085}">
      <dsp:nvSpPr>
        <dsp:cNvPr id="0" name=""/>
        <dsp:cNvSpPr/>
      </dsp:nvSpPr>
      <dsp:spPr>
        <a:xfrm>
          <a:off x="7752542" y="3402341"/>
          <a:ext cx="484381" cy="91440"/>
        </a:xfrm>
        <a:custGeom>
          <a:avLst/>
          <a:gdLst/>
          <a:ahLst/>
          <a:cxnLst/>
          <a:rect l="0" t="0" r="0" b="0"/>
          <a:pathLst>
            <a:path>
              <a:moveTo>
                <a:pt x="0" y="45720"/>
              </a:moveTo>
              <a:lnTo>
                <a:pt x="484381" y="45720"/>
              </a:lnTo>
            </a:path>
          </a:pathLst>
        </a:custGeom>
        <a:noFill/>
        <a:ln w="12700" cap="flat" cmpd="sng" algn="ctr">
          <a:solidFill>
            <a:schemeClr val="accent2">
              <a:hueOff val="6443614"/>
              <a:satOff val="-18493"/>
              <a:lumOff val="-2960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1858" y="3445484"/>
        <a:ext cx="25749" cy="5154"/>
      </dsp:txXfrm>
    </dsp:sp>
    <dsp:sp modelId="{8E0B2C4F-E806-4FE9-A1AE-2604698973B1}">
      <dsp:nvSpPr>
        <dsp:cNvPr id="0" name=""/>
        <dsp:cNvSpPr/>
      </dsp:nvSpPr>
      <dsp:spPr>
        <a:xfrm>
          <a:off x="5515290" y="2776346"/>
          <a:ext cx="2239051" cy="1343430"/>
        </a:xfrm>
        <a:prstGeom prst="rect">
          <a:avLst/>
        </a:prstGeom>
        <a:solidFill>
          <a:schemeClr val="accent2">
            <a:hueOff val="5523098"/>
            <a:satOff val="-15851"/>
            <a:lumOff val="-253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b="1" kern="1200"/>
            <a:t>Note: Do NOT stop any prescribed medications without consulting the prescribing doctor. </a:t>
          </a:r>
          <a:endParaRPr lang="en-US" sz="1200" kern="1200"/>
        </a:p>
      </dsp:txBody>
      <dsp:txXfrm>
        <a:off x="5515290" y="2776346"/>
        <a:ext cx="2239051" cy="1343430"/>
      </dsp:txXfrm>
    </dsp:sp>
    <dsp:sp modelId="{4279DCC7-6538-47E8-887D-578E83172653}">
      <dsp:nvSpPr>
        <dsp:cNvPr id="0" name=""/>
        <dsp:cNvSpPr/>
      </dsp:nvSpPr>
      <dsp:spPr>
        <a:xfrm>
          <a:off x="8269323" y="2776346"/>
          <a:ext cx="2239051" cy="1343430"/>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715" tIns="115166" rIns="109715" bIns="115166" numCol="1" spcCol="1270" anchor="ctr" anchorCtr="0">
          <a:noAutofit/>
        </a:bodyPr>
        <a:lstStyle/>
        <a:p>
          <a:pPr marL="0" lvl="0" indent="0" algn="ctr" defTabSz="533400">
            <a:lnSpc>
              <a:spcPct val="90000"/>
            </a:lnSpc>
            <a:spcBef>
              <a:spcPct val="0"/>
            </a:spcBef>
            <a:spcAft>
              <a:spcPct val="35000"/>
            </a:spcAft>
            <a:buNone/>
          </a:pPr>
          <a:r>
            <a:rPr lang="en-GB" sz="1200" b="1" kern="1200"/>
            <a:t>In such situations, take appropriate precautions and obtain informed consent regarding increased bruising risk.</a:t>
          </a:r>
          <a:endParaRPr lang="en-US" sz="1200" kern="1200"/>
        </a:p>
      </dsp:txBody>
      <dsp:txXfrm>
        <a:off x="8269323" y="2776346"/>
        <a:ext cx="2239051" cy="134343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7BE2E2-FEA2-4ADB-8049-BD08B035B0C2}" type="datetimeFigureOut">
              <a:rPr lang="en-GB" smtClean="0"/>
              <a:t>01/06/2026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6412AE-B6EE-4FFF-B500-4109D1DEA7E7}" type="slidenum">
              <a:rPr lang="en-GB" smtClean="0"/>
              <a:t>‹#›</a:t>
            </a:fld>
            <a:endParaRPr lang="en-GB"/>
          </a:p>
        </p:txBody>
      </p:sp>
    </p:spTree>
    <p:extLst>
      <p:ext uri="{BB962C8B-B14F-4D97-AF65-F5344CB8AC3E}">
        <p14:creationId xmlns:p14="http://schemas.microsoft.com/office/powerpoint/2010/main" val="182105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b="1" dirty="0"/>
              <a:t>Collagen</a:t>
            </a:r>
            <a:r>
              <a:rPr lang="en-US" altLang="en-US" dirty="0"/>
              <a:t> is synthesized by fibroblasts  and is the major structural protein of the dermis, forming 70-80% of its dry weight. </a:t>
            </a:r>
          </a:p>
          <a:p>
            <a:pPr eaLnBrk="1" hangingPunct="1"/>
            <a:r>
              <a:rPr lang="en-US" altLang="en-US" dirty="0"/>
              <a:t>Collagen imparts a toughness and strength to the skin</a:t>
            </a:r>
          </a:p>
          <a:p>
            <a:pPr eaLnBrk="1" hangingPunct="1"/>
            <a:r>
              <a:rPr lang="en-US" altLang="en-US" b="1" dirty="0"/>
              <a:t>Elastin </a:t>
            </a:r>
            <a:r>
              <a:rPr lang="en-US" altLang="en-US" b="1" dirty="0" err="1"/>
              <a:t>fibres</a:t>
            </a:r>
            <a:r>
              <a:rPr lang="en-US" altLang="en-US" b="1" dirty="0"/>
              <a:t> </a:t>
            </a:r>
            <a:r>
              <a:rPr lang="en-US" altLang="en-US" dirty="0"/>
              <a:t>– elasticity </a:t>
            </a:r>
            <a:endParaRPr lang="en-US" altLang="en-US" b="1" dirty="0"/>
          </a:p>
          <a:p>
            <a:pPr eaLnBrk="1" hangingPunct="1"/>
            <a:r>
              <a:rPr lang="en-US" altLang="en-US" b="1" dirty="0" err="1"/>
              <a:t>Glycosaminoglycans</a:t>
            </a:r>
            <a:r>
              <a:rPr lang="en-US" altLang="en-US" b="1" dirty="0"/>
              <a:t> (GAG)- </a:t>
            </a:r>
            <a:r>
              <a:rPr lang="en-US" altLang="en-US" dirty="0"/>
              <a:t>viscosity and hydration to the skin</a:t>
            </a:r>
          </a:p>
          <a:p>
            <a:endParaRPr lang="en-GB" dirty="0"/>
          </a:p>
        </p:txBody>
      </p:sp>
      <p:sp>
        <p:nvSpPr>
          <p:cNvPr id="4" name="Slide Number Placeholder 3"/>
          <p:cNvSpPr>
            <a:spLocks noGrp="1"/>
          </p:cNvSpPr>
          <p:nvPr>
            <p:ph type="sldNum" sz="quarter" idx="10"/>
          </p:nvPr>
        </p:nvSpPr>
        <p:spPr/>
        <p:txBody>
          <a:bodyPr/>
          <a:lstStyle/>
          <a:p>
            <a:fld id="{FF7C1688-A7A9-44F1-A743-1E8FF93252BA}" type="slidenum">
              <a:rPr lang="en-GB" smtClean="0"/>
              <a:t>11</a:t>
            </a:fld>
            <a:endParaRPr lang="en-GB"/>
          </a:p>
        </p:txBody>
      </p:sp>
    </p:spTree>
    <p:extLst>
      <p:ext uri="{BB962C8B-B14F-4D97-AF65-F5344CB8AC3E}">
        <p14:creationId xmlns:p14="http://schemas.microsoft.com/office/powerpoint/2010/main" val="1462956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3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A2ACC5-3CE8-41CC-9B93-25988CE40C50}" type="slidenum">
              <a:rPr lang="en-US" altLang="en-US">
                <a:latin typeface="Calibri" panose="020F0502020204030204" pitchFamily="34" charset="0"/>
              </a:rPr>
              <a:pPr eaLnBrk="1" hangingPunct="1"/>
              <a:t>13</a:t>
            </a:fld>
            <a:endParaRPr lang="en-US" altLang="en-US">
              <a:latin typeface="Calibri" panose="020F0502020204030204" pitchFamily="34" charset="0"/>
            </a:endParaRPr>
          </a:p>
        </p:txBody>
      </p:sp>
    </p:spTree>
    <p:extLst>
      <p:ext uri="{BB962C8B-B14F-4D97-AF65-F5344CB8AC3E}">
        <p14:creationId xmlns:p14="http://schemas.microsoft.com/office/powerpoint/2010/main" val="1085930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It prevents toxins and microorganisms from entering the body. </a:t>
            </a:r>
          </a:p>
          <a:p>
            <a:r>
              <a:rPr lang="en-US" altLang="en-US" dirty="0"/>
              <a:t>Shield against external pressure</a:t>
            </a:r>
          </a:p>
          <a:p>
            <a:r>
              <a:rPr lang="en-US" altLang="en-US" dirty="0"/>
              <a:t>Protection against UV light</a:t>
            </a:r>
          </a:p>
          <a:p>
            <a:r>
              <a:rPr lang="en-US" altLang="en-US" dirty="0"/>
              <a:t>Prevention of desiccation</a:t>
            </a:r>
          </a:p>
          <a:p>
            <a:r>
              <a:rPr lang="en-US" altLang="en-US" dirty="0" err="1"/>
              <a:t>Immunesurveillance</a:t>
            </a:r>
            <a:endParaRPr lang="en-US" altLang="en-US" dirty="0"/>
          </a:p>
          <a:p>
            <a:endParaRPr lang="en-US" altLang="en-US" dirty="0"/>
          </a:p>
          <a:p>
            <a:r>
              <a:rPr lang="en-US" altLang="en-US" dirty="0" err="1"/>
              <a:t>ThermoregulationInsulation</a:t>
            </a:r>
            <a:r>
              <a:rPr lang="en-US" altLang="en-US" dirty="0"/>
              <a:t> by subcutaneous fat</a:t>
            </a:r>
          </a:p>
          <a:p>
            <a:r>
              <a:rPr lang="en-US" altLang="en-US" dirty="0"/>
              <a:t>Regulation of cutaneous blood flow</a:t>
            </a:r>
          </a:p>
          <a:p>
            <a:r>
              <a:rPr lang="en-US" altLang="en-US" dirty="0"/>
              <a:t>Eccrine sweat activity(results in cooling)</a:t>
            </a:r>
          </a:p>
          <a:p>
            <a:r>
              <a:rPr lang="en-US" altLang="en-US" dirty="0"/>
              <a:t>Muscle activity( includes shivering)</a:t>
            </a:r>
          </a:p>
          <a:p>
            <a:endParaRPr lang="en-US" alt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Absorption of ultraviolet radiation from sun for the production of vitamin D</a:t>
            </a:r>
          </a:p>
          <a:p>
            <a:endParaRPr lang="en-US" altLang="en-US" dirty="0"/>
          </a:p>
          <a:p>
            <a:endParaRPr lang="en-US" altLang="en-US" dirty="0"/>
          </a:p>
          <a:p>
            <a:pPr eaLnBrk="1" hangingPunct="1">
              <a:spcBef>
                <a:spcPct val="0"/>
              </a:spcBef>
            </a:pPr>
            <a:endParaRPr lang="en-US" altLang="en-US" dirty="0"/>
          </a:p>
        </p:txBody>
      </p:sp>
      <p:sp>
        <p:nvSpPr>
          <p:cNvPr id="1771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9CCA64-9E2F-451A-BDCA-658D557EED0E}" type="slidenum">
              <a:rPr lang="en-US" altLang="en-US">
                <a:latin typeface="Calibri" panose="020F0502020204030204" pitchFamily="34" charset="0"/>
              </a:rPr>
              <a:pPr eaLnBrk="1" hangingPunct="1"/>
              <a:t>16</a:t>
            </a:fld>
            <a:endParaRPr lang="en-US" altLang="en-US">
              <a:latin typeface="Calibri" panose="020F0502020204030204" pitchFamily="34" charset="0"/>
            </a:endParaRPr>
          </a:p>
        </p:txBody>
      </p:sp>
    </p:spTree>
    <p:extLst>
      <p:ext uri="{BB962C8B-B14F-4D97-AF65-F5344CB8AC3E}">
        <p14:creationId xmlns:p14="http://schemas.microsoft.com/office/powerpoint/2010/main" val="471609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56412AE-B6EE-4FFF-B500-4109D1DEA7E7}" type="slidenum">
              <a:rPr lang="en-GB" smtClean="0"/>
              <a:t>47</a:t>
            </a:fld>
            <a:endParaRPr lang="en-GB"/>
          </a:p>
        </p:txBody>
      </p:sp>
    </p:spTree>
    <p:extLst>
      <p:ext uri="{BB962C8B-B14F-4D97-AF65-F5344CB8AC3E}">
        <p14:creationId xmlns:p14="http://schemas.microsoft.com/office/powerpoint/2010/main" val="1884579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CF888367-024B-0BDB-E899-C03368F06A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6EDA77CE-8A9A-B004-EAB2-1BED3B1209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a:extLst>
              <a:ext uri="{FF2B5EF4-FFF2-40B4-BE49-F238E27FC236}">
                <a16:creationId xmlns:a16="http://schemas.microsoft.com/office/drawing/2014/main" id="{948EFC54-D4DA-F846-646C-3560BC0B13E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040D18B-D6FD-41DA-8695-2BC0137ED2B2}" type="slidenum">
              <a:rPr lang="en-US" altLang="en-US">
                <a:latin typeface="Calibri" panose="020F0502020204030204" pitchFamily="34" charset="0"/>
              </a:rPr>
              <a:pPr eaLnBrk="1" hangingPunct="1"/>
              <a:t>80</a:t>
            </a:fld>
            <a:endParaRPr lang="en-US"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2A8A0E-01A3-4A8B-BE31-28441D7FF80B}" type="slidenum">
              <a:rPr lang="en-GB" smtClean="0"/>
              <a:t>96</a:t>
            </a:fld>
            <a:endParaRPr lang="en-GB"/>
          </a:p>
        </p:txBody>
      </p:sp>
    </p:spTree>
    <p:extLst>
      <p:ext uri="{BB962C8B-B14F-4D97-AF65-F5344CB8AC3E}">
        <p14:creationId xmlns:p14="http://schemas.microsoft.com/office/powerpoint/2010/main" val="855282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86DC-8865-6C9F-D7C3-5D0CC27EA1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4959F5F-743A-2F29-C1A8-3024EDE52B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84AE989-2225-F4D2-C637-C7600120C3DD}"/>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5" name="Footer Placeholder 4">
            <a:extLst>
              <a:ext uri="{FF2B5EF4-FFF2-40B4-BE49-F238E27FC236}">
                <a16:creationId xmlns:a16="http://schemas.microsoft.com/office/drawing/2014/main" id="{6D7BAE9B-CD31-06D4-0B30-9D5B9ADC51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E0655C-2ACF-0D41-B566-3361780B9BD5}"/>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794864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E53F6-43A3-4982-7BBC-C66A26FF058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323E387-1A45-4042-216F-36FA7273E5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E15ADA-B1C9-2CCA-657D-38FBF01942FA}"/>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5" name="Footer Placeholder 4">
            <a:extLst>
              <a:ext uri="{FF2B5EF4-FFF2-40B4-BE49-F238E27FC236}">
                <a16:creationId xmlns:a16="http://schemas.microsoft.com/office/drawing/2014/main" id="{141E7134-AB04-A5D4-22D7-A961660FFB1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535961-AFC1-1EF8-C202-46052B9277F9}"/>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1063145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9C15E-B153-3515-C73C-74F6011421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3E14DF8-4949-DB46-2065-6456931315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56BD2C-5616-29C4-69B3-693D54926799}"/>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5" name="Footer Placeholder 4">
            <a:extLst>
              <a:ext uri="{FF2B5EF4-FFF2-40B4-BE49-F238E27FC236}">
                <a16:creationId xmlns:a16="http://schemas.microsoft.com/office/drawing/2014/main" id="{3EF658F9-098D-DAB6-B89C-B4A6402384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8ECF6C-60F3-5D83-B721-FA04203DA0B8}"/>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3288294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63C6-95EC-059C-6C51-569805262F7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E0118CF-546B-0478-06BC-26E389EF04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1F4BB80-21CE-9D63-789B-74B01C28E9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94C6F14-CD92-34D9-28E4-7CBDCDAE1B57}"/>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6" name="Footer Placeholder 5">
            <a:extLst>
              <a:ext uri="{FF2B5EF4-FFF2-40B4-BE49-F238E27FC236}">
                <a16:creationId xmlns:a16="http://schemas.microsoft.com/office/drawing/2014/main" id="{F5394F0D-0C0C-9D76-071B-67E96AE490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F3834A-C967-7358-DE68-7A1BF5CA6AA9}"/>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1083990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97279-7042-F803-B52E-F909C63FCF0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4DD514-5682-0FE6-69D8-209D2472A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F712F0-F5B6-34B6-D3CB-242CFC53E47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437332B-FD40-A89D-982C-729D92269C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2C7886-1654-CFC8-8D4D-AD497B8AE2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A17A42B-2940-8F6C-7F1F-7F00C53AA3B0}"/>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8" name="Footer Placeholder 7">
            <a:extLst>
              <a:ext uri="{FF2B5EF4-FFF2-40B4-BE49-F238E27FC236}">
                <a16:creationId xmlns:a16="http://schemas.microsoft.com/office/drawing/2014/main" id="{E12EFC93-9E85-6847-C712-01615A33CE1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468E14C-DCD3-40F0-C3B4-07E713B8FCEA}"/>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3028515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E248F-4EA3-C717-5546-70986CC694C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A229142-7C40-DBAF-6AE8-765607E76D3A}"/>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4" name="Footer Placeholder 3">
            <a:extLst>
              <a:ext uri="{FF2B5EF4-FFF2-40B4-BE49-F238E27FC236}">
                <a16:creationId xmlns:a16="http://schemas.microsoft.com/office/drawing/2014/main" id="{FCCE2073-7009-212F-0503-4F7A65AF8F3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F28B29D-913B-2B50-10CD-6DCAC568EF3A}"/>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2476924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EFF3A4-F2E3-8AD4-0AB7-1FB26CDFEA29}"/>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3" name="Footer Placeholder 2">
            <a:extLst>
              <a:ext uri="{FF2B5EF4-FFF2-40B4-BE49-F238E27FC236}">
                <a16:creationId xmlns:a16="http://schemas.microsoft.com/office/drawing/2014/main" id="{4C028040-B127-BC4C-A19B-4DFD2E00FB7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F1A1E03-8682-83D7-843D-F5E8D4A6B30B}"/>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4029127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A5A82-2025-7E68-BD3A-8E72DAE9CC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4BD27B9-7D08-77F4-2830-E781C82230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2FBD580-528E-6686-7A08-B25D01CC57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1C67D8-9A61-9AA1-1B13-C8C4B566274E}"/>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6" name="Footer Placeholder 5">
            <a:extLst>
              <a:ext uri="{FF2B5EF4-FFF2-40B4-BE49-F238E27FC236}">
                <a16:creationId xmlns:a16="http://schemas.microsoft.com/office/drawing/2014/main" id="{9AFBBA0B-9A19-2887-1C77-315069D286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FA0733-AD79-3611-D55B-FFD95B6C4190}"/>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534039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1D13B-A44D-63F7-C0C3-3E2E667EEC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1DFAB53-7030-1F70-E669-E2F4BCB0BE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5EDA1E9-0612-6937-EBBC-62BC6696C3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EE1025-BE7F-D280-A4C3-3CE5C723C597}"/>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6" name="Footer Placeholder 5">
            <a:extLst>
              <a:ext uri="{FF2B5EF4-FFF2-40B4-BE49-F238E27FC236}">
                <a16:creationId xmlns:a16="http://schemas.microsoft.com/office/drawing/2014/main" id="{194B4E91-93F9-9076-395F-DA349365FA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899CF99-A1BE-0962-EA18-6C6623119362}"/>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356655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03991-DAF4-BEE9-FB12-9FC7A8454D4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117290A-F5D6-D012-4871-DD51A9B97B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661C1EF-EF71-2364-0CAB-EE184C2F0995}"/>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5" name="Footer Placeholder 4">
            <a:extLst>
              <a:ext uri="{FF2B5EF4-FFF2-40B4-BE49-F238E27FC236}">
                <a16:creationId xmlns:a16="http://schemas.microsoft.com/office/drawing/2014/main" id="{DB25DE8F-F355-AD9A-4007-77A0E99671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90EDF8-81A4-8F12-C5B6-3321C5911CE7}"/>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2229999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7D4F5F-408A-2971-445E-740E1F0641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D8BE079-0BC2-D3F7-1B3F-35BE734ADA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622F97-4D68-5514-0324-E679A3B2F852}"/>
              </a:ext>
            </a:extLst>
          </p:cNvPr>
          <p:cNvSpPr>
            <a:spLocks noGrp="1"/>
          </p:cNvSpPr>
          <p:nvPr>
            <p:ph type="dt" sz="half" idx="10"/>
          </p:nvPr>
        </p:nvSpPr>
        <p:spPr/>
        <p:txBody>
          <a:bodyPr/>
          <a:lstStyle/>
          <a:p>
            <a:fld id="{96867425-4AD2-4D44-8AC5-3D80B2A40403}" type="datetimeFigureOut">
              <a:rPr lang="en-GB" smtClean="0"/>
              <a:t>01/06/2026</a:t>
            </a:fld>
            <a:endParaRPr lang="en-GB"/>
          </a:p>
        </p:txBody>
      </p:sp>
      <p:sp>
        <p:nvSpPr>
          <p:cNvPr id="5" name="Footer Placeholder 4">
            <a:extLst>
              <a:ext uri="{FF2B5EF4-FFF2-40B4-BE49-F238E27FC236}">
                <a16:creationId xmlns:a16="http://schemas.microsoft.com/office/drawing/2014/main" id="{BDDF84AF-3C11-8B42-6427-D4C63661BE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14ECEA-53C5-6D00-15A8-4749C43AF109}"/>
              </a:ext>
            </a:extLst>
          </p:cNvPr>
          <p:cNvSpPr>
            <a:spLocks noGrp="1"/>
          </p:cNvSpPr>
          <p:nvPr>
            <p:ph type="sldNum" sz="quarter" idx="12"/>
          </p:nvPr>
        </p:nvSpPr>
        <p:spPr/>
        <p:txBody>
          <a:bodyPr/>
          <a:lstStyle/>
          <a:p>
            <a:fld id="{1C0B3F09-91B5-4D2F-97B8-36DFD6E75590}" type="slidenum">
              <a:rPr lang="en-GB" smtClean="0"/>
              <a:t>‹#›</a:t>
            </a:fld>
            <a:endParaRPr lang="en-GB"/>
          </a:p>
        </p:txBody>
      </p:sp>
    </p:spTree>
    <p:extLst>
      <p:ext uri="{BB962C8B-B14F-4D97-AF65-F5344CB8AC3E}">
        <p14:creationId xmlns:p14="http://schemas.microsoft.com/office/powerpoint/2010/main" val="2333983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CF5D39-AED5-69E8-A36C-F30B6C165F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027FC44-0EA5-58B2-F172-997C1BBA8A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ABE399E-AD2B-421E-A78F-A690C51398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867425-4AD2-4D44-8AC5-3D80B2A40403}" type="datetimeFigureOut">
              <a:rPr lang="en-GB" smtClean="0"/>
              <a:t>01/06/2026</a:t>
            </a:fld>
            <a:endParaRPr lang="en-GB"/>
          </a:p>
        </p:txBody>
      </p:sp>
      <p:sp>
        <p:nvSpPr>
          <p:cNvPr id="5" name="Footer Placeholder 4">
            <a:extLst>
              <a:ext uri="{FF2B5EF4-FFF2-40B4-BE49-F238E27FC236}">
                <a16:creationId xmlns:a16="http://schemas.microsoft.com/office/drawing/2014/main" id="{94F31BE7-1BD2-1BCB-5E53-F8A4FE223C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793D7F1-3ADD-16D2-4AAD-C0AB455673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0B3F09-91B5-4D2F-97B8-36DFD6E75590}" type="slidenum">
              <a:rPr lang="en-GB" smtClean="0"/>
              <a:t>‹#›</a:t>
            </a:fld>
            <a:endParaRPr lang="en-GB"/>
          </a:p>
        </p:txBody>
      </p:sp>
    </p:spTree>
    <p:extLst>
      <p:ext uri="{BB962C8B-B14F-4D97-AF65-F5344CB8AC3E}">
        <p14:creationId xmlns:p14="http://schemas.microsoft.com/office/powerpoint/2010/main" val="1608720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48.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49.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0.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50.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hyperlink" Target="https://axiomaesthetics.co.uk/understanding-contraindications-in-aesthetic-medicine/#toc-h3-8"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C3142-9EB4-39A8-4FC9-D2805D8F2DD7}"/>
              </a:ext>
            </a:extLst>
          </p:cNvPr>
          <p:cNvSpPr>
            <a:spLocks noGrp="1"/>
          </p:cNvSpPr>
          <p:nvPr>
            <p:ph type="ctrTitle"/>
          </p:nvPr>
        </p:nvSpPr>
        <p:spPr/>
        <p:txBody>
          <a:bodyPr>
            <a:normAutofit fontScale="90000"/>
          </a:bodyPr>
          <a:lstStyle/>
          <a:p>
            <a:r>
              <a:rPr lang="en-GB" dirty="0"/>
              <a:t>HELLO PERFECT BEGINNERS TRAINING SESSION </a:t>
            </a:r>
          </a:p>
        </p:txBody>
      </p:sp>
      <p:sp>
        <p:nvSpPr>
          <p:cNvPr id="3" name="Subtitle 2">
            <a:extLst>
              <a:ext uri="{FF2B5EF4-FFF2-40B4-BE49-F238E27FC236}">
                <a16:creationId xmlns:a16="http://schemas.microsoft.com/office/drawing/2014/main" id="{69E598BC-2C0D-9E82-746A-64E38BC236F2}"/>
              </a:ext>
            </a:extLst>
          </p:cNvPr>
          <p:cNvSpPr>
            <a:spLocks noGrp="1"/>
          </p:cNvSpPr>
          <p:nvPr>
            <p:ph type="subTitle" idx="1"/>
          </p:nvPr>
        </p:nvSpPr>
        <p:spPr/>
        <p:txBody>
          <a:bodyPr/>
          <a:lstStyle/>
          <a:p>
            <a:r>
              <a:rPr lang="en-GB" dirty="0"/>
              <a:t>1</a:t>
            </a:r>
            <a:r>
              <a:rPr lang="en-GB" baseline="30000" dirty="0"/>
              <a:t>ST</a:t>
            </a:r>
            <a:r>
              <a:rPr lang="en-GB" dirty="0"/>
              <a:t> JUNE, 2026</a:t>
            </a:r>
          </a:p>
          <a:p>
            <a:r>
              <a:rPr lang="en-GB" dirty="0"/>
              <a:t>11am -1pm</a:t>
            </a:r>
          </a:p>
        </p:txBody>
      </p:sp>
    </p:spTree>
    <p:extLst>
      <p:ext uri="{BB962C8B-B14F-4D97-AF65-F5344CB8AC3E}">
        <p14:creationId xmlns:p14="http://schemas.microsoft.com/office/powerpoint/2010/main" val="3005207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2C689-9BCD-C27F-55F7-058EE03B602D}"/>
              </a:ext>
            </a:extLst>
          </p:cNvPr>
          <p:cNvSpPr>
            <a:spLocks noGrp="1"/>
          </p:cNvSpPr>
          <p:nvPr>
            <p:ph type="ctrTitle"/>
          </p:nvPr>
        </p:nvSpPr>
        <p:spPr/>
        <p:txBody>
          <a:bodyPr/>
          <a:lstStyle/>
          <a:p>
            <a:r>
              <a:rPr lang="en-GB" dirty="0"/>
              <a:t>SKIN SCIENCE AND CLINICAL FOUNDATION</a:t>
            </a:r>
          </a:p>
        </p:txBody>
      </p:sp>
      <p:sp>
        <p:nvSpPr>
          <p:cNvPr id="3" name="Subtitle 2">
            <a:extLst>
              <a:ext uri="{FF2B5EF4-FFF2-40B4-BE49-F238E27FC236}">
                <a16:creationId xmlns:a16="http://schemas.microsoft.com/office/drawing/2014/main" id="{1FD30228-86DC-6748-1EC3-C382FE8F73E9}"/>
              </a:ext>
            </a:extLst>
          </p:cNvPr>
          <p:cNvSpPr>
            <a:spLocks noGrp="1"/>
          </p:cNvSpPr>
          <p:nvPr>
            <p:ph type="subTitle" idx="1"/>
          </p:nvPr>
        </p:nvSpPr>
        <p:spPr/>
        <p:txBody>
          <a:bodyPr/>
          <a:lstStyle/>
          <a:p>
            <a:r>
              <a:rPr lang="en-GB" dirty="0"/>
              <a:t>FACILITATOR: Dr Deborah Suleman</a:t>
            </a:r>
          </a:p>
          <a:p>
            <a:r>
              <a:rPr lang="en-GB" dirty="0"/>
              <a:t>Consultant Physician and Dermatologist</a:t>
            </a:r>
          </a:p>
          <a:p>
            <a:endParaRPr lang="en-GB" dirty="0"/>
          </a:p>
        </p:txBody>
      </p:sp>
    </p:spTree>
    <p:extLst>
      <p:ext uri="{BB962C8B-B14F-4D97-AF65-F5344CB8AC3E}">
        <p14:creationId xmlns:p14="http://schemas.microsoft.com/office/powerpoint/2010/main" val="3356718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0CDD-B726-5083-15EB-BA601A11BC80}"/>
              </a:ext>
            </a:extLst>
          </p:cNvPr>
          <p:cNvSpPr>
            <a:spLocks noGrp="1"/>
          </p:cNvSpPr>
          <p:nvPr>
            <p:ph type="title"/>
          </p:nvPr>
        </p:nvSpPr>
        <p:spPr/>
        <p:txBody>
          <a:bodyPr/>
          <a:lstStyle/>
          <a:p>
            <a:r>
              <a:rPr lang="en-GB" dirty="0"/>
              <a:t>OUTLINED TOPICS</a:t>
            </a:r>
          </a:p>
        </p:txBody>
      </p:sp>
      <p:sp>
        <p:nvSpPr>
          <p:cNvPr id="3" name="Content Placeholder 2">
            <a:extLst>
              <a:ext uri="{FF2B5EF4-FFF2-40B4-BE49-F238E27FC236}">
                <a16:creationId xmlns:a16="http://schemas.microsoft.com/office/drawing/2014/main" id="{3633DD61-7D66-E7E3-AD3D-1D068737CC0E}"/>
              </a:ext>
            </a:extLst>
          </p:cNvPr>
          <p:cNvSpPr>
            <a:spLocks noGrp="1"/>
          </p:cNvSpPr>
          <p:nvPr>
            <p:ph idx="1"/>
          </p:nvPr>
        </p:nvSpPr>
        <p:spPr/>
        <p:txBody>
          <a:bodyPr>
            <a:normAutofit/>
          </a:bodyPr>
          <a:lstStyle/>
          <a:p>
            <a:r>
              <a:rPr lang="en-US" dirty="0"/>
              <a:t>The skin as a system (Anatomy &amp; physiology)</a:t>
            </a:r>
          </a:p>
          <a:p>
            <a:r>
              <a:rPr lang="en-US" dirty="0"/>
              <a:t>The skin barrier</a:t>
            </a:r>
          </a:p>
          <a:p>
            <a:r>
              <a:rPr lang="en-US" dirty="0"/>
              <a:t>Skin diversity and Fitzpatrick scale</a:t>
            </a:r>
          </a:p>
          <a:p>
            <a:r>
              <a:rPr lang="en-US" dirty="0"/>
              <a:t>Inflammation, histamine and immune response</a:t>
            </a:r>
          </a:p>
          <a:p>
            <a:r>
              <a:rPr lang="en-US" dirty="0"/>
              <a:t>Pigmentation </a:t>
            </a:r>
          </a:p>
          <a:p>
            <a:r>
              <a:rPr lang="en-US" dirty="0"/>
              <a:t>Acne (types)</a:t>
            </a:r>
          </a:p>
          <a:p>
            <a:r>
              <a:rPr lang="en-US" dirty="0"/>
              <a:t>Wound healing</a:t>
            </a:r>
          </a:p>
          <a:p>
            <a:r>
              <a:rPr lang="en-US" dirty="0"/>
              <a:t>Contraindications</a:t>
            </a:r>
            <a:endParaRPr lang="en-GB" dirty="0"/>
          </a:p>
        </p:txBody>
      </p:sp>
    </p:spTree>
    <p:extLst>
      <p:ext uri="{BB962C8B-B14F-4D97-AF65-F5344CB8AC3E}">
        <p14:creationId xmlns:p14="http://schemas.microsoft.com/office/powerpoint/2010/main" val="165746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dirty="0"/>
              <a:t>ANATOMY AND PHYSIOLOGY OF THE SKIN:BASIC OVERVIEW</a:t>
            </a:r>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698422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p>
        </p:txBody>
      </p:sp>
      <p:sp>
        <p:nvSpPr>
          <p:cNvPr id="3" name="Content Placeholder 2"/>
          <p:cNvSpPr>
            <a:spLocks noGrp="1"/>
          </p:cNvSpPr>
          <p:nvPr>
            <p:ph idx="1"/>
          </p:nvPr>
        </p:nvSpPr>
        <p:spPr/>
        <p:txBody>
          <a:bodyPr>
            <a:normAutofit/>
          </a:bodyPr>
          <a:lstStyle/>
          <a:p>
            <a:pPr>
              <a:defRPr/>
            </a:pPr>
            <a:r>
              <a:rPr lang="en-US" dirty="0"/>
              <a:t>The skin is one of the largest organs in the body, having a surface area of 1.8 m</a:t>
            </a:r>
            <a:r>
              <a:rPr lang="en-US" baseline="30000" dirty="0"/>
              <a:t>2</a:t>
            </a:r>
            <a:r>
              <a:rPr lang="en-US" dirty="0"/>
              <a:t> and making up about 16% of body weight.</a:t>
            </a:r>
          </a:p>
          <a:p>
            <a:pPr>
              <a:defRPr/>
            </a:pPr>
            <a:r>
              <a:rPr lang="en-US" dirty="0"/>
              <a:t>It varies in thickness across anatomic location, sex, and age of the individual.</a:t>
            </a:r>
          </a:p>
          <a:p>
            <a:pPr>
              <a:defRPr/>
            </a:pPr>
            <a:r>
              <a:rPr lang="en-US" dirty="0"/>
              <a:t> Skin is thickest on the palms and soles of the feet (1.5 mm thick), while the thinnest skin is found on the eyelids and in the post auricular region (0.05 mm thick). </a:t>
            </a:r>
          </a:p>
          <a:p>
            <a:pPr>
              <a:defRPr/>
            </a:pPr>
            <a:r>
              <a:rPr lang="en-US" dirty="0"/>
              <a:t>Male skin is characteristically thicker than female skin in all anatomic locations. </a:t>
            </a:r>
          </a:p>
        </p:txBody>
      </p:sp>
    </p:spTree>
    <p:extLst>
      <p:ext uri="{BB962C8B-B14F-4D97-AF65-F5344CB8AC3E}">
        <p14:creationId xmlns:p14="http://schemas.microsoft.com/office/powerpoint/2010/main" val="2999115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0436" y="471055"/>
            <a:ext cx="10633363" cy="6151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0244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LAYERS OF THE SKIN</a:t>
            </a:r>
          </a:p>
        </p:txBody>
      </p:sp>
      <p:sp>
        <p:nvSpPr>
          <p:cNvPr id="3" name="Content Placeholder 2"/>
          <p:cNvSpPr>
            <a:spLocks noGrp="1"/>
          </p:cNvSpPr>
          <p:nvPr>
            <p:ph sz="half" idx="1"/>
          </p:nvPr>
        </p:nvSpPr>
        <p:spPr/>
        <p:txBody>
          <a:bodyPr>
            <a:normAutofit fontScale="92500" lnSpcReduction="20000"/>
          </a:bodyPr>
          <a:lstStyle/>
          <a:p>
            <a:pPr>
              <a:buFontTx/>
              <a:buNone/>
            </a:pPr>
            <a:r>
              <a:rPr lang="en-US" b="1" dirty="0"/>
              <a:t>Epidermis:</a:t>
            </a:r>
          </a:p>
          <a:p>
            <a:r>
              <a:rPr lang="en-US" dirty="0"/>
              <a:t>Composed of keratinized stratified squamous epithelium.</a:t>
            </a:r>
          </a:p>
          <a:p>
            <a:pPr>
              <a:buFontTx/>
              <a:buNone/>
            </a:pPr>
            <a:r>
              <a:rPr lang="en-US" b="1" dirty="0"/>
              <a:t>Dermis:</a:t>
            </a:r>
          </a:p>
          <a:p>
            <a:r>
              <a:rPr lang="en-US" dirty="0"/>
              <a:t>Papillary region composed of loose connective tissue.</a:t>
            </a:r>
          </a:p>
          <a:p>
            <a:r>
              <a:rPr lang="en-US" dirty="0"/>
              <a:t>Reticular region composed of dense irregular connective tissue.</a:t>
            </a:r>
          </a:p>
          <a:p>
            <a:pPr>
              <a:buFontTx/>
              <a:buNone/>
            </a:pPr>
            <a:r>
              <a:rPr lang="en-US" b="1" dirty="0"/>
              <a:t>Hypodermis:</a:t>
            </a:r>
          </a:p>
          <a:p>
            <a:r>
              <a:rPr lang="en-US" dirty="0"/>
              <a:t>Composed of areolar tissue with abundant adipocytes.</a:t>
            </a:r>
          </a:p>
          <a:p>
            <a:endParaRPr lang="en-GB" dirty="0"/>
          </a:p>
        </p:txBody>
      </p:sp>
      <p:pic>
        <p:nvPicPr>
          <p:cNvPr id="5" name="Picture 5" descr="skin drawing"/>
          <p:cNvPicPr>
            <a:picLocks noGrp="1" noChangeAspect="1" noChangeArrowheads="1"/>
          </p:cNvPicPr>
          <p:nvPr>
            <p:ph sz="half" idx="2"/>
          </p:nvPr>
        </p:nvPicPr>
        <p:blipFill>
          <a:blip r:embed="rId2"/>
          <a:srcRect/>
          <a:stretch>
            <a:fillRect/>
          </a:stretch>
        </p:blipFill>
        <p:spPr>
          <a:xfrm>
            <a:off x="6078188" y="1967345"/>
            <a:ext cx="4686794" cy="4045527"/>
          </a:xfrm>
          <a:noFill/>
          <a:ln/>
        </p:spPr>
      </p:pic>
    </p:spTree>
    <p:extLst>
      <p:ext uri="{BB962C8B-B14F-4D97-AF65-F5344CB8AC3E}">
        <p14:creationId xmlns:p14="http://schemas.microsoft.com/office/powerpoint/2010/main" val="3481565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EPIDERMAL LAYERS</a:t>
            </a:r>
          </a:p>
        </p:txBody>
      </p:sp>
      <p:sp>
        <p:nvSpPr>
          <p:cNvPr id="3" name="Content Placeholder 2"/>
          <p:cNvSpPr>
            <a:spLocks noGrp="1"/>
          </p:cNvSpPr>
          <p:nvPr>
            <p:ph sz="half" idx="1"/>
          </p:nvPr>
        </p:nvSpPr>
        <p:spPr/>
        <p:txBody>
          <a:bodyPr>
            <a:normAutofit fontScale="62500" lnSpcReduction="20000"/>
          </a:bodyPr>
          <a:lstStyle/>
          <a:p>
            <a:pPr>
              <a:buNone/>
            </a:pPr>
            <a:r>
              <a:rPr lang="en-US" b="1" dirty="0"/>
              <a:t>Stratum </a:t>
            </a:r>
            <a:r>
              <a:rPr lang="en-US" b="1" dirty="0" err="1"/>
              <a:t>Corneum</a:t>
            </a:r>
            <a:r>
              <a:rPr lang="en-US" b="1" dirty="0"/>
              <a:t>:</a:t>
            </a:r>
          </a:p>
          <a:p>
            <a:r>
              <a:rPr lang="en-US" dirty="0"/>
              <a:t>Composed of </a:t>
            </a:r>
            <a:r>
              <a:rPr lang="en-US" dirty="0" err="1"/>
              <a:t>structureless</a:t>
            </a:r>
            <a:r>
              <a:rPr lang="en-US" dirty="0"/>
              <a:t> dehydrated dead cells.</a:t>
            </a:r>
          </a:p>
          <a:p>
            <a:r>
              <a:rPr lang="en-US" dirty="0"/>
              <a:t>Flattened &amp; scale-like.</a:t>
            </a:r>
          </a:p>
          <a:p>
            <a:r>
              <a:rPr lang="en-US" dirty="0"/>
              <a:t>Filled with keratin. </a:t>
            </a:r>
          </a:p>
          <a:p>
            <a:r>
              <a:rPr lang="en-US" dirty="0"/>
              <a:t>Superficial layer is continuously sloughed off.</a:t>
            </a:r>
          </a:p>
          <a:p>
            <a:endParaRPr lang="en-US" dirty="0"/>
          </a:p>
          <a:p>
            <a:pPr>
              <a:buNone/>
            </a:pPr>
            <a:r>
              <a:rPr lang="en-US" b="1" dirty="0"/>
              <a:t>Stratum </a:t>
            </a:r>
            <a:r>
              <a:rPr lang="en-US" b="1" dirty="0" err="1"/>
              <a:t>Lucidum</a:t>
            </a:r>
            <a:r>
              <a:rPr lang="en-US" b="1" dirty="0"/>
              <a:t>:</a:t>
            </a:r>
          </a:p>
          <a:p>
            <a:r>
              <a:rPr lang="en-US" dirty="0"/>
              <a:t>Seen only in non-hairy or thick skin. </a:t>
            </a:r>
          </a:p>
          <a:p>
            <a:r>
              <a:rPr lang="en-US" dirty="0"/>
              <a:t>Cells are flattened, translucent, eosinophilic with indistinct boundaries &amp; nucleus.</a:t>
            </a:r>
          </a:p>
          <a:p>
            <a:r>
              <a:rPr lang="en-US" dirty="0"/>
              <a:t>Contains a product of </a:t>
            </a:r>
            <a:r>
              <a:rPr lang="en-US" dirty="0" err="1"/>
              <a:t>keratohyaline</a:t>
            </a:r>
            <a:r>
              <a:rPr lang="en-US" dirty="0"/>
              <a:t> i.e. </a:t>
            </a:r>
            <a:r>
              <a:rPr lang="en-US" dirty="0" err="1"/>
              <a:t>eleidin</a:t>
            </a:r>
            <a:r>
              <a:rPr lang="en-US" dirty="0"/>
              <a:t>.</a:t>
            </a:r>
          </a:p>
          <a:p>
            <a:endParaRPr lang="en-US" dirty="0"/>
          </a:p>
        </p:txBody>
      </p:sp>
      <p:pic>
        <p:nvPicPr>
          <p:cNvPr id="5" name="Picture 5" descr="170365"/>
          <p:cNvPicPr>
            <a:picLocks noGrp="1" noChangeAspect="1" noChangeArrowheads="1"/>
          </p:cNvPicPr>
          <p:nvPr>
            <p:ph sz="half" idx="2"/>
          </p:nvPr>
        </p:nvPicPr>
        <p:blipFill>
          <a:blip r:embed="rId2"/>
          <a:srcRect b="10606"/>
          <a:stretch>
            <a:fillRect/>
          </a:stretch>
        </p:blipFill>
        <p:spPr>
          <a:xfrm>
            <a:off x="6763230" y="674557"/>
            <a:ext cx="5057546" cy="5502406"/>
          </a:xfrm>
          <a:noFill/>
          <a:ln/>
        </p:spPr>
      </p:pic>
    </p:spTree>
    <p:extLst>
      <p:ext uri="{BB962C8B-B14F-4D97-AF65-F5344CB8AC3E}">
        <p14:creationId xmlns:p14="http://schemas.microsoft.com/office/powerpoint/2010/main" val="1891894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sz="half" idx="1"/>
          </p:nvPr>
        </p:nvSpPr>
        <p:spPr/>
        <p:txBody>
          <a:bodyPr>
            <a:normAutofit fontScale="62500" lnSpcReduction="20000"/>
          </a:bodyPr>
          <a:lstStyle/>
          <a:p>
            <a:pPr>
              <a:buNone/>
            </a:pPr>
            <a:r>
              <a:rPr lang="en-US" sz="3600" b="1" dirty="0"/>
              <a:t>Stratum Granulosum:</a:t>
            </a:r>
          </a:p>
          <a:p>
            <a:r>
              <a:rPr lang="en-US" sz="3200" dirty="0"/>
              <a:t>3-5 layers of flattened polygonal cells.</a:t>
            </a:r>
          </a:p>
          <a:p>
            <a:r>
              <a:rPr lang="en-US" sz="3200" dirty="0"/>
              <a:t>Cells contain </a:t>
            </a:r>
            <a:r>
              <a:rPr lang="en-US" sz="3200" dirty="0" err="1"/>
              <a:t>keratohyaline</a:t>
            </a:r>
            <a:r>
              <a:rPr lang="en-US" sz="3200" dirty="0"/>
              <a:t> granules.</a:t>
            </a:r>
          </a:p>
          <a:p>
            <a:endParaRPr lang="en-US" sz="3200" dirty="0"/>
          </a:p>
          <a:p>
            <a:pPr>
              <a:buNone/>
            </a:pPr>
            <a:r>
              <a:rPr lang="en-US" sz="3600" b="1" dirty="0"/>
              <a:t>Stratum </a:t>
            </a:r>
            <a:r>
              <a:rPr lang="en-US" sz="3600" b="1" dirty="0" err="1"/>
              <a:t>Spinosum</a:t>
            </a:r>
            <a:r>
              <a:rPr lang="en-US" sz="3600" b="1" dirty="0"/>
              <a:t>:</a:t>
            </a:r>
          </a:p>
          <a:p>
            <a:r>
              <a:rPr lang="en-US" sz="3200" dirty="0"/>
              <a:t>Several layers of polygonal cells.</a:t>
            </a:r>
          </a:p>
          <a:p>
            <a:r>
              <a:rPr lang="en-US" sz="3200" dirty="0"/>
              <a:t>Cells are held together by desmosomes.</a:t>
            </a:r>
          </a:p>
          <a:p>
            <a:endParaRPr lang="en-GB" sz="3200" dirty="0"/>
          </a:p>
          <a:p>
            <a:pPr>
              <a:buFontTx/>
              <a:buNone/>
            </a:pPr>
            <a:r>
              <a:rPr lang="en-US" sz="3200" b="1" dirty="0"/>
              <a:t>Stratum </a:t>
            </a:r>
            <a:r>
              <a:rPr lang="en-US" sz="3200" b="1" dirty="0" err="1"/>
              <a:t>Basale</a:t>
            </a:r>
            <a:r>
              <a:rPr lang="en-US" sz="3200" b="1" dirty="0"/>
              <a:t> (Germinal/ Malpighian layer):</a:t>
            </a:r>
          </a:p>
          <a:p>
            <a:r>
              <a:rPr lang="en-US" dirty="0"/>
              <a:t>Single layer of cuboidal cells resting on basement membrane.</a:t>
            </a:r>
          </a:p>
          <a:p>
            <a:r>
              <a:rPr lang="en-US" dirty="0"/>
              <a:t>High mitotic activity. </a:t>
            </a:r>
          </a:p>
        </p:txBody>
      </p:sp>
      <p:pic>
        <p:nvPicPr>
          <p:cNvPr id="5" name="Picture 5" descr="170365"/>
          <p:cNvPicPr>
            <a:picLocks noGrp="1" noChangeAspect="1" noChangeArrowheads="1"/>
          </p:cNvPicPr>
          <p:nvPr>
            <p:ph sz="half" idx="2"/>
          </p:nvPr>
        </p:nvPicPr>
        <p:blipFill>
          <a:blip r:embed="rId2"/>
          <a:srcRect b="10606"/>
          <a:stretch>
            <a:fillRect/>
          </a:stretch>
        </p:blipFill>
        <p:spPr>
          <a:xfrm>
            <a:off x="6345382" y="1825625"/>
            <a:ext cx="4417388" cy="4351338"/>
          </a:xfrm>
          <a:noFill/>
          <a:ln/>
        </p:spPr>
      </p:pic>
    </p:spTree>
    <p:extLst>
      <p:ext uri="{BB962C8B-B14F-4D97-AF65-F5344CB8AC3E}">
        <p14:creationId xmlns:p14="http://schemas.microsoft.com/office/powerpoint/2010/main" val="463993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0DDB7-169C-7C12-08F8-5E42750738DB}"/>
              </a:ext>
            </a:extLst>
          </p:cNvPr>
          <p:cNvSpPr>
            <a:spLocks noGrp="1"/>
          </p:cNvSpPr>
          <p:nvPr>
            <p:ph type="title"/>
          </p:nvPr>
        </p:nvSpPr>
        <p:spPr/>
        <p:txBody>
          <a:bodyPr/>
          <a:lstStyle/>
          <a:p>
            <a:r>
              <a:rPr lang="en-GB" dirty="0"/>
              <a:t>SPECIALIZED CELLS OF THE EPIDERMIS</a:t>
            </a:r>
          </a:p>
        </p:txBody>
      </p:sp>
      <p:sp>
        <p:nvSpPr>
          <p:cNvPr id="3" name="Content Placeholder 2">
            <a:extLst>
              <a:ext uri="{FF2B5EF4-FFF2-40B4-BE49-F238E27FC236}">
                <a16:creationId xmlns:a16="http://schemas.microsoft.com/office/drawing/2014/main" id="{06367581-12C8-AB09-0FAA-9BFB6C3D733A}"/>
              </a:ext>
            </a:extLst>
          </p:cNvPr>
          <p:cNvSpPr>
            <a:spLocks noGrp="1"/>
          </p:cNvSpPr>
          <p:nvPr>
            <p:ph sz="half" idx="1"/>
          </p:nvPr>
        </p:nvSpPr>
        <p:spPr/>
        <p:txBody>
          <a:bodyPr/>
          <a:lstStyle/>
          <a:p>
            <a:r>
              <a:rPr lang="en-GB" dirty="0"/>
              <a:t>Keratinocytes </a:t>
            </a:r>
          </a:p>
          <a:p>
            <a:r>
              <a:rPr lang="en-GB" dirty="0"/>
              <a:t>Melanocytes</a:t>
            </a:r>
          </a:p>
          <a:p>
            <a:r>
              <a:rPr lang="en-GB" dirty="0"/>
              <a:t>Langerhans cells</a:t>
            </a:r>
          </a:p>
          <a:p>
            <a:r>
              <a:rPr lang="en-GB" dirty="0"/>
              <a:t>Merkel cells </a:t>
            </a:r>
          </a:p>
          <a:p>
            <a:endParaRPr lang="en-GB" dirty="0"/>
          </a:p>
        </p:txBody>
      </p:sp>
      <p:pic>
        <p:nvPicPr>
          <p:cNvPr id="5" name="Content Placeholder 4">
            <a:extLst>
              <a:ext uri="{FF2B5EF4-FFF2-40B4-BE49-F238E27FC236}">
                <a16:creationId xmlns:a16="http://schemas.microsoft.com/office/drawing/2014/main" id="{626A2715-1BB0-F711-1F04-279BC0FEFA2D}"/>
              </a:ext>
            </a:extLst>
          </p:cNvPr>
          <p:cNvPicPr>
            <a:picLocks noGrp="1" noChangeAspect="1"/>
          </p:cNvPicPr>
          <p:nvPr>
            <p:ph sz="half" idx="2"/>
          </p:nvPr>
        </p:nvPicPr>
        <p:blipFill>
          <a:blip r:embed="rId2"/>
          <a:stretch>
            <a:fillRect/>
          </a:stretch>
        </p:blipFill>
        <p:spPr>
          <a:xfrm>
            <a:off x="6019799" y="1825624"/>
            <a:ext cx="5136997" cy="4351339"/>
          </a:xfrm>
          <a:prstGeom prst="rect">
            <a:avLst/>
          </a:prstGeom>
        </p:spPr>
      </p:pic>
    </p:spTree>
    <p:extLst>
      <p:ext uri="{BB962C8B-B14F-4D97-AF65-F5344CB8AC3E}">
        <p14:creationId xmlns:p14="http://schemas.microsoft.com/office/powerpoint/2010/main" val="1262723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DERMAL LAYERS</a:t>
            </a:r>
          </a:p>
        </p:txBody>
      </p:sp>
      <p:sp>
        <p:nvSpPr>
          <p:cNvPr id="3" name="Content Placeholder 2"/>
          <p:cNvSpPr>
            <a:spLocks noGrp="1"/>
          </p:cNvSpPr>
          <p:nvPr>
            <p:ph sz="half" idx="1"/>
          </p:nvPr>
        </p:nvSpPr>
        <p:spPr/>
        <p:txBody>
          <a:bodyPr>
            <a:normAutofit fontScale="77500" lnSpcReduction="20000"/>
          </a:bodyPr>
          <a:lstStyle/>
          <a:p>
            <a:pPr marL="533400" indent="-533400"/>
            <a:r>
              <a:rPr lang="en-US" sz="3600" b="1" dirty="0"/>
              <a:t>Papillary layer:</a:t>
            </a:r>
          </a:p>
          <a:p>
            <a:pPr marL="533400" indent="-533400">
              <a:lnSpc>
                <a:spcPct val="110000"/>
              </a:lnSpc>
              <a:buFontTx/>
              <a:buNone/>
            </a:pPr>
            <a:r>
              <a:rPr lang="en-US" b="1" dirty="0"/>
              <a:t>-</a:t>
            </a:r>
            <a:r>
              <a:rPr lang="en-US" dirty="0"/>
              <a:t>Narrow band of loose connective tissue.</a:t>
            </a:r>
          </a:p>
          <a:p>
            <a:pPr marL="533400" indent="-533400">
              <a:lnSpc>
                <a:spcPct val="110000"/>
              </a:lnSpc>
              <a:buFontTx/>
              <a:buNone/>
            </a:pPr>
            <a:r>
              <a:rPr lang="en-US" dirty="0"/>
              <a:t>-In contact with basement membrane of stratum </a:t>
            </a:r>
            <a:r>
              <a:rPr lang="en-US" dirty="0" err="1"/>
              <a:t>basale</a:t>
            </a:r>
            <a:r>
              <a:rPr lang="en-US" dirty="0"/>
              <a:t>.</a:t>
            </a:r>
          </a:p>
          <a:p>
            <a:pPr marL="533400" indent="-533400">
              <a:lnSpc>
                <a:spcPct val="110000"/>
              </a:lnSpc>
              <a:buFontTx/>
              <a:buNone/>
            </a:pPr>
            <a:r>
              <a:rPr lang="en-US" dirty="0"/>
              <a:t>-</a:t>
            </a:r>
            <a:r>
              <a:rPr lang="en-US" b="1" dirty="0"/>
              <a:t>Dermal papillae </a:t>
            </a:r>
            <a:r>
              <a:rPr lang="en-US" dirty="0"/>
              <a:t>(finger- like processes)</a:t>
            </a:r>
          </a:p>
          <a:p>
            <a:pPr marL="533400" indent="-533400">
              <a:buNone/>
            </a:pPr>
            <a:r>
              <a:rPr lang="en-US" dirty="0"/>
              <a:t>      </a:t>
            </a:r>
          </a:p>
          <a:p>
            <a:pPr marL="533400" indent="-533400"/>
            <a:r>
              <a:rPr lang="en-US" sz="3600" b="1" dirty="0"/>
              <a:t>Reticular layer:</a:t>
            </a:r>
          </a:p>
          <a:p>
            <a:pPr marL="533400" indent="-533400">
              <a:lnSpc>
                <a:spcPct val="110000"/>
              </a:lnSpc>
              <a:buNone/>
            </a:pPr>
            <a:r>
              <a:rPr lang="en-US" sz="3600" dirty="0"/>
              <a:t>-</a:t>
            </a:r>
            <a:r>
              <a:rPr lang="en-US" dirty="0"/>
              <a:t>Dense irregular connective tissue.</a:t>
            </a:r>
          </a:p>
          <a:p>
            <a:pPr marL="533400" indent="-533400">
              <a:lnSpc>
                <a:spcPct val="110000"/>
              </a:lnSpc>
              <a:buNone/>
            </a:pPr>
            <a:r>
              <a:rPr lang="en-US" dirty="0"/>
              <a:t>-Thick elastic </a:t>
            </a:r>
            <a:r>
              <a:rPr lang="en-US" dirty="0" err="1"/>
              <a:t>fibres</a:t>
            </a:r>
            <a:r>
              <a:rPr lang="en-US" dirty="0"/>
              <a:t>.</a:t>
            </a:r>
          </a:p>
        </p:txBody>
      </p:sp>
      <p:pic>
        <p:nvPicPr>
          <p:cNvPr id="8" name="Picture 5" descr="h9h"/>
          <p:cNvPicPr>
            <a:picLocks noGrp="1" noChangeAspect="1" noChangeArrowheads="1"/>
          </p:cNvPicPr>
          <p:nvPr>
            <p:ph sz="half" idx="2"/>
          </p:nvPr>
        </p:nvPicPr>
        <p:blipFill>
          <a:blip r:embed="rId3"/>
          <a:srcRect/>
          <a:stretch>
            <a:fillRect/>
          </a:stretch>
        </p:blipFill>
        <p:spPr>
          <a:xfrm>
            <a:off x="6262255" y="1825625"/>
            <a:ext cx="3960256" cy="4351338"/>
          </a:xfrm>
          <a:noFill/>
          <a:ln/>
        </p:spPr>
      </p:pic>
      <p:sp>
        <p:nvSpPr>
          <p:cNvPr id="10" name="TextBox 9"/>
          <p:cNvSpPr txBox="1"/>
          <p:nvPr/>
        </p:nvSpPr>
        <p:spPr>
          <a:xfrm>
            <a:off x="6816437" y="4142508"/>
            <a:ext cx="863603" cy="369332"/>
          </a:xfrm>
          <a:prstGeom prst="rect">
            <a:avLst/>
          </a:prstGeom>
          <a:noFill/>
        </p:spPr>
        <p:txBody>
          <a:bodyPr wrap="square" rtlCol="0">
            <a:spAutoFit/>
          </a:bodyPr>
          <a:lstStyle/>
          <a:p>
            <a:endParaRPr lang="en-GB" dirty="0"/>
          </a:p>
        </p:txBody>
      </p:sp>
      <p:sp>
        <p:nvSpPr>
          <p:cNvPr id="12" name="TextBox 11"/>
          <p:cNvSpPr txBox="1"/>
          <p:nvPr/>
        </p:nvSpPr>
        <p:spPr>
          <a:xfrm>
            <a:off x="6262255" y="4142508"/>
            <a:ext cx="1039089" cy="646331"/>
          </a:xfrm>
          <a:prstGeom prst="rect">
            <a:avLst/>
          </a:prstGeom>
          <a:noFill/>
        </p:spPr>
        <p:txBody>
          <a:bodyPr wrap="square" rtlCol="0">
            <a:spAutoFit/>
          </a:bodyPr>
          <a:lstStyle/>
          <a:p>
            <a:r>
              <a:rPr lang="en-GB" dirty="0"/>
              <a:t>Dermal papillae</a:t>
            </a:r>
          </a:p>
        </p:txBody>
      </p:sp>
      <p:sp>
        <p:nvSpPr>
          <p:cNvPr id="13" name="TextBox 12"/>
          <p:cNvSpPr txBox="1"/>
          <p:nvPr/>
        </p:nvSpPr>
        <p:spPr>
          <a:xfrm>
            <a:off x="6276110" y="5846618"/>
            <a:ext cx="1334192" cy="369332"/>
          </a:xfrm>
          <a:prstGeom prst="rect">
            <a:avLst/>
          </a:prstGeom>
          <a:noFill/>
        </p:spPr>
        <p:txBody>
          <a:bodyPr wrap="square" rtlCol="0">
            <a:spAutoFit/>
          </a:bodyPr>
          <a:lstStyle/>
          <a:p>
            <a:r>
              <a:rPr lang="en-GB" dirty="0"/>
              <a:t>Reticular </a:t>
            </a:r>
          </a:p>
        </p:txBody>
      </p:sp>
    </p:spTree>
    <p:extLst>
      <p:ext uri="{BB962C8B-B14F-4D97-AF65-F5344CB8AC3E}">
        <p14:creationId xmlns:p14="http://schemas.microsoft.com/office/powerpoint/2010/main" val="1480371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3762-E7AF-0F21-87E3-3B58756F9CCB}"/>
              </a:ext>
            </a:extLst>
          </p:cNvPr>
          <p:cNvSpPr>
            <a:spLocks noGrp="1"/>
          </p:cNvSpPr>
          <p:nvPr>
            <p:ph type="title"/>
          </p:nvPr>
        </p:nvSpPr>
        <p:spPr/>
        <p:txBody>
          <a:bodyPr/>
          <a:lstStyle/>
          <a:p>
            <a:r>
              <a:rPr lang="en-GB" dirty="0"/>
              <a:t>SPECIALIZED CELLS OF THE DERMIS</a:t>
            </a:r>
          </a:p>
        </p:txBody>
      </p:sp>
      <p:sp>
        <p:nvSpPr>
          <p:cNvPr id="3" name="Content Placeholder 2">
            <a:extLst>
              <a:ext uri="{FF2B5EF4-FFF2-40B4-BE49-F238E27FC236}">
                <a16:creationId xmlns:a16="http://schemas.microsoft.com/office/drawing/2014/main" id="{1D3428C3-D72E-EC06-B8C1-6ACA737ADA8C}"/>
              </a:ext>
            </a:extLst>
          </p:cNvPr>
          <p:cNvSpPr>
            <a:spLocks noGrp="1"/>
          </p:cNvSpPr>
          <p:nvPr>
            <p:ph sz="half" idx="1"/>
          </p:nvPr>
        </p:nvSpPr>
        <p:spPr/>
        <p:txBody>
          <a:bodyPr/>
          <a:lstStyle/>
          <a:p>
            <a:r>
              <a:rPr lang="en-US" altLang="en-US" dirty="0"/>
              <a:t>The dermis contains </a:t>
            </a:r>
            <a:r>
              <a:rPr lang="en-US" altLang="en-US" b="1" dirty="0"/>
              <a:t>cells</a:t>
            </a:r>
            <a:r>
              <a:rPr lang="en-US" altLang="en-US" dirty="0"/>
              <a:t>: </a:t>
            </a:r>
          </a:p>
          <a:p>
            <a:r>
              <a:rPr lang="en-US" altLang="en-US" dirty="0"/>
              <a:t>Fibroblasts </a:t>
            </a:r>
          </a:p>
          <a:p>
            <a:r>
              <a:rPr lang="en-US" altLang="en-US" dirty="0"/>
              <a:t>Dermal </a:t>
            </a:r>
            <a:r>
              <a:rPr lang="en-US" altLang="en-US" dirty="0" err="1"/>
              <a:t>dendrocytes</a:t>
            </a:r>
            <a:r>
              <a:rPr lang="en-US" altLang="en-US" dirty="0"/>
              <a:t> </a:t>
            </a:r>
          </a:p>
          <a:p>
            <a:r>
              <a:rPr lang="en-US" altLang="en-US" dirty="0"/>
              <a:t>Mast cells, </a:t>
            </a:r>
          </a:p>
          <a:p>
            <a:r>
              <a:rPr lang="en-US" altLang="en-US" dirty="0"/>
              <a:t>Macrophages and</a:t>
            </a:r>
          </a:p>
          <a:p>
            <a:r>
              <a:rPr lang="en-US" altLang="en-US" dirty="0"/>
              <a:t>Lymphocytes.</a:t>
            </a:r>
          </a:p>
          <a:p>
            <a:endParaRPr lang="en-GB" dirty="0"/>
          </a:p>
        </p:txBody>
      </p:sp>
      <p:pic>
        <p:nvPicPr>
          <p:cNvPr id="5" name="Content Placeholder 4">
            <a:extLst>
              <a:ext uri="{FF2B5EF4-FFF2-40B4-BE49-F238E27FC236}">
                <a16:creationId xmlns:a16="http://schemas.microsoft.com/office/drawing/2014/main" id="{26291731-61D9-1719-FB7A-685A7B912DEA}"/>
              </a:ext>
            </a:extLst>
          </p:cNvPr>
          <p:cNvPicPr>
            <a:picLocks noGrp="1" noChangeAspect="1"/>
          </p:cNvPicPr>
          <p:nvPr>
            <p:ph sz="half" idx="2"/>
          </p:nvPr>
        </p:nvPicPr>
        <p:blipFill>
          <a:blip r:embed="rId2"/>
          <a:stretch>
            <a:fillRect/>
          </a:stretch>
        </p:blipFill>
        <p:spPr>
          <a:xfrm>
            <a:off x="5782458" y="1467781"/>
            <a:ext cx="5311698" cy="4499321"/>
          </a:xfrm>
          <a:prstGeom prst="rect">
            <a:avLst/>
          </a:prstGeom>
        </p:spPr>
      </p:pic>
    </p:spTree>
    <p:extLst>
      <p:ext uri="{BB962C8B-B14F-4D97-AF65-F5344CB8AC3E}">
        <p14:creationId xmlns:p14="http://schemas.microsoft.com/office/powerpoint/2010/main" val="1546485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SUBCUTANEOUS LAYER/HYPODERMIS</a:t>
            </a:r>
          </a:p>
        </p:txBody>
      </p:sp>
      <p:sp>
        <p:nvSpPr>
          <p:cNvPr id="56323" name="Content Placeholder 2"/>
          <p:cNvSpPr>
            <a:spLocks noGrp="1"/>
          </p:cNvSpPr>
          <p:nvPr>
            <p:ph idx="1"/>
          </p:nvPr>
        </p:nvSpPr>
        <p:spPr/>
        <p:txBody>
          <a:bodyPr/>
          <a:lstStyle/>
          <a:p>
            <a:pPr eaLnBrk="1" hangingPunct="1"/>
            <a:r>
              <a:rPr lang="en-US" altLang="en-US"/>
              <a:t>This layer separates the dermis from underlying muscles, bones, etc</a:t>
            </a:r>
          </a:p>
          <a:p>
            <a:pPr eaLnBrk="1" hangingPunct="1"/>
            <a:r>
              <a:rPr lang="en-US" altLang="en-US"/>
              <a:t>It serves as a thermal insulation, as physical padding and storage site for metabolically worn energy</a:t>
            </a:r>
          </a:p>
          <a:p>
            <a:pPr eaLnBrk="1" hangingPunct="1"/>
            <a:r>
              <a:rPr lang="en-US" altLang="en-US"/>
              <a:t>It is also responsible for the contour of the human figure</a:t>
            </a:r>
          </a:p>
        </p:txBody>
      </p:sp>
      <p:sp>
        <p:nvSpPr>
          <p:cNvPr id="56324" name="Date Placeholder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416E512-8E27-4EA4-9F40-6A25549288AC}" type="datetime8">
              <a:rPr lang="en-US" altLang="en-US">
                <a:solidFill>
                  <a:srgbClr val="898989"/>
                </a:solidFill>
                <a:latin typeface="Calibri" panose="020F0502020204030204" pitchFamily="34" charset="0"/>
              </a:rPr>
              <a:pPr eaLnBrk="1" hangingPunct="1"/>
              <a:t>6/1/2026 8:01 AM</a:t>
            </a:fld>
            <a:endParaRPr lang="en-US" altLang="en-US">
              <a:solidFill>
                <a:srgbClr val="898989"/>
              </a:solidFill>
              <a:latin typeface="Calibri" panose="020F0502020204030204" pitchFamily="34" charset="0"/>
            </a:endParaRPr>
          </a:p>
        </p:txBody>
      </p:sp>
      <p:sp>
        <p:nvSpPr>
          <p:cNvPr id="56325" name="Slide Number Placeholder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AC9AB4F-028D-4E8C-B0C1-08C39A65A616}" type="slidenum">
              <a:rPr lang="en-US" altLang="en-US">
                <a:solidFill>
                  <a:srgbClr val="898989"/>
                </a:solidFill>
                <a:latin typeface="Calibri" panose="020F0502020204030204" pitchFamily="34" charset="0"/>
              </a:rPr>
              <a:pPr eaLnBrk="1" hangingPunct="1"/>
              <a:t>13</a:t>
            </a:fld>
            <a:endParaRPr lang="en-US" altLang="en-US">
              <a:solidFill>
                <a:srgbClr val="898989"/>
              </a:solidFill>
              <a:latin typeface="Calibri" panose="020F0502020204030204" pitchFamily="34" charset="0"/>
            </a:endParaRPr>
          </a:p>
        </p:txBody>
      </p:sp>
    </p:spTree>
    <p:extLst>
      <p:ext uri="{BB962C8B-B14F-4D97-AF65-F5344CB8AC3E}">
        <p14:creationId xmlns:p14="http://schemas.microsoft.com/office/powerpoint/2010/main" val="2602421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SKIN APPENDAGES</a:t>
            </a:r>
          </a:p>
        </p:txBody>
      </p:sp>
      <p:sp>
        <p:nvSpPr>
          <p:cNvPr id="3" name="Content Placeholder 2"/>
          <p:cNvSpPr>
            <a:spLocks noGrp="1"/>
          </p:cNvSpPr>
          <p:nvPr>
            <p:ph sz="half" idx="1"/>
          </p:nvPr>
        </p:nvSpPr>
        <p:spPr>
          <a:xfrm>
            <a:off x="838200" y="1825625"/>
            <a:ext cx="4018613" cy="4351338"/>
          </a:xfrm>
        </p:spPr>
        <p:txBody>
          <a:bodyPr>
            <a:normAutofit lnSpcReduction="10000"/>
          </a:bodyPr>
          <a:lstStyle/>
          <a:p>
            <a:pPr>
              <a:buNone/>
            </a:pPr>
            <a:r>
              <a:rPr lang="en-US" dirty="0"/>
              <a:t>Hair</a:t>
            </a:r>
          </a:p>
          <a:p>
            <a:pPr>
              <a:buNone/>
            </a:pPr>
            <a:r>
              <a:rPr lang="en-US" dirty="0"/>
              <a:t>Sweat glands</a:t>
            </a:r>
          </a:p>
          <a:p>
            <a:pPr>
              <a:buNone/>
            </a:pPr>
            <a:r>
              <a:rPr lang="en-US" dirty="0"/>
              <a:t>Sebaceous glands</a:t>
            </a:r>
          </a:p>
          <a:p>
            <a:pPr>
              <a:buNone/>
            </a:pPr>
            <a:r>
              <a:rPr lang="en-US" dirty="0"/>
              <a:t>Arrector pili muscle</a:t>
            </a:r>
          </a:p>
          <a:p>
            <a:pPr>
              <a:buNone/>
            </a:pPr>
            <a:endParaRPr lang="en-US" dirty="0"/>
          </a:p>
          <a:p>
            <a:pPr>
              <a:buNone/>
            </a:pPr>
            <a:r>
              <a:rPr lang="en-US" dirty="0"/>
              <a:t>Others:</a:t>
            </a:r>
          </a:p>
          <a:p>
            <a:pPr>
              <a:buNone/>
            </a:pPr>
            <a:r>
              <a:rPr lang="en-US" dirty="0"/>
              <a:t>Blood supply</a:t>
            </a:r>
          </a:p>
          <a:p>
            <a:pPr>
              <a:buNone/>
            </a:pPr>
            <a:r>
              <a:rPr lang="en-US" dirty="0"/>
              <a:t>Nerve supply</a:t>
            </a:r>
          </a:p>
          <a:p>
            <a:pPr>
              <a:buNone/>
            </a:pPr>
            <a:r>
              <a:rPr lang="en-US" dirty="0"/>
              <a:t>Lymphatics</a:t>
            </a:r>
          </a:p>
          <a:p>
            <a:pPr>
              <a:buNone/>
            </a:pPr>
            <a:endParaRPr lang="en-US" dirty="0"/>
          </a:p>
        </p:txBody>
      </p:sp>
      <p:pic>
        <p:nvPicPr>
          <p:cNvPr id="7" name="Picture 2">
            <a:extLst>
              <a:ext uri="{FF2B5EF4-FFF2-40B4-BE49-F238E27FC236}">
                <a16:creationId xmlns:a16="http://schemas.microsoft.com/office/drawing/2014/main" id="{5E009ABD-754E-63BB-2FEC-B853CC5DB2E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677524" y="1154243"/>
            <a:ext cx="6220790" cy="4879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300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sz="half" idx="1"/>
          </p:nvPr>
        </p:nvSpPr>
        <p:spPr/>
        <p:txBody>
          <a:bodyPr>
            <a:normAutofit fontScale="92500" lnSpcReduction="10000"/>
          </a:bodyPr>
          <a:lstStyle/>
          <a:p>
            <a:pPr>
              <a:buNone/>
            </a:pPr>
            <a:r>
              <a:rPr lang="en-US" b="1" dirty="0">
                <a:latin typeface="Arial" charset="0"/>
              </a:rPr>
              <a:t>NAILS:</a:t>
            </a:r>
            <a:endParaRPr lang="en-US" sz="2400" b="1" dirty="0">
              <a:latin typeface="Arial" charset="0"/>
            </a:endParaRPr>
          </a:p>
          <a:p>
            <a:r>
              <a:rPr lang="en-US" dirty="0"/>
              <a:t>Hardened keratin plates on the dorsal surface of the tips of fingers &amp; toes.</a:t>
            </a:r>
          </a:p>
          <a:p>
            <a:r>
              <a:rPr lang="en-US" dirty="0"/>
              <a:t> Parts:</a:t>
            </a:r>
          </a:p>
          <a:p>
            <a:pPr>
              <a:buFontTx/>
              <a:buNone/>
            </a:pPr>
            <a:r>
              <a:rPr lang="en-US" dirty="0"/>
              <a:t>      a) Root</a:t>
            </a:r>
          </a:p>
          <a:p>
            <a:pPr>
              <a:buFontTx/>
              <a:buNone/>
            </a:pPr>
            <a:r>
              <a:rPr lang="en-US" dirty="0"/>
              <a:t>      b) Free border</a:t>
            </a:r>
          </a:p>
          <a:p>
            <a:pPr>
              <a:buFontTx/>
              <a:buNone/>
            </a:pPr>
            <a:r>
              <a:rPr lang="en-US" dirty="0"/>
              <a:t>      c) Body </a:t>
            </a:r>
          </a:p>
          <a:p>
            <a:r>
              <a:rPr lang="en-US" b="1" dirty="0"/>
              <a:t>Nail bed: </a:t>
            </a:r>
            <a:r>
              <a:rPr lang="en-US" dirty="0"/>
              <a:t>tissue on which the nail rests. Made up of stratum </a:t>
            </a:r>
            <a:r>
              <a:rPr lang="en-US" dirty="0" err="1"/>
              <a:t>basale</a:t>
            </a:r>
            <a:r>
              <a:rPr lang="en-US" dirty="0"/>
              <a:t> &amp; </a:t>
            </a:r>
            <a:r>
              <a:rPr lang="en-US" dirty="0" err="1"/>
              <a:t>spinosum</a:t>
            </a:r>
            <a:r>
              <a:rPr lang="en-US" dirty="0"/>
              <a:t>.	</a:t>
            </a:r>
            <a:endParaRPr lang="en-US" sz="2400" b="1" dirty="0">
              <a:latin typeface="Arial" charset="0"/>
            </a:endParaRPr>
          </a:p>
          <a:p>
            <a:endParaRPr lang="en-GB" dirty="0"/>
          </a:p>
        </p:txBody>
      </p:sp>
      <p:pic>
        <p:nvPicPr>
          <p:cNvPr id="5" name="Picture 9" descr="DSC00526"/>
          <p:cNvPicPr>
            <a:picLocks noGrp="1" noChangeAspect="1" noChangeArrowheads="1"/>
          </p:cNvPicPr>
          <p:nvPr>
            <p:ph sz="half" idx="2"/>
          </p:nvPr>
        </p:nvPicPr>
        <p:blipFill>
          <a:blip r:embed="rId2" cstate="print">
            <a:lum bright="20000" contrast="30000"/>
          </a:blip>
          <a:srcRect t="26785" r="74213"/>
          <a:stretch>
            <a:fillRect/>
          </a:stretch>
        </p:blipFill>
        <p:spPr>
          <a:xfrm>
            <a:off x="7983784" y="831706"/>
            <a:ext cx="1752396" cy="2285354"/>
          </a:xfrm>
          <a:prstGeom prst="rect">
            <a:avLst/>
          </a:prstGeom>
          <a:noFill/>
          <a:ln/>
        </p:spPr>
      </p:pic>
      <p:pic>
        <p:nvPicPr>
          <p:cNvPr id="6" name="Picture 8" descr="DSC00547"/>
          <p:cNvPicPr>
            <a:picLocks noChangeAspect="1" noChangeArrowheads="1"/>
          </p:cNvPicPr>
          <p:nvPr/>
        </p:nvPicPr>
        <p:blipFill>
          <a:blip r:embed="rId3" cstate="print">
            <a:lum contrast="10000"/>
          </a:blip>
          <a:srcRect/>
          <a:stretch>
            <a:fillRect/>
          </a:stretch>
        </p:blipFill>
        <p:spPr>
          <a:xfrm>
            <a:off x="6809509" y="3583641"/>
            <a:ext cx="3581400" cy="2362200"/>
          </a:xfrm>
          <a:prstGeom prst="rect">
            <a:avLst/>
          </a:prstGeom>
          <a:noFill/>
          <a:ln/>
        </p:spPr>
      </p:pic>
    </p:spTree>
    <p:extLst>
      <p:ext uri="{BB962C8B-B14F-4D97-AF65-F5344CB8AC3E}">
        <p14:creationId xmlns:p14="http://schemas.microsoft.com/office/powerpoint/2010/main" val="114294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838200" y="339213"/>
          <a:ext cx="9144000" cy="6873940"/>
        </p:xfrm>
        <a:graphic>
          <a:graphicData uri="http://schemas.openxmlformats.org/drawingml/2006/table">
            <a:tbl>
              <a:tblPr firstRow="1" bandRow="1">
                <a:tableStyleId>{5C22544A-7EE6-4342-B048-85BDC9FD1C3A}</a:tableStyleId>
              </a:tblPr>
              <a:tblGrid>
                <a:gridCol w="9144000">
                  <a:extLst>
                    <a:ext uri="{9D8B030D-6E8A-4147-A177-3AD203B41FA5}">
                      <a16:colId xmlns:a16="http://schemas.microsoft.com/office/drawing/2014/main" val="20000"/>
                    </a:ext>
                  </a:extLst>
                </a:gridCol>
              </a:tblGrid>
              <a:tr h="640010">
                <a:tc>
                  <a:txBody>
                    <a:bodyPr/>
                    <a:lstStyle/>
                    <a:p>
                      <a:pPr algn="ctr"/>
                      <a:r>
                        <a:rPr lang="en-US" sz="3600" b="1" kern="1200" baseline="0" dirty="0">
                          <a:solidFill>
                            <a:schemeClr val="lt1"/>
                          </a:solidFill>
                          <a:latin typeface="+mn-lt"/>
                          <a:ea typeface="+mn-ea"/>
                          <a:cs typeface="+mn-cs"/>
                        </a:rPr>
                        <a:t>Functions of skin</a:t>
                      </a:r>
                      <a:endParaRPr lang="en-US" sz="3600" dirty="0"/>
                    </a:p>
                  </a:txBody>
                  <a:tcPr marT="45715" marB="45715" anchor="ctr"/>
                </a:tc>
                <a:extLst>
                  <a:ext uri="{0D108BD9-81ED-4DB2-BD59-A6C34878D82A}">
                    <a16:rowId xmlns:a16="http://schemas.microsoft.com/office/drawing/2014/main" val="10000"/>
                  </a:ext>
                </a:extLst>
              </a:tr>
              <a:tr h="623387">
                <a:tc>
                  <a:txBody>
                    <a:bodyPr/>
                    <a:lstStyle/>
                    <a:p>
                      <a:r>
                        <a:rPr lang="en-US" sz="2400" kern="1200" baseline="0" dirty="0">
                          <a:solidFill>
                            <a:schemeClr val="dk1"/>
                          </a:solidFill>
                          <a:latin typeface="+mn-lt"/>
                          <a:ea typeface="+mn-ea"/>
                          <a:cs typeface="+mn-cs"/>
                        </a:rPr>
                        <a:t>Presents barrier to physical agents</a:t>
                      </a:r>
                      <a:endParaRPr lang="en-US" sz="2400" dirty="0"/>
                    </a:p>
                  </a:txBody>
                  <a:tcPr marT="45715" marB="45715"/>
                </a:tc>
                <a:extLst>
                  <a:ext uri="{0D108BD9-81ED-4DB2-BD59-A6C34878D82A}">
                    <a16:rowId xmlns:a16="http://schemas.microsoft.com/office/drawing/2014/main" val="10001"/>
                  </a:ext>
                </a:extLst>
              </a:tr>
              <a:tr h="623387">
                <a:tc>
                  <a:txBody>
                    <a:bodyPr/>
                    <a:lstStyle/>
                    <a:p>
                      <a:r>
                        <a:rPr lang="en-US" sz="2400" kern="1200" baseline="0" dirty="0">
                          <a:solidFill>
                            <a:schemeClr val="dk1"/>
                          </a:solidFill>
                          <a:latin typeface="+mn-lt"/>
                          <a:ea typeface="+mn-ea"/>
                          <a:cs typeface="+mn-cs"/>
                        </a:rPr>
                        <a:t>Protects against mechanical injury</a:t>
                      </a:r>
                      <a:endParaRPr lang="en-US" sz="2400" dirty="0"/>
                    </a:p>
                  </a:txBody>
                  <a:tcPr marT="45715" marB="45715"/>
                </a:tc>
                <a:extLst>
                  <a:ext uri="{0D108BD9-81ED-4DB2-BD59-A6C34878D82A}">
                    <a16:rowId xmlns:a16="http://schemas.microsoft.com/office/drawing/2014/main" val="10002"/>
                  </a:ext>
                </a:extLst>
              </a:tr>
              <a:tr h="623387">
                <a:tc>
                  <a:txBody>
                    <a:bodyPr/>
                    <a:lstStyle/>
                    <a:p>
                      <a:r>
                        <a:rPr lang="en-US" sz="2400" kern="1200" baseline="0" dirty="0">
                          <a:solidFill>
                            <a:schemeClr val="dk1"/>
                          </a:solidFill>
                          <a:latin typeface="+mn-lt"/>
                          <a:ea typeface="+mn-ea"/>
                          <a:cs typeface="+mn-cs"/>
                        </a:rPr>
                        <a:t>Prevents loss of body fluids</a:t>
                      </a:r>
                      <a:endParaRPr lang="en-US" sz="2400" dirty="0"/>
                    </a:p>
                  </a:txBody>
                  <a:tcPr marT="45715" marB="45715"/>
                </a:tc>
                <a:extLst>
                  <a:ext uri="{0D108BD9-81ED-4DB2-BD59-A6C34878D82A}">
                    <a16:rowId xmlns:a16="http://schemas.microsoft.com/office/drawing/2014/main" val="10003"/>
                  </a:ext>
                </a:extLst>
              </a:tr>
              <a:tr h="623387">
                <a:tc>
                  <a:txBody>
                    <a:bodyPr/>
                    <a:lstStyle/>
                    <a:p>
                      <a:r>
                        <a:rPr lang="en-US" sz="2400" kern="1200" baseline="0" dirty="0">
                          <a:solidFill>
                            <a:schemeClr val="dk1"/>
                          </a:solidFill>
                          <a:latin typeface="+mn-lt"/>
                          <a:ea typeface="+mn-ea"/>
                          <a:cs typeface="+mn-cs"/>
                        </a:rPr>
                        <a:t>Reduces penetration of UV radiation</a:t>
                      </a:r>
                      <a:endParaRPr lang="en-US" sz="2400" dirty="0"/>
                    </a:p>
                  </a:txBody>
                  <a:tcPr marT="45715" marB="45715"/>
                </a:tc>
                <a:extLst>
                  <a:ext uri="{0D108BD9-81ED-4DB2-BD59-A6C34878D82A}">
                    <a16:rowId xmlns:a16="http://schemas.microsoft.com/office/drawing/2014/main" val="10004"/>
                  </a:ext>
                </a:extLst>
              </a:tr>
              <a:tr h="623387">
                <a:tc>
                  <a:txBody>
                    <a:bodyPr/>
                    <a:lstStyle/>
                    <a:p>
                      <a:r>
                        <a:rPr lang="en-US" sz="2400" kern="1200" baseline="0" dirty="0">
                          <a:solidFill>
                            <a:schemeClr val="dk1"/>
                          </a:solidFill>
                          <a:latin typeface="+mn-lt"/>
                          <a:ea typeface="+mn-ea"/>
                          <a:cs typeface="+mn-cs"/>
                        </a:rPr>
                        <a:t>Helps regulate body temperature</a:t>
                      </a:r>
                      <a:endParaRPr lang="en-US" sz="2400" dirty="0"/>
                    </a:p>
                  </a:txBody>
                  <a:tcPr marT="45715" marB="45715"/>
                </a:tc>
                <a:extLst>
                  <a:ext uri="{0D108BD9-81ED-4DB2-BD59-A6C34878D82A}">
                    <a16:rowId xmlns:a16="http://schemas.microsoft.com/office/drawing/2014/main" val="10005"/>
                  </a:ext>
                </a:extLst>
              </a:tr>
              <a:tr h="623387">
                <a:tc>
                  <a:txBody>
                    <a:bodyPr/>
                    <a:lstStyle/>
                    <a:p>
                      <a:r>
                        <a:rPr lang="en-US" sz="2400" kern="1200" baseline="0" dirty="0">
                          <a:solidFill>
                            <a:schemeClr val="dk1"/>
                          </a:solidFill>
                          <a:latin typeface="+mn-lt"/>
                          <a:ea typeface="+mn-ea"/>
                          <a:cs typeface="+mn-cs"/>
                        </a:rPr>
                        <a:t>Acts as a sensory organ</a:t>
                      </a:r>
                      <a:r>
                        <a:rPr lang="en-US" sz="2400" dirty="0"/>
                        <a:t>(pain, touch, temperature &amp; pressure)</a:t>
                      </a:r>
                    </a:p>
                  </a:txBody>
                  <a:tcPr marT="45715" marB="45715"/>
                </a:tc>
                <a:extLst>
                  <a:ext uri="{0D108BD9-81ED-4DB2-BD59-A6C34878D82A}">
                    <a16:rowId xmlns:a16="http://schemas.microsoft.com/office/drawing/2014/main" val="10006"/>
                  </a:ext>
                </a:extLst>
              </a:tr>
              <a:tr h="623387">
                <a:tc>
                  <a:txBody>
                    <a:bodyPr/>
                    <a:lstStyle/>
                    <a:p>
                      <a:r>
                        <a:rPr lang="en-US" sz="2400" kern="1200" baseline="0" dirty="0">
                          <a:solidFill>
                            <a:schemeClr val="dk1"/>
                          </a:solidFill>
                          <a:latin typeface="+mn-lt"/>
                          <a:ea typeface="+mn-ea"/>
                          <a:cs typeface="+mn-cs"/>
                        </a:rPr>
                        <a:t>Affords a surface for grip</a:t>
                      </a:r>
                      <a:endParaRPr lang="en-US" sz="2400" dirty="0"/>
                    </a:p>
                  </a:txBody>
                  <a:tcPr marT="45715" marB="45715"/>
                </a:tc>
                <a:extLst>
                  <a:ext uri="{0D108BD9-81ED-4DB2-BD59-A6C34878D82A}">
                    <a16:rowId xmlns:a16="http://schemas.microsoft.com/office/drawing/2014/main" val="10007"/>
                  </a:ext>
                </a:extLst>
              </a:tr>
              <a:tr h="623387">
                <a:tc>
                  <a:txBody>
                    <a:bodyPr/>
                    <a:lstStyle/>
                    <a:p>
                      <a:r>
                        <a:rPr lang="en-US" sz="2400" kern="1200" baseline="0" dirty="0">
                          <a:solidFill>
                            <a:schemeClr val="dk1"/>
                          </a:solidFill>
                          <a:latin typeface="+mn-lt"/>
                          <a:ea typeface="+mn-ea"/>
                          <a:cs typeface="+mn-cs"/>
                        </a:rPr>
                        <a:t>Plays a role in Vitamin D production</a:t>
                      </a:r>
                      <a:endParaRPr lang="en-US" sz="2400" dirty="0"/>
                    </a:p>
                  </a:txBody>
                  <a:tcPr marT="45715" marB="45715"/>
                </a:tc>
                <a:extLst>
                  <a:ext uri="{0D108BD9-81ED-4DB2-BD59-A6C34878D82A}">
                    <a16:rowId xmlns:a16="http://schemas.microsoft.com/office/drawing/2014/main" val="10008"/>
                  </a:ext>
                </a:extLst>
              </a:tr>
              <a:tr h="623387">
                <a:tc>
                  <a:txBody>
                    <a:bodyPr/>
                    <a:lstStyle/>
                    <a:p>
                      <a:r>
                        <a:rPr lang="en-US" sz="2400" kern="1200" baseline="0" dirty="0">
                          <a:solidFill>
                            <a:schemeClr val="dk1"/>
                          </a:solidFill>
                          <a:latin typeface="+mn-lt"/>
                          <a:ea typeface="+mn-ea"/>
                          <a:cs typeface="+mn-cs"/>
                        </a:rPr>
                        <a:t>Acts as an outpost for immune surveillance</a:t>
                      </a:r>
                      <a:endParaRPr lang="en-US" sz="2400" dirty="0"/>
                    </a:p>
                  </a:txBody>
                  <a:tcPr marT="45715" marB="45715"/>
                </a:tc>
                <a:extLst>
                  <a:ext uri="{0D108BD9-81ED-4DB2-BD59-A6C34878D82A}">
                    <a16:rowId xmlns:a16="http://schemas.microsoft.com/office/drawing/2014/main" val="10009"/>
                  </a:ext>
                </a:extLst>
              </a:tr>
              <a:tr h="623387">
                <a:tc>
                  <a:txBody>
                    <a:bodyPr/>
                    <a:lstStyle/>
                    <a:p>
                      <a:r>
                        <a:rPr lang="en-US" sz="2400" kern="1200" baseline="0" dirty="0">
                          <a:solidFill>
                            <a:schemeClr val="dk1"/>
                          </a:solidFill>
                          <a:latin typeface="+mn-lt"/>
                          <a:ea typeface="+mn-ea"/>
                          <a:cs typeface="+mn-cs"/>
                        </a:rPr>
                        <a:t>Cosmetic association</a:t>
                      </a:r>
                      <a:endParaRPr lang="en-US" sz="2400" dirty="0"/>
                    </a:p>
                  </a:txBody>
                  <a:tcPr marT="45715" marB="45715"/>
                </a:tc>
                <a:extLst>
                  <a:ext uri="{0D108BD9-81ED-4DB2-BD59-A6C34878D82A}">
                    <a16:rowId xmlns:a16="http://schemas.microsoft.com/office/drawing/2014/main" val="10010"/>
                  </a:ext>
                </a:extLst>
              </a:tr>
            </a:tbl>
          </a:graphicData>
        </a:graphic>
      </p:graphicFrame>
      <p:sp>
        <p:nvSpPr>
          <p:cNvPr id="90140" name="Date Placeholder 2"/>
          <p:cNvSpPr>
            <a:spLocks noGrp="1"/>
          </p:cNvSpPr>
          <p:nvPr>
            <p:ph type="dt" sz="quarter" idx="10"/>
          </p:nvPr>
        </p:nvSpPr>
        <p:spPr bwMode="auto">
          <a:xfrm rot="17442541">
            <a:off x="1636100" y="7511009"/>
            <a:ext cx="274366"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dirty="0">
              <a:solidFill>
                <a:srgbClr val="898989"/>
              </a:solidFill>
              <a:latin typeface="Calibri" panose="020F0502020204030204" pitchFamily="34" charset="0"/>
            </a:endParaRPr>
          </a:p>
        </p:txBody>
      </p:sp>
      <p:sp>
        <p:nvSpPr>
          <p:cNvPr id="90141"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C188C54-C8D6-48FE-867A-DA6447D99B20}" type="slidenum">
              <a:rPr lang="en-US" altLang="en-US">
                <a:solidFill>
                  <a:srgbClr val="898989"/>
                </a:solidFill>
                <a:latin typeface="Calibri" panose="020F0502020204030204" pitchFamily="34" charset="0"/>
              </a:rPr>
              <a:pPr eaLnBrk="1" hangingPunct="1"/>
              <a:t>16</a:t>
            </a:fld>
            <a:endParaRPr lang="en-US" altLang="en-US">
              <a:solidFill>
                <a:srgbClr val="898989"/>
              </a:solidFill>
              <a:latin typeface="Calibri" panose="020F0502020204030204" pitchFamily="34" charset="0"/>
            </a:endParaRPr>
          </a:p>
        </p:txBody>
      </p:sp>
    </p:spTree>
    <p:extLst>
      <p:ext uri="{BB962C8B-B14F-4D97-AF65-F5344CB8AC3E}">
        <p14:creationId xmlns:p14="http://schemas.microsoft.com/office/powerpoint/2010/main" val="2125648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8E8C2-2F9A-44A5-5038-E83AFD5ACD99}"/>
              </a:ext>
            </a:extLst>
          </p:cNvPr>
          <p:cNvSpPr>
            <a:spLocks noGrp="1"/>
          </p:cNvSpPr>
          <p:nvPr>
            <p:ph type="title"/>
          </p:nvPr>
        </p:nvSpPr>
        <p:spPr/>
        <p:txBody>
          <a:bodyPr/>
          <a:lstStyle/>
          <a:p>
            <a:endParaRPr lang="en-NG" dirty="0"/>
          </a:p>
        </p:txBody>
      </p:sp>
      <p:pic>
        <p:nvPicPr>
          <p:cNvPr id="4098" name="Picture 2">
            <a:extLst>
              <a:ext uri="{FF2B5EF4-FFF2-40B4-BE49-F238E27FC236}">
                <a16:creationId xmlns:a16="http://schemas.microsoft.com/office/drawing/2014/main" id="{B3DD50DC-0564-B820-7307-2701A166112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8045" y="1690688"/>
            <a:ext cx="5547955" cy="435133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B66D16E3-E583-6FB7-F1E0-3C355228D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24" y="1285215"/>
            <a:ext cx="5043129" cy="4996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2180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C035A-E8A3-BFCF-83F9-D2647A57C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DB6BA-E2B5-8498-C92D-6A24FAA0E7F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916DC47B-0A19-B7CA-7BC4-47CA90B682EF}"/>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FEBF943A-00DD-5264-283D-876D81B8F51E}"/>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4153997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D1C17C-7B93-6EF0-BAEC-96ABD48EB120}"/>
              </a:ext>
            </a:extLst>
          </p:cNvPr>
          <p:cNvSpPr>
            <a:spLocks noGrp="1"/>
          </p:cNvSpPr>
          <p:nvPr>
            <p:ph type="title"/>
          </p:nvPr>
        </p:nvSpPr>
        <p:spPr>
          <a:xfrm>
            <a:off x="172450" y="1491427"/>
            <a:ext cx="5011153" cy="2690949"/>
          </a:xfrm>
        </p:spPr>
        <p:txBody>
          <a:bodyPr anchor="t">
            <a:normAutofit/>
          </a:bodyPr>
          <a:lstStyle/>
          <a:p>
            <a:r>
              <a:rPr lang="en-GB" sz="4800" dirty="0"/>
              <a:t>THE SKIN BARRIER</a:t>
            </a:r>
            <a:br>
              <a:rPr lang="en-GB" sz="4800" dirty="0"/>
            </a:br>
            <a:endParaRPr lang="en-GB" sz="4800" dirty="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004620A-37A1-D273-A509-E616D1F4A1E0}"/>
              </a:ext>
            </a:extLst>
          </p:cNvPr>
          <p:cNvSpPr>
            <a:spLocks noGrp="1"/>
          </p:cNvSpPr>
          <p:nvPr>
            <p:ph idx="1"/>
          </p:nvPr>
        </p:nvSpPr>
        <p:spPr>
          <a:xfrm>
            <a:off x="5656218" y="1463039"/>
            <a:ext cx="5542387" cy="4300447"/>
          </a:xfrm>
        </p:spPr>
        <p:txBody>
          <a:bodyPr anchor="t">
            <a:normAutofit/>
          </a:bodyPr>
          <a:lstStyle/>
          <a:p>
            <a:endParaRPr lang="en-GB" sz="4800" dirty="0"/>
          </a:p>
        </p:txBody>
      </p:sp>
    </p:spTree>
    <p:extLst>
      <p:ext uri="{BB962C8B-B14F-4D97-AF65-F5344CB8AC3E}">
        <p14:creationId xmlns:p14="http://schemas.microsoft.com/office/powerpoint/2010/main" val="4067678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F6D4F8-48EE-179E-6057-9BA75FA9E569}"/>
              </a:ext>
            </a:extLst>
          </p:cNvPr>
          <p:cNvSpPr>
            <a:spLocks noGrp="1"/>
          </p:cNvSpPr>
          <p:nvPr>
            <p:ph type="title"/>
          </p:nvPr>
        </p:nvSpPr>
        <p:spPr>
          <a:xfrm>
            <a:off x="645065" y="1463040"/>
            <a:ext cx="3796306" cy="2690949"/>
          </a:xfrm>
        </p:spPr>
        <p:txBody>
          <a:bodyPr anchor="t">
            <a:normAutofit/>
          </a:bodyPr>
          <a:lstStyle/>
          <a:p>
            <a:r>
              <a:rPr lang="en-GB" dirty="0"/>
              <a:t>Relevant functional anatomy of the skin</a:t>
            </a:r>
            <a:endParaRPr lang="en-NG" dirty="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DE275C8-6DA3-3A63-1419-BE6ADBC72941}"/>
              </a:ext>
            </a:extLst>
          </p:cNvPr>
          <p:cNvSpPr>
            <a:spLocks noGrp="1"/>
          </p:cNvSpPr>
          <p:nvPr>
            <p:ph idx="1"/>
          </p:nvPr>
        </p:nvSpPr>
        <p:spPr>
          <a:xfrm>
            <a:off x="5656218" y="233505"/>
            <a:ext cx="5542387" cy="5529981"/>
          </a:xfrm>
        </p:spPr>
        <p:txBody>
          <a:bodyPr anchor="t">
            <a:noAutofit/>
          </a:bodyPr>
          <a:lstStyle/>
          <a:p>
            <a:r>
              <a:rPr lang="en-GB" sz="2400" dirty="0">
                <a:latin typeface="Calibri" panose="020F0502020204030204" pitchFamily="34" charset="0"/>
                <a:cs typeface="Calibri" panose="020F0502020204030204" pitchFamily="34" charset="0"/>
              </a:rPr>
              <a:t>As the first interface between the environment and the immune system, the skin is constantly exposed to both exogenous and endogenous toxic substances and immunogens.</a:t>
            </a: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 Anatomically, the skin barrier comprises the epidermis which consists primarily of structural and functional proteins, lipids, and mature keratinocytes, with a topmost layer of cornified keratinocytes making up the stratum corneum (SC).</a:t>
            </a:r>
          </a:p>
          <a:p>
            <a:endParaRPr lang="en-GB" sz="2400" dirty="0">
              <a:latin typeface="Calibri" panose="020F0502020204030204" pitchFamily="34" charset="0"/>
              <a:cs typeface="Calibri" panose="020F0502020204030204" pitchFamily="34" charset="0"/>
            </a:endParaRPr>
          </a:p>
          <a:p>
            <a:r>
              <a:rPr lang="en-GB" sz="2400" dirty="0">
                <a:latin typeface="Calibri" panose="020F0502020204030204" pitchFamily="34" charset="0"/>
                <a:cs typeface="Calibri" panose="020F0502020204030204" pitchFamily="34" charset="0"/>
              </a:rPr>
              <a:t> Underlying the epidermis is the dermis, which consists primarily of collagen, elastin fibres, fibroblasts, and nerve endings. </a:t>
            </a:r>
          </a:p>
        </p:txBody>
      </p:sp>
    </p:spTree>
    <p:extLst>
      <p:ext uri="{BB962C8B-B14F-4D97-AF65-F5344CB8AC3E}">
        <p14:creationId xmlns:p14="http://schemas.microsoft.com/office/powerpoint/2010/main" val="1693146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82AF-1BFE-5FD1-431C-709FB8EE88F7}"/>
              </a:ext>
            </a:extLst>
          </p:cNvPr>
          <p:cNvSpPr>
            <a:spLocks noGrp="1"/>
          </p:cNvSpPr>
          <p:nvPr>
            <p:ph type="title"/>
          </p:nvPr>
        </p:nvSpPr>
        <p:spPr/>
        <p:txBody>
          <a:bodyPr/>
          <a:lstStyle/>
          <a:p>
            <a:endParaRPr lang="en-NG"/>
          </a:p>
        </p:txBody>
      </p:sp>
      <p:pic>
        <p:nvPicPr>
          <p:cNvPr id="5" name="Content Placeholder 4">
            <a:extLst>
              <a:ext uri="{FF2B5EF4-FFF2-40B4-BE49-F238E27FC236}">
                <a16:creationId xmlns:a16="http://schemas.microsoft.com/office/drawing/2014/main" id="{7C1E7059-2751-8BCB-DD5D-19CC4DFE0C0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7030" t="27789" r="12839" b="23596"/>
          <a:stretch/>
        </p:blipFill>
        <p:spPr>
          <a:xfrm>
            <a:off x="767007" y="592335"/>
            <a:ext cx="10586793" cy="4812178"/>
          </a:xfrm>
        </p:spPr>
      </p:pic>
    </p:spTree>
    <p:extLst>
      <p:ext uri="{BB962C8B-B14F-4D97-AF65-F5344CB8AC3E}">
        <p14:creationId xmlns:p14="http://schemas.microsoft.com/office/powerpoint/2010/main" val="33972675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F0E1E2-D784-BAC4-8D8F-E156CA78E09A}"/>
              </a:ext>
            </a:extLst>
          </p:cNvPr>
          <p:cNvSpPr>
            <a:spLocks noGrp="1"/>
          </p:cNvSpPr>
          <p:nvPr>
            <p:ph type="title"/>
          </p:nvPr>
        </p:nvSpPr>
        <p:spPr>
          <a:xfrm>
            <a:off x="645065" y="146304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DCD98E0-237D-DFED-E665-2296A7EA6E24}"/>
              </a:ext>
            </a:extLst>
          </p:cNvPr>
          <p:cNvSpPr>
            <a:spLocks noGrp="1"/>
          </p:cNvSpPr>
          <p:nvPr>
            <p:ph idx="1"/>
          </p:nvPr>
        </p:nvSpPr>
        <p:spPr>
          <a:xfrm>
            <a:off x="5086436" y="587829"/>
            <a:ext cx="6505300" cy="5682341"/>
          </a:xfrm>
        </p:spPr>
        <p:txBody>
          <a:bodyPr anchor="t">
            <a:normAutofit/>
          </a:bodyPr>
          <a:lstStyle/>
          <a:p>
            <a:r>
              <a:rPr lang="en-GB" sz="2600" dirty="0">
                <a:latin typeface="Calibri" panose="020F0502020204030204" pitchFamily="34" charset="0"/>
                <a:cs typeface="Calibri" panose="020F0502020204030204" pitchFamily="34" charset="0"/>
              </a:rPr>
              <a:t> </a:t>
            </a:r>
            <a:r>
              <a:rPr lang="en-GB" sz="2600" b="0" i="0" dirty="0">
                <a:effectLst/>
                <a:latin typeface="Calibri" panose="020F0502020204030204" pitchFamily="34" charset="0"/>
                <a:cs typeface="Calibri" panose="020F0502020204030204" pitchFamily="34" charset="0"/>
              </a:rPr>
              <a:t>The skin functions as a barrier, protecting underlying tissues from desiccation, infection, mechanical stress and chemical irritation. </a:t>
            </a:r>
          </a:p>
          <a:p>
            <a:r>
              <a:rPr lang="en-GB" sz="2600" b="0" i="0" dirty="0">
                <a:effectLst/>
                <a:latin typeface="Calibri" panose="020F0502020204030204" pitchFamily="34" charset="0"/>
                <a:cs typeface="Calibri" panose="020F0502020204030204" pitchFamily="34" charset="0"/>
              </a:rPr>
              <a:t>T</a:t>
            </a:r>
            <a:r>
              <a:rPr lang="en-GB" sz="2600" dirty="0">
                <a:latin typeface="Calibri" panose="020F0502020204030204" pitchFamily="34" charset="0"/>
                <a:cs typeface="Calibri" panose="020F0502020204030204" pitchFamily="34" charset="0"/>
              </a:rPr>
              <a:t>he skin barrier is composed of four elements :</a:t>
            </a:r>
            <a:r>
              <a:rPr lang="en-GB" sz="2600" b="1" dirty="0">
                <a:latin typeface="Calibri" panose="020F0502020204030204" pitchFamily="34" charset="0"/>
                <a:cs typeface="Calibri" panose="020F0502020204030204" pitchFamily="34" charset="0"/>
              </a:rPr>
              <a:t>microbiome; chemical; physical and immune</a:t>
            </a:r>
            <a:r>
              <a:rPr lang="en-GB" sz="2600" dirty="0">
                <a:latin typeface="Calibri" panose="020F0502020204030204" pitchFamily="34" charset="0"/>
                <a:cs typeface="Calibri" panose="020F0502020204030204" pitchFamily="34" charset="0"/>
              </a:rPr>
              <a:t>; each working interdependently with the others to maintain overall integrity.</a:t>
            </a:r>
          </a:p>
          <a:p>
            <a:endParaRPr lang="en-GB" sz="2600" dirty="0">
              <a:latin typeface="Calibri" panose="020F0502020204030204" pitchFamily="34" charset="0"/>
              <a:cs typeface="Calibri" panose="020F0502020204030204" pitchFamily="34" charset="0"/>
            </a:endParaRPr>
          </a:p>
          <a:p>
            <a:r>
              <a:rPr lang="en-GB" sz="2600" b="0" i="0" dirty="0">
                <a:effectLst/>
                <a:latin typeface="Calibri" panose="020F0502020204030204" pitchFamily="34" charset="0"/>
                <a:cs typeface="Calibri" panose="020F0502020204030204" pitchFamily="34" charset="0"/>
              </a:rPr>
              <a:t>Water from deeper epidermal layers moves upward to hydrate stratum corneum cells and is then lost to evaporation. </a:t>
            </a:r>
          </a:p>
          <a:p>
            <a:r>
              <a:rPr lang="en-GB" sz="2600" b="0" i="0" dirty="0">
                <a:effectLst/>
                <a:latin typeface="Calibri" panose="020F0502020204030204" pitchFamily="34" charset="0"/>
                <a:cs typeface="Calibri" panose="020F0502020204030204" pitchFamily="34" charset="0"/>
              </a:rPr>
              <a:t>Epidermal water content is essential to prevent skin dryness and maintain plasticity.</a:t>
            </a:r>
            <a:r>
              <a:rPr lang="en-GB" sz="2600" b="0" i="0" u="sng" baseline="30000" dirty="0">
                <a:effectLst/>
                <a:latin typeface="Calibri" panose="020F0502020204030204" pitchFamily="34" charset="0"/>
                <a:cs typeface="Calibri" panose="020F0502020204030204" pitchFamily="34" charset="0"/>
              </a:rPr>
              <a:t> </a:t>
            </a:r>
          </a:p>
          <a:p>
            <a:endParaRPr lang="en-NG" sz="2600" dirty="0">
              <a:latin typeface="Calibri" panose="020F0502020204030204" pitchFamily="34" charset="0"/>
              <a:cs typeface="Calibri" panose="020F0502020204030204" pitchFamily="34" charset="0"/>
            </a:endParaRPr>
          </a:p>
          <a:p>
            <a:endParaRPr lang="en-NG"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4085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E68177-44A5-DD14-BD0D-B7F20103B51B}"/>
              </a:ext>
            </a:extLst>
          </p:cNvPr>
          <p:cNvSpPr>
            <a:spLocks noGrp="1"/>
          </p:cNvSpPr>
          <p:nvPr>
            <p:ph type="title"/>
          </p:nvPr>
        </p:nvSpPr>
        <p:spPr>
          <a:xfrm>
            <a:off x="645065" y="146304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165908-AE5E-8A1E-E0D4-EDB7A44BC227}"/>
              </a:ext>
            </a:extLst>
          </p:cNvPr>
          <p:cNvSpPr>
            <a:spLocks noGrp="1"/>
          </p:cNvSpPr>
          <p:nvPr>
            <p:ph idx="1"/>
          </p:nvPr>
        </p:nvSpPr>
        <p:spPr>
          <a:xfrm>
            <a:off x="5133706" y="587829"/>
            <a:ext cx="6634344" cy="5175657"/>
          </a:xfrm>
        </p:spPr>
        <p:txBody>
          <a:bodyPr anchor="t">
            <a:noAutofit/>
          </a:bodyPr>
          <a:lstStyle/>
          <a:p>
            <a:pPr>
              <a:spcBef>
                <a:spcPts val="2000"/>
              </a:spcBef>
              <a:spcAft>
                <a:spcPts val="2000"/>
              </a:spcAft>
            </a:pPr>
            <a:r>
              <a:rPr lang="en-GB" sz="2600" b="0" i="0" dirty="0">
                <a:effectLst/>
                <a:latin typeface="Calibri" panose="020F0502020204030204" pitchFamily="34" charset="0"/>
                <a:cs typeface="Calibri" panose="020F0502020204030204" pitchFamily="34" charset="0"/>
              </a:rPr>
              <a:t>Stratum corneum is an active membrane, described as a bricks and mortar model, where loss of intercellular lipids, forming the bilayers (e.g., ceramides, cholesterol and fatty acids) will result in water barrier formation damage leading to dry skin.</a:t>
            </a:r>
          </a:p>
          <a:p>
            <a:r>
              <a:rPr lang="en-GB" sz="2600" b="0" i="0" dirty="0">
                <a:effectLst/>
                <a:latin typeface="Calibri" panose="020F0502020204030204" pitchFamily="34" charset="0"/>
                <a:cs typeface="Calibri" panose="020F0502020204030204" pitchFamily="34" charset="0"/>
              </a:rPr>
              <a:t>The structure of the stratum corneum is the pivotal factor in skin water flux, retention and overall moisturizing level.</a:t>
            </a:r>
            <a:endParaRPr lang="en-GB" sz="2600" b="0" i="0" u="sng" baseline="30000" dirty="0">
              <a:effectLst/>
              <a:latin typeface="Calibri" panose="020F0502020204030204" pitchFamily="34" charset="0"/>
              <a:cs typeface="Calibri" panose="020F0502020204030204" pitchFamily="34" charset="0"/>
            </a:endParaRPr>
          </a:p>
          <a:p>
            <a:endParaRPr lang="en-NG" sz="2600" dirty="0"/>
          </a:p>
        </p:txBody>
      </p:sp>
    </p:spTree>
    <p:extLst>
      <p:ext uri="{BB962C8B-B14F-4D97-AF65-F5344CB8AC3E}">
        <p14:creationId xmlns:p14="http://schemas.microsoft.com/office/powerpoint/2010/main" val="3149280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0BAAE7-6907-67F9-3079-87338A8EDF63}"/>
              </a:ext>
            </a:extLst>
          </p:cNvPr>
          <p:cNvSpPr>
            <a:spLocks noGrp="1"/>
          </p:cNvSpPr>
          <p:nvPr>
            <p:ph type="title"/>
          </p:nvPr>
        </p:nvSpPr>
        <p:spPr>
          <a:xfrm>
            <a:off x="645065" y="146304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9798A9-B10E-2A9E-3757-237F86C5B01F}"/>
              </a:ext>
            </a:extLst>
          </p:cNvPr>
          <p:cNvSpPr>
            <a:spLocks noGrp="1"/>
          </p:cNvSpPr>
          <p:nvPr>
            <p:ph idx="1"/>
          </p:nvPr>
        </p:nvSpPr>
        <p:spPr>
          <a:xfrm>
            <a:off x="5656218" y="1463039"/>
            <a:ext cx="5542387" cy="4300447"/>
          </a:xfrm>
        </p:spPr>
        <p:txBody>
          <a:bodyPr anchor="t">
            <a:normAutofit/>
          </a:bodyPr>
          <a:lstStyle/>
          <a:p>
            <a:pPr marL="0" indent="0">
              <a:spcBef>
                <a:spcPts val="2000"/>
              </a:spcBef>
              <a:spcAft>
                <a:spcPts val="2000"/>
              </a:spcAft>
              <a:buNone/>
            </a:pPr>
            <a:r>
              <a:rPr lang="en-GB" sz="2200" b="0" i="0">
                <a:effectLst/>
                <a:latin typeface="Calibri" panose="020F0502020204030204" pitchFamily="34" charset="0"/>
                <a:cs typeface="Calibri" panose="020F0502020204030204" pitchFamily="34" charset="0"/>
              </a:rPr>
              <a:t>There are four key processes in stratum corneum formation and functioning: </a:t>
            </a:r>
          </a:p>
          <a:p>
            <a:pPr>
              <a:spcBef>
                <a:spcPts val="2000"/>
              </a:spcBef>
              <a:spcAft>
                <a:spcPts val="2000"/>
              </a:spcAft>
            </a:pPr>
            <a:r>
              <a:rPr lang="en-GB" sz="2200" b="0" i="0">
                <a:effectLst/>
                <a:latin typeface="Calibri" panose="020F0502020204030204" pitchFamily="34" charset="0"/>
                <a:cs typeface="Calibri" panose="020F0502020204030204" pitchFamily="34" charset="0"/>
              </a:rPr>
              <a:t>Corneocyte</a:t>
            </a:r>
            <a:endParaRPr lang="en-GB" sz="2200">
              <a:latin typeface="Calibri" panose="020F0502020204030204" pitchFamily="34" charset="0"/>
              <a:cs typeface="Calibri" panose="020F0502020204030204" pitchFamily="34" charset="0"/>
            </a:endParaRPr>
          </a:p>
          <a:p>
            <a:pPr>
              <a:spcBef>
                <a:spcPts val="2000"/>
              </a:spcBef>
              <a:spcAft>
                <a:spcPts val="2000"/>
              </a:spcAft>
            </a:pPr>
            <a:r>
              <a:rPr lang="en-GB" sz="2200" b="0" i="0">
                <a:effectLst/>
                <a:latin typeface="Calibri" panose="020F0502020204030204" pitchFamily="34" charset="0"/>
                <a:cs typeface="Calibri" panose="020F0502020204030204" pitchFamily="34" charset="0"/>
              </a:rPr>
              <a:t> Stratum corneum lipid</a:t>
            </a:r>
          </a:p>
          <a:p>
            <a:pPr>
              <a:spcBef>
                <a:spcPts val="2000"/>
              </a:spcBef>
              <a:spcAft>
                <a:spcPts val="2000"/>
              </a:spcAft>
            </a:pPr>
            <a:r>
              <a:rPr lang="en-GB" sz="2200">
                <a:latin typeface="Calibri" panose="020F0502020204030204" pitchFamily="34" charset="0"/>
                <a:cs typeface="Calibri" panose="020F0502020204030204" pitchFamily="34" charset="0"/>
              </a:rPr>
              <a:t>N</a:t>
            </a:r>
            <a:r>
              <a:rPr lang="en-GB" sz="2200" b="0" i="0">
                <a:effectLst/>
                <a:latin typeface="Calibri" panose="020F0502020204030204" pitchFamily="34" charset="0"/>
                <a:cs typeface="Calibri" panose="020F0502020204030204" pitchFamily="34" charset="0"/>
              </a:rPr>
              <a:t>atural moisturizing factor and </a:t>
            </a:r>
          </a:p>
          <a:p>
            <a:pPr>
              <a:spcBef>
                <a:spcPts val="2000"/>
              </a:spcBef>
              <a:spcAft>
                <a:spcPts val="2000"/>
              </a:spcAft>
            </a:pPr>
            <a:r>
              <a:rPr lang="en-GB" sz="2200">
                <a:latin typeface="Calibri" panose="020F0502020204030204" pitchFamily="34" charset="0"/>
                <a:cs typeface="Calibri" panose="020F0502020204030204" pitchFamily="34" charset="0"/>
              </a:rPr>
              <a:t>D</a:t>
            </a:r>
            <a:r>
              <a:rPr lang="en-GB" sz="2200" b="0" i="0">
                <a:effectLst/>
                <a:latin typeface="Calibri" panose="020F0502020204030204" pitchFamily="34" charset="0"/>
                <a:cs typeface="Calibri" panose="020F0502020204030204" pitchFamily="34" charset="0"/>
              </a:rPr>
              <a:t>esquamation.</a:t>
            </a:r>
            <a:endParaRPr lang="en-GB" sz="2200" b="0" i="0" u="sng" baseline="30000">
              <a:effectLst/>
              <a:latin typeface="Calibri" panose="020F0502020204030204" pitchFamily="34" charset="0"/>
              <a:cs typeface="Calibri" panose="020F0502020204030204" pitchFamily="34" charset="0"/>
            </a:endParaRPr>
          </a:p>
          <a:p>
            <a:endParaRPr lang="en-NG" sz="22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2438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F38C41-4D85-4B5F-9704-33A33A50ABAF}"/>
              </a:ext>
            </a:extLst>
          </p:cNvPr>
          <p:cNvSpPr>
            <a:spLocks noGrp="1"/>
          </p:cNvSpPr>
          <p:nvPr>
            <p:ph type="title"/>
          </p:nvPr>
        </p:nvSpPr>
        <p:spPr>
          <a:xfrm>
            <a:off x="645065" y="146304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90B92D-8980-3310-358A-18A795D8CDDF}"/>
              </a:ext>
            </a:extLst>
          </p:cNvPr>
          <p:cNvSpPr>
            <a:spLocks noGrp="1"/>
          </p:cNvSpPr>
          <p:nvPr>
            <p:ph idx="1"/>
          </p:nvPr>
        </p:nvSpPr>
        <p:spPr>
          <a:xfrm>
            <a:off x="5656218" y="1463039"/>
            <a:ext cx="5542387" cy="4300447"/>
          </a:xfrm>
        </p:spPr>
        <p:txBody>
          <a:bodyPr anchor="t">
            <a:normAutofit/>
          </a:bodyPr>
          <a:lstStyle/>
          <a:p>
            <a:pPr>
              <a:spcBef>
                <a:spcPts val="2000"/>
              </a:spcBef>
              <a:spcAft>
                <a:spcPts val="2000"/>
              </a:spcAft>
            </a:pPr>
            <a:r>
              <a:rPr lang="en-GB" sz="2200" b="0" i="0">
                <a:effectLst/>
                <a:latin typeface="Calibri" panose="020F0502020204030204" pitchFamily="34" charset="0"/>
                <a:cs typeface="Calibri" panose="020F0502020204030204" pitchFamily="34" charset="0"/>
              </a:rPr>
              <a:t> Corneocytes are the stratum corneum’s physical barrier, contributing to elasticity when hydrated. </a:t>
            </a:r>
          </a:p>
          <a:p>
            <a:pPr>
              <a:spcBef>
                <a:spcPts val="2000"/>
              </a:spcBef>
              <a:spcAft>
                <a:spcPts val="2000"/>
              </a:spcAft>
            </a:pPr>
            <a:r>
              <a:rPr lang="en-GB" sz="2200" b="0" i="0">
                <a:effectLst/>
                <a:latin typeface="Calibri" panose="020F0502020204030204" pitchFamily="34" charset="0"/>
                <a:cs typeface="Calibri" panose="020F0502020204030204" pitchFamily="34" charset="0"/>
              </a:rPr>
              <a:t>Stratum corneum’s lipid bilayers act as moisture barrier and despite preventing many chemicals entry; they are also means of entry for most topically applied substances. </a:t>
            </a:r>
          </a:p>
          <a:p>
            <a:endParaRPr lang="en-NG" sz="2200"/>
          </a:p>
        </p:txBody>
      </p:sp>
    </p:spTree>
    <p:extLst>
      <p:ext uri="{BB962C8B-B14F-4D97-AF65-F5344CB8AC3E}">
        <p14:creationId xmlns:p14="http://schemas.microsoft.com/office/powerpoint/2010/main" val="8884329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9341F9-FECB-C3ED-1C15-5ECA87BF1A4F}"/>
              </a:ext>
            </a:extLst>
          </p:cNvPr>
          <p:cNvSpPr>
            <a:spLocks noGrp="1"/>
          </p:cNvSpPr>
          <p:nvPr>
            <p:ph type="title"/>
          </p:nvPr>
        </p:nvSpPr>
        <p:spPr>
          <a:xfrm>
            <a:off x="645065" y="146304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47164F-7FCB-AD7C-DE7F-24C667D81746}"/>
              </a:ext>
            </a:extLst>
          </p:cNvPr>
          <p:cNvSpPr>
            <a:spLocks noGrp="1"/>
          </p:cNvSpPr>
          <p:nvPr>
            <p:ph idx="1"/>
          </p:nvPr>
        </p:nvSpPr>
        <p:spPr>
          <a:xfrm>
            <a:off x="5133706" y="354959"/>
            <a:ext cx="6064899" cy="5408527"/>
          </a:xfrm>
        </p:spPr>
        <p:txBody>
          <a:bodyPr anchor="t">
            <a:noAutofit/>
          </a:bodyPr>
          <a:lstStyle/>
          <a:p>
            <a:r>
              <a:rPr lang="en-GB" sz="2600" b="0" i="0" dirty="0">
                <a:effectLst/>
                <a:latin typeface="Calibri" panose="020F0502020204030204" pitchFamily="34" charset="0"/>
                <a:cs typeface="Calibri" panose="020F0502020204030204" pitchFamily="34" charset="0"/>
              </a:rPr>
              <a:t>The natural moisturizing factor(NMF) within corneocytes is a mix of hygroscopic molecules, which maintain and hold corneocytes’ hydration.                                                                                             </a:t>
            </a:r>
          </a:p>
          <a:p>
            <a:r>
              <a:rPr lang="en-GB" sz="2600" b="0" i="0" dirty="0">
                <a:effectLst/>
                <a:latin typeface="Calibri" panose="020F0502020204030204" pitchFamily="34" charset="0"/>
                <a:cs typeface="Calibri" panose="020F0502020204030204" pitchFamily="34" charset="0"/>
              </a:rPr>
              <a:t>Fifty percent of natural moisturizing factors are </a:t>
            </a:r>
            <a:r>
              <a:rPr lang="en-GB" sz="2600" b="1" i="0" dirty="0">
                <a:effectLst/>
                <a:latin typeface="Calibri" panose="020F0502020204030204" pitchFamily="34" charset="0"/>
                <a:cs typeface="Calibri" panose="020F0502020204030204" pitchFamily="34" charset="0"/>
              </a:rPr>
              <a:t>amino acids originating from keratinocyte protein filaggrin, the remaining are salts, including lactates, urea, and electrolytes</a:t>
            </a:r>
            <a:r>
              <a:rPr lang="en-GB" sz="2600" b="0" i="0" dirty="0">
                <a:effectLst/>
                <a:latin typeface="Calibri" panose="020F0502020204030204" pitchFamily="34" charset="0"/>
                <a:cs typeface="Calibri" panose="020F0502020204030204" pitchFamily="34" charset="0"/>
              </a:rPr>
              <a:t>. Natural moisturizing factor production is directly related to external humidity. </a:t>
            </a:r>
          </a:p>
          <a:p>
            <a:endParaRPr lang="en-GB" sz="2600" b="0" i="0" dirty="0">
              <a:effectLst/>
              <a:latin typeface="Calibri" panose="020F0502020204030204" pitchFamily="34" charset="0"/>
              <a:cs typeface="Calibri" panose="020F0502020204030204" pitchFamily="34" charset="0"/>
            </a:endParaRPr>
          </a:p>
          <a:p>
            <a:r>
              <a:rPr lang="en-GB" sz="2600" b="0" i="0" dirty="0">
                <a:effectLst/>
                <a:latin typeface="Calibri" panose="020F0502020204030204" pitchFamily="34" charset="0"/>
                <a:cs typeface="Calibri" panose="020F0502020204030204" pitchFamily="34" charset="0"/>
              </a:rPr>
              <a:t>In desquamation, </a:t>
            </a:r>
            <a:r>
              <a:rPr lang="en-GB" sz="2600" b="0" i="0" dirty="0" err="1">
                <a:effectLst/>
                <a:latin typeface="Calibri" panose="020F0502020204030204" pitchFamily="34" charset="0"/>
                <a:cs typeface="Calibri" panose="020F0502020204030204" pitchFamily="34" charset="0"/>
              </a:rPr>
              <a:t>corneodesmosomes</a:t>
            </a:r>
            <a:r>
              <a:rPr lang="en-GB" sz="2600" b="0" i="0" dirty="0">
                <a:effectLst/>
                <a:latin typeface="Calibri" panose="020F0502020204030204" pitchFamily="34" charset="0"/>
                <a:cs typeface="Calibri" panose="020F0502020204030204" pitchFamily="34" charset="0"/>
              </a:rPr>
              <a:t> are degraded by water-dependent hydrolytic agent, which work less efficiently in low moisture stratum corneum</a:t>
            </a:r>
          </a:p>
          <a:p>
            <a:endParaRPr lang="en-NG" sz="2600" dirty="0"/>
          </a:p>
        </p:txBody>
      </p:sp>
    </p:spTree>
    <p:extLst>
      <p:ext uri="{BB962C8B-B14F-4D97-AF65-F5344CB8AC3E}">
        <p14:creationId xmlns:p14="http://schemas.microsoft.com/office/powerpoint/2010/main" val="4122662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06ED3-654A-5DA8-CE15-EDDD0E3A8F7C}"/>
              </a:ext>
            </a:extLst>
          </p:cNvPr>
          <p:cNvSpPr>
            <a:spLocks noGrp="1"/>
          </p:cNvSpPr>
          <p:nvPr>
            <p:ph type="title"/>
          </p:nvPr>
        </p:nvSpPr>
        <p:spPr/>
        <p:txBody>
          <a:bodyPr/>
          <a:lstStyle/>
          <a:p>
            <a:endParaRPr lang="en-NG"/>
          </a:p>
        </p:txBody>
      </p:sp>
      <p:pic>
        <p:nvPicPr>
          <p:cNvPr id="5" name="Content Placeholder 4">
            <a:extLst>
              <a:ext uri="{FF2B5EF4-FFF2-40B4-BE49-F238E27FC236}">
                <a16:creationId xmlns:a16="http://schemas.microsoft.com/office/drawing/2014/main" id="{060CD046-DFDA-5977-69F9-A1237E4E76FA}"/>
              </a:ext>
            </a:extLst>
          </p:cNvPr>
          <p:cNvPicPr>
            <a:picLocks noGrp="1" noChangeAspect="1"/>
          </p:cNvPicPr>
          <p:nvPr>
            <p:ph idx="1"/>
          </p:nvPr>
        </p:nvPicPr>
        <p:blipFill>
          <a:blip r:embed="rId2"/>
          <a:stretch>
            <a:fillRect/>
          </a:stretch>
        </p:blipFill>
        <p:spPr>
          <a:xfrm>
            <a:off x="1818403" y="560630"/>
            <a:ext cx="7680438" cy="5736740"/>
          </a:xfrm>
        </p:spPr>
      </p:pic>
    </p:spTree>
    <p:extLst>
      <p:ext uri="{BB962C8B-B14F-4D97-AF65-F5344CB8AC3E}">
        <p14:creationId xmlns:p14="http://schemas.microsoft.com/office/powerpoint/2010/main" val="1274085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659DEB-50A0-4BF0-C01A-311773EA020A}"/>
              </a:ext>
            </a:extLst>
          </p:cNvPr>
          <p:cNvSpPr>
            <a:spLocks noGrp="1"/>
          </p:cNvSpPr>
          <p:nvPr>
            <p:ph type="title"/>
          </p:nvPr>
        </p:nvSpPr>
        <p:spPr>
          <a:xfrm>
            <a:off x="645065" y="146304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743C8AC-7F10-0F3C-4B2C-79A38131C361}"/>
              </a:ext>
            </a:extLst>
          </p:cNvPr>
          <p:cNvSpPr>
            <a:spLocks noGrp="1"/>
          </p:cNvSpPr>
          <p:nvPr>
            <p:ph idx="1"/>
          </p:nvPr>
        </p:nvSpPr>
        <p:spPr>
          <a:xfrm>
            <a:off x="5086436" y="354959"/>
            <a:ext cx="6112169" cy="5408527"/>
          </a:xfrm>
        </p:spPr>
        <p:txBody>
          <a:bodyPr anchor="t">
            <a:noAutofit/>
          </a:bodyPr>
          <a:lstStyle/>
          <a:p>
            <a:r>
              <a:rPr lang="en-GB" sz="2600" dirty="0">
                <a:latin typeface="Calibri" panose="020F0502020204030204" pitchFamily="34" charset="0"/>
                <a:cs typeface="Calibri" panose="020F0502020204030204" pitchFamily="34" charset="0"/>
              </a:rPr>
              <a:t>Impairment at any functional level of the skin barrier increases the likelihood of external antigens and pathogens passing through the skin and inducing inflammation, leading to inflammatory skin conditions such as atopic dermatitis</a:t>
            </a:r>
          </a:p>
          <a:p>
            <a:endParaRPr lang="en-GB" sz="2600" dirty="0">
              <a:latin typeface="Calibri" panose="020F0502020204030204" pitchFamily="34" charset="0"/>
              <a:cs typeface="Calibri" panose="020F0502020204030204" pitchFamily="34" charset="0"/>
            </a:endParaRPr>
          </a:p>
          <a:p>
            <a:r>
              <a:rPr lang="en-GB" sz="2600" b="0" i="0" dirty="0">
                <a:effectLst/>
                <a:latin typeface="Calibri" panose="020F0502020204030204" pitchFamily="34" charset="0"/>
                <a:cs typeface="Calibri" panose="020F0502020204030204" pitchFamily="34" charset="0"/>
              </a:rPr>
              <a:t>This Impaired function also leads to increasing trans-epidermal water loss associated with various kinds of dermatitis.</a:t>
            </a:r>
          </a:p>
          <a:p>
            <a:endParaRPr lang="en-GB" sz="2600" dirty="0">
              <a:latin typeface="Calibri" panose="020F0502020204030204" pitchFamily="34" charset="0"/>
              <a:cs typeface="Calibri" panose="020F0502020204030204" pitchFamily="34" charset="0"/>
            </a:endParaRPr>
          </a:p>
          <a:p>
            <a:r>
              <a:rPr lang="en-GB" sz="2600" dirty="0">
                <a:latin typeface="Calibri" panose="020F0502020204030204" pitchFamily="34" charset="0"/>
                <a:cs typeface="Calibri" panose="020F0502020204030204" pitchFamily="34" charset="0"/>
              </a:rPr>
              <a:t>Thus, targeted and proactive repair of dysfunctional skin barrier is essential before disease progression. </a:t>
            </a:r>
          </a:p>
          <a:p>
            <a:endParaRPr lang="en-GB" sz="2600" b="0" i="0" dirty="0">
              <a:effectLst/>
              <a:latin typeface="Calibri" panose="020F0502020204030204" pitchFamily="34" charset="0"/>
              <a:cs typeface="Calibri" panose="020F0502020204030204" pitchFamily="34" charset="0"/>
            </a:endParaRPr>
          </a:p>
          <a:p>
            <a:endParaRPr lang="en-GB" sz="2600" dirty="0">
              <a:latin typeface="Calibri" panose="020F0502020204030204" pitchFamily="34" charset="0"/>
              <a:cs typeface="Calibri" panose="020F0502020204030204" pitchFamily="34" charset="0"/>
            </a:endParaRPr>
          </a:p>
          <a:p>
            <a:endParaRPr lang="en-NG" sz="2600" dirty="0"/>
          </a:p>
        </p:txBody>
      </p:sp>
    </p:spTree>
    <p:extLst>
      <p:ext uri="{BB962C8B-B14F-4D97-AF65-F5344CB8AC3E}">
        <p14:creationId xmlns:p14="http://schemas.microsoft.com/office/powerpoint/2010/main" val="3621284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51E2CF-C973-B7F2-7606-2837904BA109}"/>
              </a:ext>
            </a:extLst>
          </p:cNvPr>
          <p:cNvSpPr>
            <a:spLocks noGrp="1"/>
          </p:cNvSpPr>
          <p:nvPr>
            <p:ph type="title"/>
          </p:nvPr>
        </p:nvSpPr>
        <p:spPr>
          <a:xfrm>
            <a:off x="645065" y="1463040"/>
            <a:ext cx="3796306" cy="2690949"/>
          </a:xfrm>
        </p:spPr>
        <p:txBody>
          <a:bodyPr anchor="t">
            <a:normAutofit/>
          </a:bodyPr>
          <a:lstStyle/>
          <a:p>
            <a:endParaRPr lang="en-NG" sz="4800" dirty="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151D196-0358-59E6-905A-DD5821334315}"/>
              </a:ext>
            </a:extLst>
          </p:cNvPr>
          <p:cNvSpPr>
            <a:spLocks noGrp="1"/>
          </p:cNvSpPr>
          <p:nvPr>
            <p:ph idx="1"/>
          </p:nvPr>
        </p:nvSpPr>
        <p:spPr>
          <a:xfrm>
            <a:off x="4919426" y="587829"/>
            <a:ext cx="6719578" cy="5175657"/>
          </a:xfrm>
        </p:spPr>
        <p:txBody>
          <a:bodyPr anchor="t">
            <a:noAutofit/>
          </a:bodyPr>
          <a:lstStyle/>
          <a:p>
            <a:r>
              <a:rPr lang="en-GB" sz="2600" dirty="0">
                <a:latin typeface="Calibri" panose="020F0502020204030204" pitchFamily="34" charset="0"/>
                <a:cs typeface="Calibri" panose="020F0502020204030204" pitchFamily="34" charset="0"/>
              </a:rPr>
              <a:t>Skin barrier disruption occurs through various mechanisms, including chemical irritants, bacterial toxins (including S. aureus), scratching, and inflammation. </a:t>
            </a:r>
          </a:p>
          <a:p>
            <a:endParaRPr lang="en-GB" sz="2600" dirty="0">
              <a:latin typeface="Calibri" panose="020F0502020204030204" pitchFamily="34" charset="0"/>
              <a:cs typeface="Calibri" panose="020F0502020204030204" pitchFamily="34" charset="0"/>
            </a:endParaRPr>
          </a:p>
          <a:p>
            <a:r>
              <a:rPr lang="en-GB" sz="2600" dirty="0">
                <a:latin typeface="Calibri" panose="020F0502020204030204" pitchFamily="34" charset="0"/>
                <a:cs typeface="Calibri" panose="020F0502020204030204" pitchFamily="34" charset="0"/>
              </a:rPr>
              <a:t>There is a genetic component to skin barrier disruption that is seen across a spectrum of skin disease e.g. loss-of function mutations in the filaggrin gene impair the structure of the stratum corneum and underlie ichthyosis vulgaris; atopic dermatitis</a:t>
            </a:r>
            <a:endParaRPr lang="en-NG" sz="2600" dirty="0">
              <a:latin typeface="Calibri" panose="020F0502020204030204" pitchFamily="34" charset="0"/>
              <a:cs typeface="Calibri" panose="020F0502020204030204" pitchFamily="34" charset="0"/>
            </a:endParaRPr>
          </a:p>
          <a:p>
            <a:endParaRPr lang="en-GB" sz="2600" dirty="0">
              <a:latin typeface="Calibri" panose="020F0502020204030204" pitchFamily="34" charset="0"/>
              <a:cs typeface="Calibri" panose="020F0502020204030204" pitchFamily="34" charset="0"/>
            </a:endParaRPr>
          </a:p>
          <a:p>
            <a:endParaRPr lang="en-GB"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250297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CAC1F1-74FD-A144-688E-1E53313C894A}"/>
              </a:ext>
            </a:extLst>
          </p:cNvPr>
          <p:cNvSpPr>
            <a:spLocks noGrp="1"/>
          </p:cNvSpPr>
          <p:nvPr>
            <p:ph type="title"/>
          </p:nvPr>
        </p:nvSpPr>
        <p:spPr>
          <a:xfrm>
            <a:off x="645065" y="1463040"/>
            <a:ext cx="3796306" cy="2690949"/>
          </a:xfrm>
        </p:spPr>
        <p:txBody>
          <a:bodyPr anchor="t">
            <a:normAutofit/>
          </a:bodyPr>
          <a:lstStyle/>
          <a:p>
            <a:endParaRPr lang="en-GB"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F93DAE4-592B-33A0-6F13-14F2432E6DE3}"/>
              </a:ext>
            </a:extLst>
          </p:cNvPr>
          <p:cNvSpPr>
            <a:spLocks noGrp="1"/>
          </p:cNvSpPr>
          <p:nvPr>
            <p:ph idx="1"/>
          </p:nvPr>
        </p:nvSpPr>
        <p:spPr>
          <a:xfrm>
            <a:off x="5656218" y="1463039"/>
            <a:ext cx="5542387" cy="4300447"/>
          </a:xfrm>
        </p:spPr>
        <p:txBody>
          <a:bodyPr anchor="t">
            <a:normAutofit/>
          </a:bodyPr>
          <a:lstStyle/>
          <a:p>
            <a:r>
              <a:rPr lang="en-GB" sz="2600" dirty="0">
                <a:latin typeface="Calibri" panose="020F0502020204030204" pitchFamily="34" charset="0"/>
                <a:cs typeface="Calibri" panose="020F0502020204030204" pitchFamily="34" charset="0"/>
              </a:rPr>
              <a:t>These mechanisms disrupt the skin barrier, increase penetration of allergens, and cause inflammation, which in turn disrupts the barrier. </a:t>
            </a:r>
          </a:p>
          <a:p>
            <a:endParaRPr lang="en-GB" sz="2600" dirty="0">
              <a:latin typeface="Calibri" panose="020F0502020204030204" pitchFamily="34" charset="0"/>
              <a:cs typeface="Calibri" panose="020F0502020204030204" pitchFamily="34" charset="0"/>
            </a:endParaRPr>
          </a:p>
          <a:p>
            <a:r>
              <a:rPr lang="en-GB" sz="2600" dirty="0">
                <a:latin typeface="Calibri" panose="020F0502020204030204" pitchFamily="34" charset="0"/>
                <a:cs typeface="Calibri" panose="020F0502020204030204" pitchFamily="34" charset="0"/>
              </a:rPr>
              <a:t>This perpetual cycle of barrier disruption and inflammation is well-documented</a:t>
            </a:r>
          </a:p>
          <a:p>
            <a:endParaRPr lang="en-GB" sz="2600" dirty="0"/>
          </a:p>
        </p:txBody>
      </p:sp>
    </p:spTree>
    <p:extLst>
      <p:ext uri="{BB962C8B-B14F-4D97-AF65-F5344CB8AC3E}">
        <p14:creationId xmlns:p14="http://schemas.microsoft.com/office/powerpoint/2010/main" val="601823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8C24-8E42-0D4B-EDB6-88B9A40B4DB7}"/>
              </a:ext>
            </a:extLst>
          </p:cNvPr>
          <p:cNvSpPr>
            <a:spLocks noGrp="1"/>
          </p:cNvSpPr>
          <p:nvPr>
            <p:ph type="title"/>
          </p:nvPr>
        </p:nvSpPr>
        <p:spPr/>
        <p:txBody>
          <a:bodyPr/>
          <a:lstStyle/>
          <a:p>
            <a:r>
              <a:rPr lang="en-GB" dirty="0"/>
              <a:t> </a:t>
            </a:r>
            <a:endParaRPr lang="en-NG" dirty="0"/>
          </a:p>
        </p:txBody>
      </p:sp>
      <p:pic>
        <p:nvPicPr>
          <p:cNvPr id="5" name="Content Placeholder 4" descr="A screenshot of a computer&#10;&#10;Description automatically generated">
            <a:extLst>
              <a:ext uri="{FF2B5EF4-FFF2-40B4-BE49-F238E27FC236}">
                <a16:creationId xmlns:a16="http://schemas.microsoft.com/office/drawing/2014/main" id="{F1AD3ED9-DED4-1F99-648F-FA96DF04BBE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858" t="7914" r="7796" b="12734"/>
          <a:stretch/>
        </p:blipFill>
        <p:spPr>
          <a:xfrm>
            <a:off x="245010" y="624085"/>
            <a:ext cx="11108790" cy="5609829"/>
          </a:xfrm>
        </p:spPr>
      </p:pic>
    </p:spTree>
    <p:extLst>
      <p:ext uri="{BB962C8B-B14F-4D97-AF65-F5344CB8AC3E}">
        <p14:creationId xmlns:p14="http://schemas.microsoft.com/office/powerpoint/2010/main" val="2548847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6059DC-B963-C312-31BF-5818CE7FC4E8}"/>
              </a:ext>
            </a:extLst>
          </p:cNvPr>
          <p:cNvSpPr>
            <a:spLocks noGrp="1"/>
          </p:cNvSpPr>
          <p:nvPr>
            <p:ph type="title"/>
          </p:nvPr>
        </p:nvSpPr>
        <p:spPr>
          <a:xfrm>
            <a:off x="645065" y="149302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6AC0C1-2242-C1A1-3EB4-F7379D28F7C9}"/>
              </a:ext>
            </a:extLst>
          </p:cNvPr>
          <p:cNvSpPr>
            <a:spLocks noGrp="1"/>
          </p:cNvSpPr>
          <p:nvPr>
            <p:ph idx="1"/>
          </p:nvPr>
        </p:nvSpPr>
        <p:spPr>
          <a:xfrm>
            <a:off x="4919426" y="233505"/>
            <a:ext cx="6627504" cy="5529981"/>
          </a:xfrm>
        </p:spPr>
        <p:txBody>
          <a:bodyPr anchor="t">
            <a:noAutofit/>
          </a:bodyPr>
          <a:lstStyle/>
          <a:p>
            <a:r>
              <a:rPr lang="en-GB" sz="2600" dirty="0">
                <a:latin typeface="Calibri" panose="020F0502020204030204" pitchFamily="34" charset="0"/>
                <a:cs typeface="Calibri" panose="020F0502020204030204" pitchFamily="34" charset="0"/>
              </a:rPr>
              <a:t>Moisturizer use maintains proper skin barrier function (SBF), combats xerosis, and is a cornerstone of daily skin care. </a:t>
            </a:r>
          </a:p>
          <a:p>
            <a:endParaRPr lang="en-GB" sz="2600" dirty="0">
              <a:latin typeface="Calibri" panose="020F0502020204030204" pitchFamily="34" charset="0"/>
              <a:cs typeface="Calibri" panose="020F0502020204030204" pitchFamily="34" charset="0"/>
            </a:endParaRPr>
          </a:p>
          <a:p>
            <a:r>
              <a:rPr lang="en-GB" sz="2600" dirty="0">
                <a:latin typeface="Calibri" panose="020F0502020204030204" pitchFamily="34" charset="0"/>
                <a:cs typeface="Calibri" panose="020F0502020204030204" pitchFamily="34" charset="0"/>
              </a:rPr>
              <a:t>However, moisturizers become even more critical in the presence of dermatoses in which the epidermal barrier is altered and there is increased </a:t>
            </a:r>
            <a:r>
              <a:rPr lang="en-GB" sz="2600" dirty="0" err="1">
                <a:latin typeface="Calibri" panose="020F0502020204030204" pitchFamily="34" charset="0"/>
                <a:cs typeface="Calibri" panose="020F0502020204030204" pitchFamily="34" charset="0"/>
              </a:rPr>
              <a:t>transepidermal</a:t>
            </a:r>
            <a:r>
              <a:rPr lang="en-GB" sz="2600" dirty="0">
                <a:latin typeface="Calibri" panose="020F0502020204030204" pitchFamily="34" charset="0"/>
                <a:cs typeface="Calibri" panose="020F0502020204030204" pitchFamily="34" charset="0"/>
              </a:rPr>
              <a:t> water loss (TEWL).</a:t>
            </a:r>
          </a:p>
          <a:p>
            <a:endParaRPr lang="en-GB" sz="2600" dirty="0">
              <a:latin typeface="Calibri" panose="020F0502020204030204" pitchFamily="34" charset="0"/>
              <a:cs typeface="Calibri" panose="020F0502020204030204" pitchFamily="34" charset="0"/>
            </a:endParaRPr>
          </a:p>
          <a:p>
            <a:r>
              <a:rPr lang="en-GB" sz="2600" dirty="0">
                <a:latin typeface="Calibri" panose="020F0502020204030204" pitchFamily="34" charset="0"/>
                <a:cs typeface="Calibri" panose="020F0502020204030204" pitchFamily="34" charset="0"/>
              </a:rPr>
              <a:t>As research over the past decade has identified epidermal lipid imbalance and dysbiosis in patients with AD, xerosis, and ichthyosis, the role of moisturizers has advanced. </a:t>
            </a:r>
            <a:endParaRPr lang="en-NG" sz="26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116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FB0A9F-4583-FD52-73AB-843E8B059290}"/>
              </a:ext>
            </a:extLst>
          </p:cNvPr>
          <p:cNvSpPr>
            <a:spLocks noGrp="1"/>
          </p:cNvSpPr>
          <p:nvPr>
            <p:ph type="title"/>
          </p:nvPr>
        </p:nvSpPr>
        <p:spPr>
          <a:xfrm>
            <a:off x="645065" y="1463040"/>
            <a:ext cx="3796306" cy="2690949"/>
          </a:xfrm>
        </p:spPr>
        <p:txBody>
          <a:bodyPr anchor="t">
            <a:normAutofit/>
          </a:bodyPr>
          <a:lstStyle/>
          <a:p>
            <a:endParaRPr lang="en-NG"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95E7E44-A762-1D90-7903-35C69995F575}"/>
              </a:ext>
            </a:extLst>
          </p:cNvPr>
          <p:cNvSpPr>
            <a:spLocks noGrp="1"/>
          </p:cNvSpPr>
          <p:nvPr>
            <p:ph idx="1"/>
          </p:nvPr>
        </p:nvSpPr>
        <p:spPr>
          <a:xfrm>
            <a:off x="5656218" y="1463039"/>
            <a:ext cx="5542387" cy="4300447"/>
          </a:xfrm>
        </p:spPr>
        <p:txBody>
          <a:bodyPr anchor="t">
            <a:normAutofit/>
          </a:bodyPr>
          <a:lstStyle/>
          <a:p>
            <a:r>
              <a:rPr lang="en-GB" sz="2600" dirty="0">
                <a:latin typeface="Calibri" panose="020F0502020204030204" pitchFamily="34" charset="0"/>
                <a:cs typeface="Calibri" panose="020F0502020204030204" pitchFamily="34" charset="0"/>
              </a:rPr>
              <a:t>Routine moisturization is recommended by Dermatologists for maintaining healthy skin and preventing the worsening of skin disease for all individuals, with or without preexisting dermatoses</a:t>
            </a:r>
            <a:endParaRPr lang="en-NG" sz="2600" dirty="0">
              <a:latin typeface="Calibri" panose="020F0502020204030204" pitchFamily="34" charset="0"/>
              <a:cs typeface="Calibri" panose="020F0502020204030204" pitchFamily="34" charset="0"/>
            </a:endParaRPr>
          </a:p>
          <a:p>
            <a:endParaRPr lang="en-NG" sz="2600" dirty="0"/>
          </a:p>
        </p:txBody>
      </p:sp>
    </p:spTree>
    <p:extLst>
      <p:ext uri="{BB962C8B-B14F-4D97-AF65-F5344CB8AC3E}">
        <p14:creationId xmlns:p14="http://schemas.microsoft.com/office/powerpoint/2010/main" val="38515278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0AE4D-8B96-298B-34FC-A46A6069D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064B6-F347-3154-0752-1C2E58D1AD4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FC75494-8AC7-B7D3-9EA2-6203E8D5A08B}"/>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AB53EC0E-534A-5818-3019-E4578230FA6B}"/>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8192789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35D58-F33F-4A29-FB4A-37B6C99BE529}"/>
              </a:ext>
            </a:extLst>
          </p:cNvPr>
          <p:cNvSpPr>
            <a:spLocks noGrp="1"/>
          </p:cNvSpPr>
          <p:nvPr>
            <p:ph type="title"/>
          </p:nvPr>
        </p:nvSpPr>
        <p:spPr/>
        <p:txBody>
          <a:bodyPr>
            <a:noAutofit/>
          </a:bodyPr>
          <a:lstStyle/>
          <a:p>
            <a:r>
              <a:rPr lang="en-US" sz="4800" dirty="0"/>
              <a:t>SKIN DIVERSITY AND FITZPATRICK SCALE</a:t>
            </a:r>
            <a:br>
              <a:rPr lang="en-US" sz="4800" dirty="0"/>
            </a:br>
            <a:endParaRPr lang="en-GB" sz="4800" dirty="0"/>
          </a:p>
        </p:txBody>
      </p:sp>
      <p:pic>
        <p:nvPicPr>
          <p:cNvPr id="4" name="Content Placeholder 3" descr="Expert Highlights Need for Greater Diversity in Dermatology ...">
            <a:extLst>
              <a:ext uri="{FF2B5EF4-FFF2-40B4-BE49-F238E27FC236}">
                <a16:creationId xmlns:a16="http://schemas.microsoft.com/office/drawing/2014/main" id="{FDDEFFF8-AD36-2182-4323-E1F298183415}"/>
              </a:ext>
            </a:extLst>
          </p:cNvPr>
          <p:cNvPicPr>
            <a:picLocks noGrp="1" noChangeAspect="1"/>
          </p:cNvPicPr>
          <p:nvPr>
            <p:ph idx="1"/>
          </p:nvPr>
        </p:nvPicPr>
        <p:blipFill>
          <a:blip r:embed="rId2"/>
          <a:stretch>
            <a:fillRect/>
          </a:stretch>
        </p:blipFill>
        <p:spPr>
          <a:xfrm>
            <a:off x="1640230" y="1825625"/>
            <a:ext cx="8911540" cy="4351338"/>
          </a:xfrm>
          <a:prstGeom prst="rect">
            <a:avLst/>
          </a:prstGeom>
        </p:spPr>
      </p:pic>
    </p:spTree>
    <p:extLst>
      <p:ext uri="{BB962C8B-B14F-4D97-AF65-F5344CB8AC3E}">
        <p14:creationId xmlns:p14="http://schemas.microsoft.com/office/powerpoint/2010/main" val="296810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A7568-C93A-4E22-B77A-D7FA6A226B78}"/>
              </a:ext>
            </a:extLst>
          </p:cNvPr>
          <p:cNvSpPr>
            <a:spLocks noGrp="1"/>
          </p:cNvSpPr>
          <p:nvPr>
            <p:ph type="title"/>
          </p:nvPr>
        </p:nvSpPr>
        <p:spPr>
          <a:xfrm>
            <a:off x="686834" y="1153572"/>
            <a:ext cx="3200400" cy="4461163"/>
          </a:xfrm>
        </p:spPr>
        <p:txBody>
          <a:bodyPr>
            <a:normAutofit/>
          </a:bodyPr>
          <a:lstStyle/>
          <a:p>
            <a:r>
              <a:rPr lang="en-GB">
                <a:solidFill>
                  <a:srgbClr val="FFFFFF"/>
                </a:solidFill>
              </a:rPr>
              <a:t>  </a:t>
            </a:r>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Content Placeholder 2">
            <a:extLst>
              <a:ext uri="{FF2B5EF4-FFF2-40B4-BE49-F238E27FC236}">
                <a16:creationId xmlns:a16="http://schemas.microsoft.com/office/drawing/2014/main" id="{C1C5D7BA-DB0F-99BD-E531-631D9430FD86}"/>
              </a:ext>
            </a:extLst>
          </p:cNvPr>
          <p:cNvSpPr>
            <a:spLocks noGrp="1"/>
          </p:cNvSpPr>
          <p:nvPr>
            <p:ph idx="1"/>
          </p:nvPr>
        </p:nvSpPr>
        <p:spPr>
          <a:xfrm>
            <a:off x="4447308" y="591344"/>
            <a:ext cx="6906491" cy="5585619"/>
          </a:xfrm>
        </p:spPr>
        <p:txBody>
          <a:bodyPr anchor="ctr">
            <a:normAutofit/>
          </a:bodyPr>
          <a:lstStyle/>
          <a:p>
            <a:r>
              <a:rPr lang="en-GB"/>
              <a:t>Human skin diversity is a vast, multifaceted topic encompassing variations in </a:t>
            </a:r>
            <a:r>
              <a:rPr lang="en-GB" b="1"/>
              <a:t>pigmentation</a:t>
            </a:r>
            <a:r>
              <a:rPr lang="en-GB"/>
              <a:t>, </a:t>
            </a:r>
            <a:r>
              <a:rPr lang="en-GB" b="1"/>
              <a:t>texture</a:t>
            </a:r>
            <a:r>
              <a:rPr lang="en-GB"/>
              <a:t>, </a:t>
            </a:r>
            <a:r>
              <a:rPr lang="en-GB" b="1"/>
              <a:t>microbiome</a:t>
            </a:r>
            <a:r>
              <a:rPr lang="en-GB"/>
              <a:t>, and </a:t>
            </a:r>
            <a:r>
              <a:rPr lang="en-GB" b="1"/>
              <a:t>vulnerability to conditions</a:t>
            </a:r>
            <a:r>
              <a:rPr lang="en-GB"/>
              <a:t>. </a:t>
            </a:r>
          </a:p>
          <a:p>
            <a:r>
              <a:rPr lang="en-GB"/>
              <a:t>It requires tailored approaches to skincare.</a:t>
            </a:r>
          </a:p>
          <a:p>
            <a:r>
              <a:rPr lang="en-GB"/>
              <a:t>Example:  Different </a:t>
            </a:r>
            <a:r>
              <a:rPr lang="en-GB" b="1"/>
              <a:t>Fitzpatrick skin types</a:t>
            </a:r>
            <a:r>
              <a:rPr lang="en-GB"/>
              <a:t> react uniquely to sun exposure, aging, and medical treatments.</a:t>
            </a:r>
          </a:p>
          <a:p>
            <a:endParaRPr lang="en-GB"/>
          </a:p>
          <a:p>
            <a:pPr marL="0" indent="0">
              <a:buNone/>
            </a:pPr>
            <a:endParaRPr lang="en-GB"/>
          </a:p>
          <a:p>
            <a:endParaRPr lang="en-GB"/>
          </a:p>
        </p:txBody>
      </p:sp>
    </p:spTree>
    <p:extLst>
      <p:ext uri="{BB962C8B-B14F-4D97-AF65-F5344CB8AC3E}">
        <p14:creationId xmlns:p14="http://schemas.microsoft.com/office/powerpoint/2010/main" val="14336432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2B8AF4-3B6D-95D6-9A24-7656FF876771}"/>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7F970BB-3ED0-4B87-259E-258B6130E020}"/>
              </a:ext>
            </a:extLst>
          </p:cNvPr>
          <p:cNvSpPr>
            <a:spLocks noGrp="1"/>
          </p:cNvSpPr>
          <p:nvPr>
            <p:ph idx="1"/>
          </p:nvPr>
        </p:nvSpPr>
        <p:spPr>
          <a:xfrm>
            <a:off x="4447308" y="591344"/>
            <a:ext cx="6906491" cy="5585619"/>
          </a:xfrm>
        </p:spPr>
        <p:txBody>
          <a:bodyPr anchor="ctr">
            <a:normAutofit/>
          </a:bodyPr>
          <a:lstStyle/>
          <a:p>
            <a:r>
              <a:rPr lang="en-GB" dirty="0"/>
              <a:t>Understanding the scope of skin diversity involves looking at several biological and clinical factors:</a:t>
            </a:r>
          </a:p>
          <a:p>
            <a:endParaRPr lang="en-GB" dirty="0"/>
          </a:p>
          <a:p>
            <a:r>
              <a:rPr lang="en-GB" b="1" dirty="0"/>
              <a:t>Pigmentation:</a:t>
            </a:r>
            <a:r>
              <a:rPr lang="en-GB" dirty="0"/>
              <a:t> Skin colour is determined by melanin concentration, which dictates sun sensitivity. </a:t>
            </a:r>
          </a:p>
          <a:p>
            <a:r>
              <a:rPr lang="en-GB" dirty="0"/>
              <a:t>Lighter skin types burn easily and require higher SPF, whereas darker skin types naturally produce more melanin but are more prone to hyperpigmentation</a:t>
            </a:r>
          </a:p>
          <a:p>
            <a:endParaRPr lang="en-GB" dirty="0"/>
          </a:p>
        </p:txBody>
      </p:sp>
    </p:spTree>
    <p:extLst>
      <p:ext uri="{BB962C8B-B14F-4D97-AF65-F5344CB8AC3E}">
        <p14:creationId xmlns:p14="http://schemas.microsoft.com/office/powerpoint/2010/main" val="2911198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29EFBA-3A67-1DD6-6E16-2AB125146A5C}"/>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74BF863-F59D-392F-A2DA-55BCA1F36DB5}"/>
              </a:ext>
            </a:extLst>
          </p:cNvPr>
          <p:cNvSpPr>
            <a:spLocks noGrp="1"/>
          </p:cNvSpPr>
          <p:nvPr>
            <p:ph idx="1"/>
          </p:nvPr>
        </p:nvSpPr>
        <p:spPr>
          <a:xfrm>
            <a:off x="4447308" y="591344"/>
            <a:ext cx="6906491" cy="5585619"/>
          </a:xfrm>
        </p:spPr>
        <p:txBody>
          <a:bodyPr anchor="ctr">
            <a:normAutofit/>
          </a:bodyPr>
          <a:lstStyle/>
          <a:p>
            <a:r>
              <a:rPr lang="en-GB" sz="2400" b="1"/>
              <a:t>Physiological Variations:</a:t>
            </a:r>
            <a:r>
              <a:rPr lang="en-GB" sz="2400"/>
              <a:t> Differences in lipid barrier function, stratum corneum thickness, and ceramide levels affect how different skins retain moisture and respond to external irritants. </a:t>
            </a:r>
          </a:p>
          <a:p>
            <a:r>
              <a:rPr lang="en-GB" sz="2400" b="1"/>
              <a:t>Microbiome:</a:t>
            </a:r>
            <a:r>
              <a:rPr lang="en-GB" sz="2400"/>
              <a:t> The outer layer of the skin is home to a rich diversity of commensal bacteria (like Proteobacteria) that influence overall health and interact with different immune systems</a:t>
            </a:r>
          </a:p>
          <a:p>
            <a:r>
              <a:rPr lang="en-GB" sz="2400" b="1"/>
              <a:t>Medical Presentations:</a:t>
            </a:r>
            <a:r>
              <a:rPr lang="en-GB" sz="2400"/>
              <a:t> Certain conditions, such as atopic dermatitis or lichen planus, present differently in individuals with diverse skin tones. </a:t>
            </a:r>
          </a:p>
          <a:p>
            <a:r>
              <a:rPr lang="en-GB" sz="2400" b="1"/>
              <a:t>….Choice of procedures </a:t>
            </a:r>
            <a:r>
              <a:rPr lang="en-GB" sz="2400"/>
              <a:t>: </a:t>
            </a:r>
            <a:r>
              <a:rPr lang="en-GB" sz="2400" err="1"/>
              <a:t>e.g</a:t>
            </a:r>
            <a:r>
              <a:rPr lang="en-GB" sz="2400"/>
              <a:t> Lasers, depth of peels</a:t>
            </a:r>
          </a:p>
          <a:p>
            <a:endParaRPr lang="en-GB" sz="2400"/>
          </a:p>
        </p:txBody>
      </p:sp>
    </p:spTree>
    <p:extLst>
      <p:ext uri="{BB962C8B-B14F-4D97-AF65-F5344CB8AC3E}">
        <p14:creationId xmlns:p14="http://schemas.microsoft.com/office/powerpoint/2010/main" val="37048449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US" sz="2400"/>
              <a:t>The three principal human skin colors: black, brown, and white, is due to variations in the type, amount and distribution of melanin in the skin.</a:t>
            </a:r>
          </a:p>
          <a:p>
            <a:endParaRPr lang="en-US" sz="2400"/>
          </a:p>
          <a:p>
            <a:r>
              <a:rPr lang="en-US" sz="2400"/>
              <a:t>These basic skin </a:t>
            </a:r>
            <a:r>
              <a:rPr lang="en-US" sz="2400" err="1"/>
              <a:t>colours</a:t>
            </a:r>
            <a:r>
              <a:rPr lang="en-US" sz="2400"/>
              <a:t> are determined by</a:t>
            </a:r>
          </a:p>
          <a:p>
            <a:r>
              <a:rPr lang="en-US" sz="2400" b="1"/>
              <a:t>Constitutive melanin pigmentation</a:t>
            </a:r>
            <a:r>
              <a:rPr lang="en-US" sz="2400"/>
              <a:t>: this is produced as a result of baseline activity of tyrosinase and it is genetically determined</a:t>
            </a:r>
          </a:p>
          <a:p>
            <a:endParaRPr lang="en-US" sz="2400"/>
          </a:p>
          <a:p>
            <a:r>
              <a:rPr lang="en-US" sz="2400" b="1"/>
              <a:t>Inducible melanin pigmentation</a:t>
            </a:r>
            <a:r>
              <a:rPr lang="en-US" sz="2400"/>
              <a:t>: this is a stimulated (facultative) melanin production due to exposure to ultraviolet radiation (UVR) or pituitary hormones e.g. MSH, ACTH</a:t>
            </a:r>
          </a:p>
        </p:txBody>
      </p:sp>
    </p:spTree>
    <p:extLst>
      <p:ext uri="{BB962C8B-B14F-4D97-AF65-F5344CB8AC3E}">
        <p14:creationId xmlns:p14="http://schemas.microsoft.com/office/powerpoint/2010/main" val="2841725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63C656-81CE-953E-D236-6451B7B0AE7F}"/>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22BB180-CFE0-DFFF-8230-F764B5217A0D}"/>
              </a:ext>
            </a:extLst>
          </p:cNvPr>
          <p:cNvSpPr>
            <a:spLocks noGrp="1"/>
          </p:cNvSpPr>
          <p:nvPr>
            <p:ph idx="1"/>
          </p:nvPr>
        </p:nvSpPr>
        <p:spPr>
          <a:xfrm>
            <a:off x="4447308" y="591344"/>
            <a:ext cx="6906491" cy="5585619"/>
          </a:xfrm>
        </p:spPr>
        <p:txBody>
          <a:bodyPr anchor="ctr">
            <a:normAutofit/>
          </a:bodyPr>
          <a:lstStyle/>
          <a:p>
            <a:r>
              <a:rPr lang="en-US" dirty="0"/>
              <a:t>The combination of the constitutive and inducible melanin pigmentation determines what is called the skin phototype (SPT)</a:t>
            </a:r>
          </a:p>
          <a:p>
            <a:r>
              <a:rPr lang="en-GB" dirty="0"/>
              <a:t>The Fitzpatrick Scale was created in 1975 by </a:t>
            </a:r>
            <a:r>
              <a:rPr lang="en-GB" b="1" dirty="0">
                <a:effectLst/>
              </a:rPr>
              <a:t>Dr. Thomas B. Fitzpatrick</a:t>
            </a:r>
            <a:endParaRPr lang="en-US" dirty="0"/>
          </a:p>
          <a:p>
            <a:endParaRPr lang="en-US" dirty="0"/>
          </a:p>
          <a:p>
            <a:endParaRPr lang="en-US" dirty="0"/>
          </a:p>
          <a:p>
            <a:endParaRPr lang="en-GB" dirty="0"/>
          </a:p>
        </p:txBody>
      </p:sp>
    </p:spTree>
    <p:extLst>
      <p:ext uri="{BB962C8B-B14F-4D97-AF65-F5344CB8AC3E}">
        <p14:creationId xmlns:p14="http://schemas.microsoft.com/office/powerpoint/2010/main" val="2854670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897058-9823-3406-E394-CA6ECFC0C019}"/>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BBFC1CA-4F67-9195-0A54-23D7DF5D593B}"/>
              </a:ext>
            </a:extLst>
          </p:cNvPr>
          <p:cNvSpPr>
            <a:spLocks noGrp="1"/>
          </p:cNvSpPr>
          <p:nvPr>
            <p:ph idx="1"/>
          </p:nvPr>
        </p:nvSpPr>
        <p:spPr>
          <a:xfrm>
            <a:off x="4447308" y="591344"/>
            <a:ext cx="6906491" cy="5585619"/>
          </a:xfrm>
        </p:spPr>
        <p:txBody>
          <a:bodyPr anchor="ctr">
            <a:normAutofit/>
          </a:bodyPr>
          <a:lstStyle/>
          <a:p>
            <a:r>
              <a:rPr lang="en-GB" dirty="0"/>
              <a:t>The Fitzpatrick Scale is a numerical classification system that categorises human skin into six different types based on its reaction to sun exposure. </a:t>
            </a:r>
          </a:p>
          <a:p>
            <a:r>
              <a:rPr lang="en-GB" dirty="0"/>
              <a:t>It takes into account factors such as skin colour, sensitivity to the sun, and susceptibility to burning or tanning. </a:t>
            </a:r>
          </a:p>
          <a:p>
            <a:endParaRPr lang="en-GB" dirty="0"/>
          </a:p>
          <a:p>
            <a:endParaRPr lang="en-GB" dirty="0"/>
          </a:p>
        </p:txBody>
      </p:sp>
    </p:spTree>
    <p:extLst>
      <p:ext uri="{BB962C8B-B14F-4D97-AF65-F5344CB8AC3E}">
        <p14:creationId xmlns:p14="http://schemas.microsoft.com/office/powerpoint/2010/main" val="17103479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822504C-0962-0977-1AAD-4B932BDE3EBE}"/>
              </a:ext>
            </a:extLst>
          </p:cNvPr>
          <p:cNvPicPr>
            <a:picLocks noGrp="1" noChangeAspect="1"/>
          </p:cNvPicPr>
          <p:nvPr>
            <p:ph idx="1"/>
          </p:nvPr>
        </p:nvPicPr>
        <p:blipFill>
          <a:blip r:embed="rId2"/>
          <a:stretch>
            <a:fillRect/>
          </a:stretch>
        </p:blipFill>
        <p:spPr>
          <a:xfrm>
            <a:off x="713327" y="643466"/>
            <a:ext cx="10765346" cy="5571067"/>
          </a:xfrm>
          <a:prstGeom prst="rect">
            <a:avLst/>
          </a:prstGeom>
        </p:spPr>
      </p:pic>
    </p:spTree>
    <p:extLst>
      <p:ext uri="{BB962C8B-B14F-4D97-AF65-F5344CB8AC3E}">
        <p14:creationId xmlns:p14="http://schemas.microsoft.com/office/powerpoint/2010/main" val="14595814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a:extLst>
              <a:ext uri="{FF2B5EF4-FFF2-40B4-BE49-F238E27FC236}">
                <a16:creationId xmlns:a16="http://schemas.microsoft.com/office/drawing/2014/main" id="{EDF4918B-1D8C-C6F7-22C8-5FC175FBEA19}"/>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15059161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0A2571-E013-0A38-F382-AD92DF65DBA2}"/>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D51A440-19EE-42ED-404C-8E70730FC265}"/>
              </a:ext>
            </a:extLst>
          </p:cNvPr>
          <p:cNvSpPr>
            <a:spLocks noGrp="1"/>
          </p:cNvSpPr>
          <p:nvPr>
            <p:ph idx="1"/>
          </p:nvPr>
        </p:nvSpPr>
        <p:spPr>
          <a:xfrm>
            <a:off x="4447308" y="591344"/>
            <a:ext cx="6906491" cy="5585619"/>
          </a:xfrm>
        </p:spPr>
        <p:txBody>
          <a:bodyPr anchor="ctr">
            <a:normAutofit/>
          </a:bodyPr>
          <a:lstStyle/>
          <a:p>
            <a:r>
              <a:rPr lang="en-US" dirty="0"/>
              <a:t>NOTE: The SPT is not determined strictly by ethnicity. </a:t>
            </a:r>
          </a:p>
          <a:p>
            <a:r>
              <a:rPr lang="en-US" dirty="0"/>
              <a:t>Hence, African "black" ethnic persons can be SPT Ill and an East Indian Caucasian can be SPT IV or even V. </a:t>
            </a:r>
          </a:p>
          <a:p>
            <a:endParaRPr lang="en-GB" dirty="0"/>
          </a:p>
        </p:txBody>
      </p:sp>
    </p:spTree>
    <p:extLst>
      <p:ext uri="{BB962C8B-B14F-4D97-AF65-F5344CB8AC3E}">
        <p14:creationId xmlns:p14="http://schemas.microsoft.com/office/powerpoint/2010/main" val="19555961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49B9-E077-319B-64D8-71E7DB676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1D34D-8380-50C0-16FB-19036257DFD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ED911ED-77F7-9258-E641-3F32A9F106EE}"/>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BC387A09-6358-801A-56B6-C936C39BE177}"/>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1689367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597FA-8563-A5A7-6618-5E3A8E8FAD46}"/>
              </a:ext>
            </a:extLst>
          </p:cNvPr>
          <p:cNvSpPr>
            <a:spLocks noGrp="1"/>
          </p:cNvSpPr>
          <p:nvPr>
            <p:ph type="title"/>
          </p:nvPr>
        </p:nvSpPr>
        <p:spPr>
          <a:xfrm>
            <a:off x="838200" y="365125"/>
            <a:ext cx="5558489" cy="1325563"/>
          </a:xfrm>
        </p:spPr>
        <p:txBody>
          <a:bodyPr>
            <a:normAutofit/>
          </a:bodyPr>
          <a:lstStyle/>
          <a:p>
            <a:endParaRPr lang="en-GB" dirty="0"/>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2BDFBA9-CC38-AC13-1928-E2B0BF29F287}"/>
              </a:ext>
            </a:extLst>
          </p:cNvPr>
          <p:cNvSpPr>
            <a:spLocks noGrp="1"/>
          </p:cNvSpPr>
          <p:nvPr>
            <p:ph idx="1"/>
          </p:nvPr>
        </p:nvSpPr>
        <p:spPr>
          <a:xfrm>
            <a:off x="838200" y="1825625"/>
            <a:ext cx="5558489" cy="4351338"/>
          </a:xfrm>
        </p:spPr>
        <p:txBody>
          <a:bodyPr>
            <a:normAutofit/>
          </a:bodyPr>
          <a:lstStyle/>
          <a:p>
            <a:r>
              <a:rPr lang="en-GB" sz="4400" b="1" dirty="0"/>
              <a:t>Inflammation, Histamine &amp; Immune Response</a:t>
            </a:r>
            <a:br>
              <a:rPr lang="en-GB" sz="4400" b="1" dirty="0"/>
            </a:br>
            <a:endParaRPr lang="en-GB" sz="4400" dirty="0"/>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26639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34636A-7C6F-CDA4-B76D-1427A627F45E}"/>
              </a:ext>
            </a:extLst>
          </p:cNvPr>
          <p:cNvSpPr>
            <a:spLocks noGrp="1"/>
          </p:cNvSpPr>
          <p:nvPr>
            <p:ph type="title"/>
          </p:nvPr>
        </p:nvSpPr>
        <p:spPr>
          <a:xfrm>
            <a:off x="838200" y="365125"/>
            <a:ext cx="10515600" cy="1325563"/>
          </a:xfrm>
        </p:spPr>
        <p:txBody>
          <a:bodyPr>
            <a:normAutofit/>
          </a:bodyPr>
          <a:lstStyle/>
          <a:p>
            <a:r>
              <a:rPr lang="en-GB" sz="4200" b="1"/>
              <a:t>The Inflammatory Response</a:t>
            </a:r>
            <a:br>
              <a:rPr lang="en-GB" sz="4200" b="1"/>
            </a:br>
            <a:endParaRPr lang="en-GB" sz="4200"/>
          </a:p>
        </p:txBody>
      </p:sp>
      <p:sp>
        <p:nvSpPr>
          <p:cNvPr id="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966D39-0408-0420-5A45-6F2E417085D8}"/>
              </a:ext>
            </a:extLst>
          </p:cNvPr>
          <p:cNvSpPr>
            <a:spLocks noGrp="1"/>
          </p:cNvSpPr>
          <p:nvPr>
            <p:ph idx="1"/>
          </p:nvPr>
        </p:nvSpPr>
        <p:spPr>
          <a:xfrm>
            <a:off x="838200" y="1929384"/>
            <a:ext cx="10515600" cy="4251960"/>
          </a:xfrm>
        </p:spPr>
        <p:txBody>
          <a:bodyPr>
            <a:normAutofit/>
          </a:bodyPr>
          <a:lstStyle/>
          <a:p>
            <a:r>
              <a:rPr lang="en-GB" dirty="0"/>
              <a:t>Inflammation is the body's biological response to harmful stimuli, such as irritants, pathogens, and damaged cells or</a:t>
            </a:r>
          </a:p>
          <a:p>
            <a:endParaRPr lang="en-GB" dirty="0"/>
          </a:p>
          <a:p>
            <a:r>
              <a:rPr lang="en-GB" dirty="0"/>
              <a:t>Inflammation is the immune system's first-line of defence against injury, infection, or allergens. </a:t>
            </a:r>
          </a:p>
        </p:txBody>
      </p:sp>
    </p:spTree>
    <p:extLst>
      <p:ext uri="{BB962C8B-B14F-4D97-AF65-F5344CB8AC3E}">
        <p14:creationId xmlns:p14="http://schemas.microsoft.com/office/powerpoint/2010/main" val="3198136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C2FB5E-DC3A-C360-30AF-FD12368396E9}"/>
              </a:ext>
            </a:extLst>
          </p:cNvPr>
          <p:cNvSpPr>
            <a:spLocks noGrp="1"/>
          </p:cNvSpPr>
          <p:nvPr>
            <p:ph type="title"/>
          </p:nvPr>
        </p:nvSpPr>
        <p:spPr>
          <a:xfrm>
            <a:off x="838200" y="365125"/>
            <a:ext cx="10515600" cy="1325563"/>
          </a:xfrm>
        </p:spPr>
        <p:txBody>
          <a:bodyPr>
            <a:normAutofit/>
          </a:bodyPr>
          <a:lstStyle/>
          <a:p>
            <a:endParaRPr lang="en-GB" sz="5400"/>
          </a:p>
        </p:txBody>
      </p:sp>
      <p:sp>
        <p:nvSpPr>
          <p:cNvPr id="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E9E2A1-3FC5-3A76-1EF5-FA2D42B3DDB1}"/>
              </a:ext>
            </a:extLst>
          </p:cNvPr>
          <p:cNvSpPr>
            <a:spLocks noGrp="1"/>
          </p:cNvSpPr>
          <p:nvPr>
            <p:ph idx="1"/>
          </p:nvPr>
        </p:nvSpPr>
        <p:spPr>
          <a:xfrm>
            <a:off x="838200" y="1929384"/>
            <a:ext cx="10515600" cy="4251960"/>
          </a:xfrm>
        </p:spPr>
        <p:txBody>
          <a:bodyPr>
            <a:normAutofit/>
          </a:bodyPr>
          <a:lstStyle/>
          <a:p>
            <a:r>
              <a:rPr lang="en-GB" dirty="0"/>
              <a:t>It follows a predictable cascade:</a:t>
            </a:r>
          </a:p>
          <a:p>
            <a:r>
              <a:rPr lang="en-GB" b="1" dirty="0"/>
              <a:t>Trigger</a:t>
            </a:r>
            <a:r>
              <a:rPr lang="en-GB" dirty="0"/>
              <a:t> (pathogen, allergen, trauma) → tissue damage</a:t>
            </a:r>
          </a:p>
          <a:p>
            <a:r>
              <a:rPr lang="en-GB" b="1" dirty="0"/>
              <a:t>Mast cells</a:t>
            </a:r>
            <a:r>
              <a:rPr lang="en-GB" dirty="0"/>
              <a:t> release preformed mediators (histamine, heparin)</a:t>
            </a:r>
          </a:p>
          <a:p>
            <a:r>
              <a:rPr lang="en-GB" b="1" dirty="0"/>
              <a:t>Vasodilation</a:t>
            </a:r>
            <a:r>
              <a:rPr lang="en-GB" dirty="0"/>
              <a:t> → increased blood flow → redness &amp; warmth</a:t>
            </a:r>
          </a:p>
          <a:p>
            <a:r>
              <a:rPr lang="en-GB" b="1" dirty="0"/>
              <a:t>Increased vascular permeability</a:t>
            </a:r>
            <a:r>
              <a:rPr lang="en-GB" dirty="0"/>
              <a:t> → fluid leaks into tissue → swelling</a:t>
            </a:r>
          </a:p>
          <a:p>
            <a:r>
              <a:rPr lang="en-GB" b="1" dirty="0"/>
              <a:t>Chemotaxis</a:t>
            </a:r>
            <a:r>
              <a:rPr lang="en-GB" dirty="0"/>
              <a:t> → neutrophils, then macrophages recruited to site</a:t>
            </a:r>
          </a:p>
          <a:p>
            <a:r>
              <a:rPr lang="en-GB" b="1" dirty="0"/>
              <a:t>Resolution or chronicity</a:t>
            </a:r>
            <a:endParaRPr lang="en-GB" dirty="0"/>
          </a:p>
          <a:p>
            <a:endParaRPr lang="en-GB" dirty="0"/>
          </a:p>
        </p:txBody>
      </p:sp>
    </p:spTree>
    <p:extLst>
      <p:ext uri="{BB962C8B-B14F-4D97-AF65-F5344CB8AC3E}">
        <p14:creationId xmlns:p14="http://schemas.microsoft.com/office/powerpoint/2010/main" val="40421839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07423D-DB27-ADD8-0421-0C99968CBB27}"/>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dirty="0">
                <a:solidFill>
                  <a:schemeClr val="tx1"/>
                </a:solidFill>
                <a:latin typeface="+mj-lt"/>
                <a:ea typeface="+mj-ea"/>
                <a:cs typeface="+mj-cs"/>
              </a:rPr>
              <a:t>Histamine</a:t>
            </a:r>
          </a:p>
        </p:txBody>
      </p:sp>
      <p:sp>
        <p:nvSpPr>
          <p:cNvPr id="26"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7E0F7C3-0135-03E8-7764-3DDF7C4B3298}"/>
              </a:ext>
            </a:extLst>
          </p:cNvPr>
          <p:cNvSpPr txBox="1"/>
          <p:nvPr/>
        </p:nvSpPr>
        <p:spPr>
          <a:xfrm>
            <a:off x="630936" y="2660904"/>
            <a:ext cx="4818888" cy="354787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a:t>Released primarily from </a:t>
            </a:r>
            <a:r>
              <a:rPr lang="en-US" sz="2200" b="1"/>
              <a:t>mast cells and basophils</a:t>
            </a:r>
            <a:r>
              <a:rPr lang="en-US" sz="2200"/>
              <a:t>, histamine acts on:</a:t>
            </a:r>
          </a:p>
        </p:txBody>
      </p:sp>
      <p:graphicFrame>
        <p:nvGraphicFramePr>
          <p:cNvPr id="4" name="Content Placeholder 3">
            <a:extLst>
              <a:ext uri="{FF2B5EF4-FFF2-40B4-BE49-F238E27FC236}">
                <a16:creationId xmlns:a16="http://schemas.microsoft.com/office/drawing/2014/main" id="{58760556-F098-E4C7-B888-7FCDDCD91E0F}"/>
              </a:ext>
            </a:extLst>
          </p:cNvPr>
          <p:cNvGraphicFramePr>
            <a:graphicFrameLocks noGrp="1"/>
          </p:cNvGraphicFramePr>
          <p:nvPr>
            <p:ph idx="1"/>
            <p:extLst>
              <p:ext uri="{D42A27DB-BD31-4B8C-83A1-F6EECF244321}">
                <p14:modId xmlns:p14="http://schemas.microsoft.com/office/powerpoint/2010/main" val="1259531957"/>
              </p:ext>
            </p:extLst>
          </p:nvPr>
        </p:nvGraphicFramePr>
        <p:xfrm>
          <a:off x="6099048" y="2494933"/>
          <a:ext cx="5458970" cy="1868135"/>
        </p:xfrm>
        <a:graphic>
          <a:graphicData uri="http://schemas.openxmlformats.org/drawingml/2006/table">
            <a:tbl>
              <a:tblPr>
                <a:noFill/>
              </a:tblPr>
              <a:tblGrid>
                <a:gridCol w="1102657">
                  <a:extLst>
                    <a:ext uri="{9D8B030D-6E8A-4147-A177-3AD203B41FA5}">
                      <a16:colId xmlns:a16="http://schemas.microsoft.com/office/drawing/2014/main" val="3783343487"/>
                    </a:ext>
                  </a:extLst>
                </a:gridCol>
                <a:gridCol w="2685792">
                  <a:extLst>
                    <a:ext uri="{9D8B030D-6E8A-4147-A177-3AD203B41FA5}">
                      <a16:colId xmlns:a16="http://schemas.microsoft.com/office/drawing/2014/main" val="1187519181"/>
                    </a:ext>
                  </a:extLst>
                </a:gridCol>
                <a:gridCol w="1670521">
                  <a:extLst>
                    <a:ext uri="{9D8B030D-6E8A-4147-A177-3AD203B41FA5}">
                      <a16:colId xmlns:a16="http://schemas.microsoft.com/office/drawing/2014/main" val="2697676467"/>
                    </a:ext>
                  </a:extLst>
                </a:gridCol>
              </a:tblGrid>
              <a:tr h="698072">
                <a:tc>
                  <a:txBody>
                    <a:bodyPr/>
                    <a:lstStyle/>
                    <a:p>
                      <a:pPr>
                        <a:buNone/>
                      </a:pPr>
                      <a:r>
                        <a:rPr lang="en-GB" sz="1500" cap="none" spc="0">
                          <a:solidFill>
                            <a:schemeClr val="tx1"/>
                          </a:solidFill>
                        </a:rPr>
                        <a:t>Receptor</a:t>
                      </a:r>
                    </a:p>
                  </a:txBody>
                  <a:tcPr marL="81432" marR="116331" marT="23266" marB="174496"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noFill/>
                  </a:tcPr>
                </a:tc>
                <a:tc>
                  <a:txBody>
                    <a:bodyPr/>
                    <a:lstStyle/>
                    <a:p>
                      <a:pPr>
                        <a:buNone/>
                      </a:pPr>
                      <a:r>
                        <a:rPr lang="en-GB" sz="1500" cap="none" spc="0">
                          <a:solidFill>
                            <a:schemeClr val="tx1"/>
                          </a:solidFill>
                        </a:rPr>
                        <a:t>Effect</a:t>
                      </a:r>
                    </a:p>
                  </a:txBody>
                  <a:tcPr marL="81432" marR="116331" marT="23266" marB="174496" anchor="ctr">
                    <a:lnL w="12700" cmpd="sng">
                      <a:noFill/>
                      <a:prstDash val="solid"/>
                    </a:lnL>
                    <a:lnR w="12700" cmpd="sng">
                      <a:noFill/>
                      <a:prstDash val="solid"/>
                    </a:lnR>
                    <a:lnT w="9525" cap="flat" cmpd="sng" algn="ctr">
                      <a:noFill/>
                      <a:prstDash val="solid"/>
                    </a:lnT>
                    <a:lnB w="12700" cmpd="sng">
                      <a:noFill/>
                      <a:prstDash val="solid"/>
                    </a:lnB>
                    <a:noFill/>
                  </a:tcPr>
                </a:tc>
                <a:tc>
                  <a:txBody>
                    <a:bodyPr/>
                    <a:lstStyle/>
                    <a:p>
                      <a:pPr>
                        <a:buNone/>
                      </a:pPr>
                      <a:r>
                        <a:rPr lang="en-GB" sz="1500" cap="none" spc="0">
                          <a:solidFill>
                            <a:schemeClr val="tx1"/>
                          </a:solidFill>
                        </a:rPr>
                        <a:t>Dermatological relevance</a:t>
                      </a:r>
                    </a:p>
                  </a:txBody>
                  <a:tcPr marL="81432" marR="116331" marT="23266" marB="174496" anchor="ctr">
                    <a:lnL w="12700" cmpd="sng">
                      <a:noFill/>
                      <a:prstDash val="solid"/>
                    </a:lnL>
                    <a:lnR w="12700" cmpd="sng">
                      <a:noFill/>
                      <a:prstDash val="solid"/>
                    </a:lnR>
                    <a:lnT w="9525" cap="flat" cmpd="sng" algn="ctr">
                      <a:noFill/>
                      <a:prstDash val="solid"/>
                    </a:lnT>
                    <a:lnB w="12700" cmpd="sng">
                      <a:noFill/>
                      <a:prstDash val="solid"/>
                    </a:lnB>
                    <a:noFill/>
                  </a:tcPr>
                </a:tc>
                <a:extLst>
                  <a:ext uri="{0D108BD9-81ED-4DB2-BD59-A6C34878D82A}">
                    <a16:rowId xmlns:a16="http://schemas.microsoft.com/office/drawing/2014/main" val="2959222397"/>
                  </a:ext>
                </a:extLst>
              </a:tr>
              <a:tr h="1170063">
                <a:tc>
                  <a:txBody>
                    <a:bodyPr/>
                    <a:lstStyle/>
                    <a:p>
                      <a:pPr>
                        <a:buNone/>
                      </a:pPr>
                      <a:r>
                        <a:rPr lang="en-GB" sz="1500" cap="none" spc="0">
                          <a:solidFill>
                            <a:schemeClr val="tx1"/>
                          </a:solidFill>
                        </a:rPr>
                        <a:t>H1</a:t>
                      </a:r>
                    </a:p>
                  </a:txBody>
                  <a:tcPr marL="81432" marR="116331" marT="23266" marB="174496"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GB" sz="1500" cap="none" spc="0">
                          <a:solidFill>
                            <a:schemeClr val="tx1"/>
                          </a:solidFill>
                        </a:rPr>
                        <a:t>Vasodilation, itch (pruritus), bronchoconstriction</a:t>
                      </a:r>
                    </a:p>
                  </a:txBody>
                  <a:tcPr marL="81432" marR="116331" marT="23266" marB="17449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GB" sz="1500" cap="none" spc="0">
                          <a:solidFill>
                            <a:schemeClr val="tx1"/>
                          </a:solidFill>
                        </a:rPr>
                        <a:t>Urticaria, atopic dermatitis, allergic reactions</a:t>
                      </a:r>
                    </a:p>
                  </a:txBody>
                  <a:tcPr marL="81432" marR="116331" marT="23266" marB="17449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63700577"/>
                  </a:ext>
                </a:extLst>
              </a:tr>
            </a:tbl>
          </a:graphicData>
        </a:graphic>
      </p:graphicFrame>
    </p:spTree>
    <p:extLst>
      <p:ext uri="{BB962C8B-B14F-4D97-AF65-F5344CB8AC3E}">
        <p14:creationId xmlns:p14="http://schemas.microsoft.com/office/powerpoint/2010/main" val="4101693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DFA0E-D75F-2016-8948-030E919B7982}"/>
              </a:ext>
            </a:extLst>
          </p:cNvPr>
          <p:cNvSpPr>
            <a:spLocks noGrp="1"/>
          </p:cNvSpPr>
          <p:nvPr>
            <p:ph type="title"/>
          </p:nvPr>
        </p:nvSpPr>
        <p:spPr/>
        <p:txBody>
          <a:bodyPr/>
          <a:lstStyle/>
          <a:p>
            <a:r>
              <a:rPr lang="en-GB" b="1" dirty="0"/>
              <a:t>Immune Response: Innate vs Adaptive</a:t>
            </a:r>
            <a:br>
              <a:rPr lang="en-GB" b="1" dirty="0"/>
            </a:br>
            <a:endParaRPr lang="en-GB" dirty="0"/>
          </a:p>
        </p:txBody>
      </p:sp>
      <p:sp>
        <p:nvSpPr>
          <p:cNvPr id="3" name="Content Placeholder 2">
            <a:extLst>
              <a:ext uri="{FF2B5EF4-FFF2-40B4-BE49-F238E27FC236}">
                <a16:creationId xmlns:a16="http://schemas.microsoft.com/office/drawing/2014/main" id="{E5DE88D9-4409-9F0F-C912-09F5B8FDDB70}"/>
              </a:ext>
            </a:extLst>
          </p:cNvPr>
          <p:cNvSpPr>
            <a:spLocks noGrp="1"/>
          </p:cNvSpPr>
          <p:nvPr>
            <p:ph idx="1"/>
          </p:nvPr>
        </p:nvSpPr>
        <p:spPr/>
        <p:txBody>
          <a:bodyPr>
            <a:normAutofit/>
          </a:bodyPr>
          <a:lstStyle/>
          <a:p>
            <a:r>
              <a:rPr lang="en-GB" b="1" dirty="0"/>
              <a:t>Innate</a:t>
            </a:r>
            <a:r>
              <a:rPr lang="en-GB" dirty="0"/>
              <a:t> (fast, non-specific) — relevant to acute skin reactions: bacterial infections, contact irritants.</a:t>
            </a:r>
          </a:p>
          <a:p>
            <a:endParaRPr lang="en-GB" dirty="0"/>
          </a:p>
          <a:p>
            <a:r>
              <a:rPr lang="en-GB" b="1" dirty="0"/>
              <a:t>Adaptive</a:t>
            </a:r>
            <a:r>
              <a:rPr lang="en-GB" dirty="0"/>
              <a:t> (slow, specific, memory-forming) — relevant to:</a:t>
            </a:r>
          </a:p>
          <a:p>
            <a:r>
              <a:rPr lang="en-GB" b="1" dirty="0"/>
              <a:t>Type I hypersensitivity</a:t>
            </a:r>
            <a:r>
              <a:rPr lang="en-GB" dirty="0"/>
              <a:t> (IgE-mediated): urticaria, angioedema, anaphylaxis</a:t>
            </a:r>
          </a:p>
          <a:p>
            <a:r>
              <a:rPr lang="en-GB" b="1" dirty="0"/>
              <a:t>Type IV hypersensitivity</a:t>
            </a:r>
            <a:r>
              <a:rPr lang="en-GB" dirty="0"/>
              <a:t> (T-cell mediated, </a:t>
            </a:r>
            <a:r>
              <a:rPr lang="en-GB" i="1" dirty="0"/>
              <a:t>delayed</a:t>
            </a:r>
            <a:r>
              <a:rPr lang="en-GB" dirty="0"/>
              <a:t>): allergic contact dermatitis (e.g. nickel, poison ivy) — no antibodies involved</a:t>
            </a:r>
          </a:p>
          <a:p>
            <a:endParaRPr lang="en-GB" dirty="0"/>
          </a:p>
        </p:txBody>
      </p:sp>
    </p:spTree>
    <p:extLst>
      <p:ext uri="{BB962C8B-B14F-4D97-AF65-F5344CB8AC3E}">
        <p14:creationId xmlns:p14="http://schemas.microsoft.com/office/powerpoint/2010/main" val="4786472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Introduction to Immunology - Stomp On Step1">
            <a:extLst>
              <a:ext uri="{FF2B5EF4-FFF2-40B4-BE49-F238E27FC236}">
                <a16:creationId xmlns:a16="http://schemas.microsoft.com/office/drawing/2014/main" id="{1269AFF3-8FAF-25A4-85D7-A5043169A210}"/>
              </a:ext>
            </a:extLst>
          </p:cNvPr>
          <p:cNvPicPr>
            <a:picLocks noGrp="1" noChangeAspect="1"/>
          </p:cNvPicPr>
          <p:nvPr>
            <p:ph idx="1"/>
          </p:nvPr>
        </p:nvPicPr>
        <p:blipFill>
          <a:blip r:embed="rId2"/>
          <a:stretch>
            <a:fillRect/>
          </a:stretch>
        </p:blipFill>
        <p:spPr>
          <a:xfrm>
            <a:off x="2324816" y="214348"/>
            <a:ext cx="8123328" cy="6000186"/>
          </a:xfrm>
          <a:prstGeom prst="rect">
            <a:avLst/>
          </a:prstGeom>
        </p:spPr>
      </p:pic>
    </p:spTree>
    <p:extLst>
      <p:ext uri="{BB962C8B-B14F-4D97-AF65-F5344CB8AC3E}">
        <p14:creationId xmlns:p14="http://schemas.microsoft.com/office/powerpoint/2010/main" val="33512915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Your Immune System Series - Part One">
            <a:extLst>
              <a:ext uri="{FF2B5EF4-FFF2-40B4-BE49-F238E27FC236}">
                <a16:creationId xmlns:a16="http://schemas.microsoft.com/office/drawing/2014/main" id="{2D5B2AE1-B2DB-D133-EEE8-3B55F51818AC}"/>
              </a:ext>
            </a:extLst>
          </p:cNvPr>
          <p:cNvPicPr>
            <a:picLocks noGrp="1" noChangeAspect="1"/>
          </p:cNvPicPr>
          <p:nvPr>
            <p:ph idx="1"/>
          </p:nvPr>
        </p:nvPicPr>
        <p:blipFill>
          <a:blip r:embed="rId2"/>
          <a:stretch>
            <a:fillRect/>
          </a:stretch>
        </p:blipFill>
        <p:spPr>
          <a:xfrm>
            <a:off x="2023673" y="140258"/>
            <a:ext cx="8349520" cy="6074275"/>
          </a:xfrm>
          <a:prstGeom prst="rect">
            <a:avLst/>
          </a:prstGeom>
        </p:spPr>
      </p:pic>
    </p:spTree>
    <p:extLst>
      <p:ext uri="{BB962C8B-B14F-4D97-AF65-F5344CB8AC3E}">
        <p14:creationId xmlns:p14="http://schemas.microsoft.com/office/powerpoint/2010/main" val="2296293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Inflammatory Cascade: Pathogenesis and Clinical Findings | Calgary ...">
            <a:extLst>
              <a:ext uri="{FF2B5EF4-FFF2-40B4-BE49-F238E27FC236}">
                <a16:creationId xmlns:a16="http://schemas.microsoft.com/office/drawing/2014/main" id="{BC1EFC6E-C608-90A4-EC96-DDDC7334C8BE}"/>
              </a:ext>
            </a:extLst>
          </p:cNvPr>
          <p:cNvPicPr>
            <a:picLocks noGrp="1" noChangeAspect="1"/>
          </p:cNvPicPr>
          <p:nvPr>
            <p:ph idx="1"/>
          </p:nvPr>
        </p:nvPicPr>
        <p:blipFill>
          <a:blip r:embed="rId2"/>
          <a:stretch>
            <a:fillRect/>
          </a:stretch>
        </p:blipFill>
        <p:spPr>
          <a:xfrm>
            <a:off x="1663908" y="0"/>
            <a:ext cx="8559384" cy="6419538"/>
          </a:xfrm>
          <a:prstGeom prst="rect">
            <a:avLst/>
          </a:prstGeom>
        </p:spPr>
      </p:pic>
    </p:spTree>
    <p:extLst>
      <p:ext uri="{BB962C8B-B14F-4D97-AF65-F5344CB8AC3E}">
        <p14:creationId xmlns:p14="http://schemas.microsoft.com/office/powerpoint/2010/main" val="2913220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F803D-152F-D59B-CF60-2AF716B2A7F8}"/>
              </a:ext>
            </a:extLst>
          </p:cNvPr>
          <p:cNvSpPr>
            <a:spLocks noGrp="1"/>
          </p:cNvSpPr>
          <p:nvPr>
            <p:ph type="title"/>
          </p:nvPr>
        </p:nvSpPr>
        <p:spPr/>
        <p:txBody>
          <a:bodyPr/>
          <a:lstStyle/>
          <a:p>
            <a:endParaRPr lang="en-GB"/>
          </a:p>
        </p:txBody>
      </p:sp>
      <p:graphicFrame>
        <p:nvGraphicFramePr>
          <p:cNvPr id="4" name="Content Placeholder 3">
            <a:extLst>
              <a:ext uri="{FF2B5EF4-FFF2-40B4-BE49-F238E27FC236}">
                <a16:creationId xmlns:a16="http://schemas.microsoft.com/office/drawing/2014/main" id="{77CFE45B-ADF1-55A5-83E2-20F322C7B042}"/>
              </a:ext>
            </a:extLst>
          </p:cNvPr>
          <p:cNvGraphicFramePr>
            <a:graphicFrameLocks noGrp="1"/>
          </p:cNvGraphicFramePr>
          <p:nvPr>
            <p:ph idx="1"/>
            <p:extLst>
              <p:ext uri="{D42A27DB-BD31-4B8C-83A1-F6EECF244321}">
                <p14:modId xmlns:p14="http://schemas.microsoft.com/office/powerpoint/2010/main" val="1054776419"/>
              </p:ext>
            </p:extLst>
          </p:nvPr>
        </p:nvGraphicFramePr>
        <p:xfrm>
          <a:off x="838200" y="2218214"/>
          <a:ext cx="10515600" cy="3566160"/>
        </p:xfrm>
        <a:graphic>
          <a:graphicData uri="http://schemas.openxmlformats.org/drawingml/2006/table">
            <a:tbl>
              <a:tblPr/>
              <a:tblGrid>
                <a:gridCol w="3505200">
                  <a:extLst>
                    <a:ext uri="{9D8B030D-6E8A-4147-A177-3AD203B41FA5}">
                      <a16:colId xmlns:a16="http://schemas.microsoft.com/office/drawing/2014/main" val="3646332327"/>
                    </a:ext>
                  </a:extLst>
                </a:gridCol>
                <a:gridCol w="3505200">
                  <a:extLst>
                    <a:ext uri="{9D8B030D-6E8A-4147-A177-3AD203B41FA5}">
                      <a16:colId xmlns:a16="http://schemas.microsoft.com/office/drawing/2014/main" val="1724064995"/>
                    </a:ext>
                  </a:extLst>
                </a:gridCol>
                <a:gridCol w="3505200">
                  <a:extLst>
                    <a:ext uri="{9D8B030D-6E8A-4147-A177-3AD203B41FA5}">
                      <a16:colId xmlns:a16="http://schemas.microsoft.com/office/drawing/2014/main" val="2838296307"/>
                    </a:ext>
                  </a:extLst>
                </a:gridCol>
              </a:tblGrid>
              <a:tr h="0">
                <a:tc>
                  <a:txBody>
                    <a:bodyPr/>
                    <a:lstStyle/>
                    <a:p>
                      <a:pPr>
                        <a:buNone/>
                      </a:pPr>
                      <a:r>
                        <a:rPr lang="en-GB"/>
                        <a:t>Condition</a:t>
                      </a:r>
                    </a:p>
                  </a:txBody>
                  <a:tcPr anchor="ctr">
                    <a:lnL>
                      <a:noFill/>
                    </a:lnL>
                    <a:lnR>
                      <a:noFill/>
                    </a:lnR>
                    <a:lnT>
                      <a:noFill/>
                    </a:lnT>
                    <a:lnB>
                      <a:noFill/>
                    </a:lnB>
                    <a:noFill/>
                  </a:tcPr>
                </a:tc>
                <a:tc>
                  <a:txBody>
                    <a:bodyPr/>
                    <a:lstStyle/>
                    <a:p>
                      <a:pPr>
                        <a:buNone/>
                      </a:pPr>
                      <a:r>
                        <a:rPr lang="en-GB"/>
                        <a:t>Mechanism</a:t>
                      </a:r>
                    </a:p>
                  </a:txBody>
                  <a:tcPr anchor="ctr">
                    <a:lnL>
                      <a:noFill/>
                    </a:lnL>
                    <a:lnR>
                      <a:noFill/>
                    </a:lnR>
                    <a:lnT>
                      <a:noFill/>
                    </a:lnT>
                    <a:lnB>
                      <a:noFill/>
                    </a:lnB>
                    <a:noFill/>
                  </a:tcPr>
                </a:tc>
                <a:tc>
                  <a:txBody>
                    <a:bodyPr/>
                    <a:lstStyle/>
                    <a:p>
                      <a:pPr>
                        <a:buNone/>
                      </a:pPr>
                      <a:r>
                        <a:rPr lang="en-GB" dirty="0"/>
                        <a:t> Relevance</a:t>
                      </a:r>
                    </a:p>
                  </a:txBody>
                  <a:tcPr anchor="ctr">
                    <a:lnL>
                      <a:noFill/>
                    </a:lnL>
                    <a:lnR>
                      <a:noFill/>
                    </a:lnR>
                    <a:lnT>
                      <a:noFill/>
                    </a:lnT>
                    <a:lnB>
                      <a:noFill/>
                    </a:lnB>
                    <a:noFill/>
                  </a:tcPr>
                </a:tc>
                <a:extLst>
                  <a:ext uri="{0D108BD9-81ED-4DB2-BD59-A6C34878D82A}">
                    <a16:rowId xmlns:a16="http://schemas.microsoft.com/office/drawing/2014/main" val="571160851"/>
                  </a:ext>
                </a:extLst>
              </a:tr>
              <a:tr h="0">
                <a:tc>
                  <a:txBody>
                    <a:bodyPr/>
                    <a:lstStyle/>
                    <a:p>
                      <a:pPr>
                        <a:buNone/>
                      </a:pPr>
                      <a:r>
                        <a:rPr lang="en-GB" b="1"/>
                        <a:t>Urticaria (hives)</a:t>
                      </a:r>
                      <a:endParaRPr lang="en-GB"/>
                    </a:p>
                  </a:txBody>
                  <a:tcPr anchor="ctr">
                    <a:lnL>
                      <a:noFill/>
                    </a:lnL>
                    <a:lnR>
                      <a:noFill/>
                    </a:lnR>
                    <a:lnT>
                      <a:noFill/>
                    </a:lnT>
                    <a:lnB>
                      <a:noFill/>
                    </a:lnB>
                    <a:noFill/>
                  </a:tcPr>
                </a:tc>
                <a:tc>
                  <a:txBody>
                    <a:bodyPr/>
                    <a:lstStyle/>
                    <a:p>
                      <a:pPr>
                        <a:buNone/>
                      </a:pPr>
                      <a:r>
                        <a:rPr lang="en-GB"/>
                        <a:t>Mast cell degranulation → histamine</a:t>
                      </a:r>
                    </a:p>
                  </a:txBody>
                  <a:tcPr anchor="ctr">
                    <a:lnL>
                      <a:noFill/>
                    </a:lnL>
                    <a:lnR>
                      <a:noFill/>
                    </a:lnR>
                    <a:lnT>
                      <a:noFill/>
                    </a:lnT>
                    <a:lnB>
                      <a:noFill/>
                    </a:lnB>
                    <a:noFill/>
                  </a:tcPr>
                </a:tc>
                <a:tc>
                  <a:txBody>
                    <a:bodyPr/>
                    <a:lstStyle/>
                    <a:p>
                      <a:pPr>
                        <a:buNone/>
                      </a:pPr>
                      <a:r>
                        <a:rPr lang="en-GB"/>
                        <a:t>Antihistamines first-line; watch for angioedema</a:t>
                      </a:r>
                    </a:p>
                  </a:txBody>
                  <a:tcPr anchor="ctr">
                    <a:lnL>
                      <a:noFill/>
                    </a:lnL>
                    <a:lnR>
                      <a:noFill/>
                    </a:lnR>
                    <a:lnT>
                      <a:noFill/>
                    </a:lnT>
                    <a:lnB>
                      <a:noFill/>
                    </a:lnB>
                    <a:noFill/>
                  </a:tcPr>
                </a:tc>
                <a:extLst>
                  <a:ext uri="{0D108BD9-81ED-4DB2-BD59-A6C34878D82A}">
                    <a16:rowId xmlns:a16="http://schemas.microsoft.com/office/drawing/2014/main" val="2014154425"/>
                  </a:ext>
                </a:extLst>
              </a:tr>
              <a:tr h="0">
                <a:tc>
                  <a:txBody>
                    <a:bodyPr/>
                    <a:lstStyle/>
                    <a:p>
                      <a:pPr>
                        <a:buNone/>
                      </a:pPr>
                      <a:r>
                        <a:rPr lang="en-GB" b="1"/>
                        <a:t>Atopic dermatitis (eczema)</a:t>
                      </a:r>
                      <a:endParaRPr lang="en-GB"/>
                    </a:p>
                  </a:txBody>
                  <a:tcPr anchor="ctr">
                    <a:lnL>
                      <a:noFill/>
                    </a:lnL>
                    <a:lnR>
                      <a:noFill/>
                    </a:lnR>
                    <a:lnT>
                      <a:noFill/>
                    </a:lnT>
                    <a:lnB>
                      <a:noFill/>
                    </a:lnB>
                    <a:noFill/>
                  </a:tcPr>
                </a:tc>
                <a:tc>
                  <a:txBody>
                    <a:bodyPr/>
                    <a:lstStyle/>
                    <a:p>
                      <a:pPr>
                        <a:buNone/>
                      </a:pPr>
                      <a:r>
                        <a:rPr lang="en-GB"/>
                        <a:t>Th2-skewed immune response; barrier dysfunction</a:t>
                      </a:r>
                    </a:p>
                  </a:txBody>
                  <a:tcPr anchor="ctr">
                    <a:lnL>
                      <a:noFill/>
                    </a:lnL>
                    <a:lnR>
                      <a:noFill/>
                    </a:lnR>
                    <a:lnT>
                      <a:noFill/>
                    </a:lnT>
                    <a:lnB>
                      <a:noFill/>
                    </a:lnB>
                    <a:noFill/>
                  </a:tcPr>
                </a:tc>
                <a:tc>
                  <a:txBody>
                    <a:bodyPr/>
                    <a:lstStyle/>
                    <a:p>
                      <a:pPr>
                        <a:buNone/>
                      </a:pPr>
                      <a:r>
                        <a:rPr lang="en-GB"/>
                        <a:t>Chronic; flare triggers, emollient education</a:t>
                      </a:r>
                    </a:p>
                  </a:txBody>
                  <a:tcPr anchor="ctr">
                    <a:lnL>
                      <a:noFill/>
                    </a:lnL>
                    <a:lnR>
                      <a:noFill/>
                    </a:lnR>
                    <a:lnT>
                      <a:noFill/>
                    </a:lnT>
                    <a:lnB>
                      <a:noFill/>
                    </a:lnB>
                    <a:noFill/>
                  </a:tcPr>
                </a:tc>
                <a:extLst>
                  <a:ext uri="{0D108BD9-81ED-4DB2-BD59-A6C34878D82A}">
                    <a16:rowId xmlns:a16="http://schemas.microsoft.com/office/drawing/2014/main" val="3277933864"/>
                  </a:ext>
                </a:extLst>
              </a:tr>
              <a:tr h="0">
                <a:tc>
                  <a:txBody>
                    <a:bodyPr/>
                    <a:lstStyle/>
                    <a:p>
                      <a:pPr>
                        <a:buNone/>
                      </a:pPr>
                      <a:r>
                        <a:rPr lang="en-GB" b="1"/>
                        <a:t>Allergic contact dermatitis</a:t>
                      </a:r>
                      <a:endParaRPr lang="en-GB"/>
                    </a:p>
                  </a:txBody>
                  <a:tcPr anchor="ctr">
                    <a:lnL>
                      <a:noFill/>
                    </a:lnL>
                    <a:lnR>
                      <a:noFill/>
                    </a:lnR>
                    <a:lnT>
                      <a:noFill/>
                    </a:lnT>
                    <a:lnB>
                      <a:noFill/>
                    </a:lnB>
                    <a:noFill/>
                  </a:tcPr>
                </a:tc>
                <a:tc>
                  <a:txBody>
                    <a:bodyPr/>
                    <a:lstStyle/>
                    <a:p>
                      <a:pPr>
                        <a:buNone/>
                      </a:pPr>
                      <a:r>
                        <a:rPr lang="en-GB"/>
                        <a:t>Type IV (delayed, T-cell)</a:t>
                      </a:r>
                    </a:p>
                  </a:txBody>
                  <a:tcPr anchor="ctr">
                    <a:lnL>
                      <a:noFill/>
                    </a:lnL>
                    <a:lnR>
                      <a:noFill/>
                    </a:lnR>
                    <a:lnT>
                      <a:noFill/>
                    </a:lnT>
                    <a:lnB>
                      <a:noFill/>
                    </a:lnB>
                    <a:noFill/>
                  </a:tcPr>
                </a:tc>
                <a:tc>
                  <a:txBody>
                    <a:bodyPr/>
                    <a:lstStyle/>
                    <a:p>
                      <a:pPr>
                        <a:buNone/>
                      </a:pPr>
                      <a:r>
                        <a:rPr lang="en-GB"/>
                        <a:t>Symptom onset 48–72 hrs after exposure</a:t>
                      </a:r>
                    </a:p>
                  </a:txBody>
                  <a:tcPr anchor="ctr">
                    <a:lnL>
                      <a:noFill/>
                    </a:lnL>
                    <a:lnR>
                      <a:noFill/>
                    </a:lnR>
                    <a:lnT>
                      <a:noFill/>
                    </a:lnT>
                    <a:lnB>
                      <a:noFill/>
                    </a:lnB>
                    <a:noFill/>
                  </a:tcPr>
                </a:tc>
                <a:extLst>
                  <a:ext uri="{0D108BD9-81ED-4DB2-BD59-A6C34878D82A}">
                    <a16:rowId xmlns:a16="http://schemas.microsoft.com/office/drawing/2014/main" val="2139814074"/>
                  </a:ext>
                </a:extLst>
              </a:tr>
              <a:tr h="0">
                <a:tc>
                  <a:txBody>
                    <a:bodyPr/>
                    <a:lstStyle/>
                    <a:p>
                      <a:pPr>
                        <a:buNone/>
                      </a:pPr>
                      <a:r>
                        <a:rPr lang="en-GB" b="1"/>
                        <a:t>Psoriasis</a:t>
                      </a:r>
                      <a:endParaRPr lang="en-GB"/>
                    </a:p>
                  </a:txBody>
                  <a:tcPr anchor="ctr">
                    <a:lnL>
                      <a:noFill/>
                    </a:lnL>
                    <a:lnR>
                      <a:noFill/>
                    </a:lnR>
                    <a:lnT>
                      <a:noFill/>
                    </a:lnT>
                    <a:lnB>
                      <a:noFill/>
                    </a:lnB>
                    <a:noFill/>
                  </a:tcPr>
                </a:tc>
                <a:tc>
                  <a:txBody>
                    <a:bodyPr/>
                    <a:lstStyle/>
                    <a:p>
                      <a:pPr>
                        <a:buNone/>
                      </a:pPr>
                      <a:r>
                        <a:rPr lang="en-GB"/>
                        <a:t>Th17/Th1 driven chronic inflammation</a:t>
                      </a:r>
                    </a:p>
                  </a:txBody>
                  <a:tcPr anchor="ctr">
                    <a:lnL>
                      <a:noFill/>
                    </a:lnL>
                    <a:lnR>
                      <a:noFill/>
                    </a:lnR>
                    <a:lnT>
                      <a:noFill/>
                    </a:lnT>
                    <a:lnB>
                      <a:noFill/>
                    </a:lnB>
                    <a:noFill/>
                  </a:tcPr>
                </a:tc>
                <a:tc>
                  <a:txBody>
                    <a:bodyPr/>
                    <a:lstStyle/>
                    <a:p>
                      <a:pPr>
                        <a:buNone/>
                      </a:pPr>
                      <a:r>
                        <a:rPr lang="en-GB"/>
                        <a:t>Not allergic; autoimmune; systemic implications</a:t>
                      </a:r>
                    </a:p>
                  </a:txBody>
                  <a:tcPr anchor="ctr">
                    <a:lnL>
                      <a:noFill/>
                    </a:lnL>
                    <a:lnR>
                      <a:noFill/>
                    </a:lnR>
                    <a:lnT>
                      <a:noFill/>
                    </a:lnT>
                    <a:lnB>
                      <a:noFill/>
                    </a:lnB>
                    <a:noFill/>
                  </a:tcPr>
                </a:tc>
                <a:extLst>
                  <a:ext uri="{0D108BD9-81ED-4DB2-BD59-A6C34878D82A}">
                    <a16:rowId xmlns:a16="http://schemas.microsoft.com/office/drawing/2014/main" val="1070367150"/>
                  </a:ext>
                </a:extLst>
              </a:tr>
              <a:tr h="0">
                <a:tc>
                  <a:txBody>
                    <a:bodyPr/>
                    <a:lstStyle/>
                    <a:p>
                      <a:pPr>
                        <a:buNone/>
                      </a:pPr>
                      <a:r>
                        <a:rPr lang="en-GB" b="1"/>
                        <a:t>Anaphylaxis</a:t>
                      </a:r>
                      <a:endParaRPr lang="en-GB"/>
                    </a:p>
                  </a:txBody>
                  <a:tcPr anchor="ctr">
                    <a:lnL>
                      <a:noFill/>
                    </a:lnL>
                    <a:lnR>
                      <a:noFill/>
                    </a:lnR>
                    <a:lnT>
                      <a:noFill/>
                    </a:lnT>
                    <a:lnB>
                      <a:noFill/>
                    </a:lnB>
                    <a:noFill/>
                  </a:tcPr>
                </a:tc>
                <a:tc>
                  <a:txBody>
                    <a:bodyPr/>
                    <a:lstStyle/>
                    <a:p>
                      <a:pPr>
                        <a:buNone/>
                      </a:pPr>
                      <a:r>
                        <a:rPr lang="en-GB" dirty="0"/>
                        <a:t>Massive IgE/mast cell response</a:t>
                      </a:r>
                    </a:p>
                  </a:txBody>
                  <a:tcPr anchor="ctr">
                    <a:lnL>
                      <a:noFill/>
                    </a:lnL>
                    <a:lnR>
                      <a:noFill/>
                    </a:lnR>
                    <a:lnT>
                      <a:noFill/>
                    </a:lnT>
                    <a:lnB>
                      <a:noFill/>
                    </a:lnB>
                    <a:noFill/>
                  </a:tcPr>
                </a:tc>
                <a:tc>
                  <a:txBody>
                    <a:bodyPr/>
                    <a:lstStyle/>
                    <a:p>
                      <a:pPr>
                        <a:buNone/>
                      </a:pPr>
                      <a:r>
                        <a:rPr lang="en-GB" dirty="0"/>
                        <a:t>Emergency: epinephrine, airway management</a:t>
                      </a:r>
                    </a:p>
                  </a:txBody>
                  <a:tcPr anchor="ctr">
                    <a:lnL>
                      <a:noFill/>
                    </a:lnL>
                    <a:lnR>
                      <a:noFill/>
                    </a:lnR>
                    <a:lnT>
                      <a:noFill/>
                    </a:lnT>
                    <a:lnB>
                      <a:noFill/>
                    </a:lnB>
                    <a:noFill/>
                  </a:tcPr>
                </a:tc>
                <a:extLst>
                  <a:ext uri="{0D108BD9-81ED-4DB2-BD59-A6C34878D82A}">
                    <a16:rowId xmlns:a16="http://schemas.microsoft.com/office/drawing/2014/main" val="2212171005"/>
                  </a:ext>
                </a:extLst>
              </a:tr>
            </a:tbl>
          </a:graphicData>
        </a:graphic>
      </p:graphicFrame>
    </p:spTree>
    <p:extLst>
      <p:ext uri="{BB962C8B-B14F-4D97-AF65-F5344CB8AC3E}">
        <p14:creationId xmlns:p14="http://schemas.microsoft.com/office/powerpoint/2010/main" val="10182230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F48E4-7495-533A-9F92-032CFB0F47BE}"/>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70CAEE9B-6B9E-5DE0-5363-E5F3286C44F0}"/>
              </a:ext>
            </a:extLst>
          </p:cNvPr>
          <p:cNvSpPr>
            <a:spLocks noGrp="1"/>
          </p:cNvSpPr>
          <p:nvPr>
            <p:ph idx="1"/>
          </p:nvPr>
        </p:nvSpPr>
        <p:spPr/>
        <p:txBody>
          <a:bodyPr/>
          <a:lstStyle/>
          <a:p>
            <a:r>
              <a:rPr lang="en-GB" dirty="0"/>
              <a:t>Inflammation results from various skin insults such as acne, eczema, trauma, or dermatologic procedures</a:t>
            </a:r>
          </a:p>
          <a:p>
            <a:r>
              <a:rPr lang="en-GB" dirty="0"/>
              <a:t>These triggers the release of inflammatory cytokines, prostaglandins, and reactive oxygen species. </a:t>
            </a:r>
          </a:p>
          <a:p>
            <a:r>
              <a:rPr lang="en-GB" dirty="0"/>
              <a:t>These mediators stimulate melanocytes to produce excess melanin, which is then transferred to surrounding keratinocytes in the epidermis and, in some cases, leaks into the dermis and is engulfed by macrophages.</a:t>
            </a:r>
          </a:p>
        </p:txBody>
      </p:sp>
    </p:spTree>
    <p:extLst>
      <p:ext uri="{BB962C8B-B14F-4D97-AF65-F5344CB8AC3E}">
        <p14:creationId xmlns:p14="http://schemas.microsoft.com/office/powerpoint/2010/main" val="17942227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BA512-AFB9-0045-DBD5-FFD5407C0644}"/>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A26A987-4D77-3369-4BD2-83D1F4E63F4E}"/>
              </a:ext>
            </a:extLst>
          </p:cNvPr>
          <p:cNvSpPr>
            <a:spLocks noGrp="1"/>
          </p:cNvSpPr>
          <p:nvPr>
            <p:ph idx="1"/>
          </p:nvPr>
        </p:nvSpPr>
        <p:spPr/>
        <p:txBody>
          <a:bodyPr/>
          <a:lstStyle/>
          <a:p>
            <a:r>
              <a:rPr lang="en-GB" dirty="0"/>
              <a:t>End result – post-inflammatory hyperpigmentation</a:t>
            </a:r>
          </a:p>
          <a:p>
            <a:endParaRPr lang="en-GB" dirty="0"/>
          </a:p>
          <a:p>
            <a:r>
              <a:rPr lang="en-GB" dirty="0"/>
              <a:t>The severity and persistence of </a:t>
            </a:r>
            <a:r>
              <a:rPr lang="en-GB" dirty="0" err="1"/>
              <a:t>postinflammatory</a:t>
            </a:r>
            <a:r>
              <a:rPr lang="en-GB" dirty="0"/>
              <a:t> hyperpigmentation depend on the degree of inflammation and the depth of melanin deposition. </a:t>
            </a:r>
          </a:p>
          <a:p>
            <a:r>
              <a:rPr lang="en-GB" dirty="0"/>
              <a:t>Individuals with darker skin types are more susceptible due to their higher baseline melanin production and more reactive melanocytes</a:t>
            </a:r>
          </a:p>
        </p:txBody>
      </p:sp>
    </p:spTree>
    <p:extLst>
      <p:ext uri="{BB962C8B-B14F-4D97-AF65-F5344CB8AC3E}">
        <p14:creationId xmlns:p14="http://schemas.microsoft.com/office/powerpoint/2010/main" val="19022071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F74A6-5653-80D6-B80F-6A76656C781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E41042D-2717-ACA4-C7CC-ED42326B99B4}"/>
              </a:ext>
            </a:extLst>
          </p:cNvPr>
          <p:cNvSpPr>
            <a:spLocks noGrp="1"/>
          </p:cNvSpPr>
          <p:nvPr>
            <p:ph idx="1"/>
          </p:nvPr>
        </p:nvSpPr>
        <p:spPr/>
        <p:txBody>
          <a:bodyPr/>
          <a:lstStyle/>
          <a:p>
            <a:r>
              <a:rPr lang="en-GB" b="1" dirty="0"/>
              <a:t>Clinical Pearls</a:t>
            </a:r>
          </a:p>
          <a:p>
            <a:r>
              <a:rPr lang="en-GB" b="1" dirty="0"/>
              <a:t>Pruritus = histamine + neuropeptides</a:t>
            </a:r>
            <a:r>
              <a:rPr lang="en-GB" dirty="0"/>
              <a:t> — scratching worsens inflammation (</a:t>
            </a:r>
            <a:r>
              <a:rPr lang="en-GB" i="1" dirty="0"/>
              <a:t>itch-scratch cycle</a:t>
            </a:r>
            <a:r>
              <a:rPr lang="en-GB" dirty="0"/>
              <a:t>)</a:t>
            </a:r>
          </a:p>
          <a:p>
            <a:r>
              <a:rPr lang="en-GB" dirty="0"/>
              <a:t>Antihistamines work best for </a:t>
            </a:r>
            <a:r>
              <a:rPr lang="en-GB" b="1" dirty="0"/>
              <a:t>Type I</a:t>
            </a:r>
            <a:r>
              <a:rPr lang="en-GB" dirty="0"/>
              <a:t> reactions; they do </a:t>
            </a:r>
            <a:r>
              <a:rPr lang="en-GB" b="1" dirty="0"/>
              <a:t>nothing</a:t>
            </a:r>
            <a:r>
              <a:rPr lang="en-GB" dirty="0"/>
              <a:t> for Type IV (contact dermatitis)</a:t>
            </a:r>
          </a:p>
          <a:p>
            <a:r>
              <a:rPr lang="en-GB" dirty="0"/>
              <a:t>Topical/systemic </a:t>
            </a:r>
            <a:r>
              <a:rPr lang="en-GB" b="1" dirty="0"/>
              <a:t>corticosteroids</a:t>
            </a:r>
            <a:r>
              <a:rPr lang="en-GB" dirty="0"/>
              <a:t> suppress the broader inflammatory cascade</a:t>
            </a:r>
          </a:p>
          <a:p>
            <a:r>
              <a:rPr lang="en-GB" dirty="0"/>
              <a:t>Chronic inflammation → skin </a:t>
            </a:r>
            <a:r>
              <a:rPr lang="en-GB" dirty="0" err="1"/>
              <a:t>remodeling</a:t>
            </a:r>
            <a:r>
              <a:rPr lang="en-GB" dirty="0"/>
              <a:t> → </a:t>
            </a:r>
            <a:r>
              <a:rPr lang="en-GB" dirty="0" err="1"/>
              <a:t>lichenification</a:t>
            </a:r>
            <a:r>
              <a:rPr lang="en-GB" dirty="0"/>
              <a:t> (skin thickening)</a:t>
            </a:r>
          </a:p>
          <a:p>
            <a:endParaRPr lang="en-GB" dirty="0"/>
          </a:p>
        </p:txBody>
      </p:sp>
    </p:spTree>
    <p:extLst>
      <p:ext uri="{BB962C8B-B14F-4D97-AF65-F5344CB8AC3E}">
        <p14:creationId xmlns:p14="http://schemas.microsoft.com/office/powerpoint/2010/main" val="42382556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496AB-6430-C198-F7A3-E355C6BE095C}"/>
              </a:ext>
            </a:extLst>
          </p:cNvPr>
          <p:cNvSpPr>
            <a:spLocks noGrp="1"/>
          </p:cNvSpPr>
          <p:nvPr>
            <p:ph type="title"/>
          </p:nvPr>
        </p:nvSpPr>
        <p:spPr/>
        <p:txBody>
          <a:bodyPr/>
          <a:lstStyle/>
          <a:p>
            <a:endParaRPr lang="en-GB"/>
          </a:p>
        </p:txBody>
      </p:sp>
      <p:pic>
        <p:nvPicPr>
          <p:cNvPr id="5" name="Content Placeholder 4" descr="Allergic reaction on face: Treatment, causes, and symptoms">
            <a:extLst>
              <a:ext uri="{FF2B5EF4-FFF2-40B4-BE49-F238E27FC236}">
                <a16:creationId xmlns:a16="http://schemas.microsoft.com/office/drawing/2014/main" id="{26F34D7A-DF5F-2A4A-4CC6-D371B4818995}"/>
              </a:ext>
            </a:extLst>
          </p:cNvPr>
          <p:cNvPicPr>
            <a:picLocks noGrp="1" noChangeAspect="1"/>
          </p:cNvPicPr>
          <p:nvPr>
            <p:ph sz="half" idx="1"/>
          </p:nvPr>
        </p:nvPicPr>
        <p:blipFill>
          <a:blip r:embed="rId2"/>
          <a:stretch>
            <a:fillRect/>
          </a:stretch>
        </p:blipFill>
        <p:spPr>
          <a:xfrm>
            <a:off x="838200" y="2058194"/>
            <a:ext cx="5181600" cy="3886200"/>
          </a:xfrm>
          <a:prstGeom prst="rect">
            <a:avLst/>
          </a:prstGeom>
        </p:spPr>
      </p:pic>
      <p:pic>
        <p:nvPicPr>
          <p:cNvPr id="6" name="Content Placeholder 5" descr="Facial rashes">
            <a:extLst>
              <a:ext uri="{FF2B5EF4-FFF2-40B4-BE49-F238E27FC236}">
                <a16:creationId xmlns:a16="http://schemas.microsoft.com/office/drawing/2014/main" id="{D4FF51B4-AAA5-7188-660C-B55F21B7D38C}"/>
              </a:ext>
            </a:extLst>
          </p:cNvPr>
          <p:cNvPicPr>
            <a:picLocks noGrp="1" noChangeAspect="1"/>
          </p:cNvPicPr>
          <p:nvPr>
            <p:ph sz="half" idx="2"/>
          </p:nvPr>
        </p:nvPicPr>
        <p:blipFill>
          <a:blip r:embed="rId3"/>
          <a:stretch>
            <a:fillRect/>
          </a:stretch>
        </p:blipFill>
        <p:spPr>
          <a:xfrm>
            <a:off x="6172198" y="2058194"/>
            <a:ext cx="5330445" cy="3997832"/>
          </a:xfrm>
          <a:prstGeom prst="rect">
            <a:avLst/>
          </a:prstGeom>
        </p:spPr>
      </p:pic>
    </p:spTree>
    <p:extLst>
      <p:ext uri="{BB962C8B-B14F-4D97-AF65-F5344CB8AC3E}">
        <p14:creationId xmlns:p14="http://schemas.microsoft.com/office/powerpoint/2010/main" val="5683706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D902-B101-4D02-FE9B-F7D56D95E84B}"/>
              </a:ext>
            </a:extLst>
          </p:cNvPr>
          <p:cNvSpPr>
            <a:spLocks noGrp="1"/>
          </p:cNvSpPr>
          <p:nvPr>
            <p:ph type="title"/>
          </p:nvPr>
        </p:nvSpPr>
        <p:spPr/>
        <p:txBody>
          <a:bodyPr/>
          <a:lstStyle/>
          <a:p>
            <a:endParaRPr lang="en-GB"/>
          </a:p>
        </p:txBody>
      </p:sp>
      <p:pic>
        <p:nvPicPr>
          <p:cNvPr id="5" name="Content Placeholder 4" descr="Eczema skin discoloration: Treatment, types, and more">
            <a:extLst>
              <a:ext uri="{FF2B5EF4-FFF2-40B4-BE49-F238E27FC236}">
                <a16:creationId xmlns:a16="http://schemas.microsoft.com/office/drawing/2014/main" id="{9F2FDC97-E8DC-FA2F-23D7-BF4B885561ED}"/>
              </a:ext>
            </a:extLst>
          </p:cNvPr>
          <p:cNvPicPr>
            <a:picLocks noGrp="1" noChangeAspect="1"/>
          </p:cNvPicPr>
          <p:nvPr>
            <p:ph sz="half" idx="1"/>
          </p:nvPr>
        </p:nvPicPr>
        <p:blipFill>
          <a:blip r:embed="rId2"/>
          <a:stretch>
            <a:fillRect/>
          </a:stretch>
        </p:blipFill>
        <p:spPr>
          <a:xfrm>
            <a:off x="838200" y="2547754"/>
            <a:ext cx="5181600" cy="2907079"/>
          </a:xfrm>
          <a:prstGeom prst="rect">
            <a:avLst/>
          </a:prstGeom>
        </p:spPr>
      </p:pic>
      <p:pic>
        <p:nvPicPr>
          <p:cNvPr id="6" name="Content Placeholder 5" descr="Rash on black skin: Pictures, symptoms, and treatments">
            <a:extLst>
              <a:ext uri="{FF2B5EF4-FFF2-40B4-BE49-F238E27FC236}">
                <a16:creationId xmlns:a16="http://schemas.microsoft.com/office/drawing/2014/main" id="{0B1ECA83-508F-0B0F-5EC3-58B39B8B8889}"/>
              </a:ext>
            </a:extLst>
          </p:cNvPr>
          <p:cNvPicPr>
            <a:picLocks noGrp="1" noChangeAspect="1"/>
          </p:cNvPicPr>
          <p:nvPr>
            <p:ph sz="half" idx="2"/>
          </p:nvPr>
        </p:nvPicPr>
        <p:blipFill>
          <a:blip r:embed="rId3"/>
          <a:stretch>
            <a:fillRect/>
          </a:stretch>
        </p:blipFill>
        <p:spPr>
          <a:xfrm>
            <a:off x="6172200" y="2545968"/>
            <a:ext cx="5181600" cy="3525048"/>
          </a:xfrm>
          <a:prstGeom prst="rect">
            <a:avLst/>
          </a:prstGeom>
        </p:spPr>
      </p:pic>
    </p:spTree>
    <p:extLst>
      <p:ext uri="{BB962C8B-B14F-4D97-AF65-F5344CB8AC3E}">
        <p14:creationId xmlns:p14="http://schemas.microsoft.com/office/powerpoint/2010/main" val="5891256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C0AEA-FB02-A569-0D30-392CA2D799D8}"/>
              </a:ext>
            </a:extLst>
          </p:cNvPr>
          <p:cNvSpPr>
            <a:spLocks noGrp="1"/>
          </p:cNvSpPr>
          <p:nvPr>
            <p:ph type="title"/>
          </p:nvPr>
        </p:nvSpPr>
        <p:spPr/>
        <p:txBody>
          <a:bodyPr/>
          <a:lstStyle/>
          <a:p>
            <a:endParaRPr lang="en-GB"/>
          </a:p>
        </p:txBody>
      </p:sp>
      <p:pic>
        <p:nvPicPr>
          <p:cNvPr id="5" name="Content Placeholder 4" descr="I DONT KNOW WHAT HAPPENED but i used the waxing kit from Tress wellness and  this happened i still dont know what it was imm just keep it off my face  cause i dont need this reaction coming back. I was ...">
            <a:extLst>
              <a:ext uri="{FF2B5EF4-FFF2-40B4-BE49-F238E27FC236}">
                <a16:creationId xmlns:a16="http://schemas.microsoft.com/office/drawing/2014/main" id="{63F3E8AA-2835-E6AF-5E54-63F40A58003A}"/>
              </a:ext>
            </a:extLst>
          </p:cNvPr>
          <p:cNvPicPr>
            <a:picLocks noGrp="1" noChangeAspect="1"/>
          </p:cNvPicPr>
          <p:nvPr>
            <p:ph sz="half" idx="1"/>
          </p:nvPr>
        </p:nvPicPr>
        <p:blipFill>
          <a:blip r:embed="rId2"/>
          <a:stretch>
            <a:fillRect/>
          </a:stretch>
        </p:blipFill>
        <p:spPr>
          <a:xfrm>
            <a:off x="1109272" y="554893"/>
            <a:ext cx="3687580" cy="5888993"/>
          </a:xfrm>
          <a:prstGeom prst="rect">
            <a:avLst/>
          </a:prstGeom>
        </p:spPr>
      </p:pic>
      <p:pic>
        <p:nvPicPr>
          <p:cNvPr id="6" name="Content Placeholder 5" descr="Contact dermatitis">
            <a:extLst>
              <a:ext uri="{FF2B5EF4-FFF2-40B4-BE49-F238E27FC236}">
                <a16:creationId xmlns:a16="http://schemas.microsoft.com/office/drawing/2014/main" id="{363368C7-E30D-FB0F-4792-4610FBF1F672}"/>
              </a:ext>
            </a:extLst>
          </p:cNvPr>
          <p:cNvPicPr>
            <a:picLocks noGrp="1" noChangeAspect="1"/>
          </p:cNvPicPr>
          <p:nvPr>
            <p:ph sz="half" idx="2"/>
          </p:nvPr>
        </p:nvPicPr>
        <p:blipFill>
          <a:blip r:embed="rId3"/>
          <a:stretch>
            <a:fillRect/>
          </a:stretch>
        </p:blipFill>
        <p:spPr>
          <a:xfrm>
            <a:off x="6335404" y="764498"/>
            <a:ext cx="4059348" cy="5412465"/>
          </a:xfrm>
          <a:prstGeom prst="rect">
            <a:avLst/>
          </a:prstGeom>
        </p:spPr>
      </p:pic>
      <p:sp>
        <p:nvSpPr>
          <p:cNvPr id="7" name="Rectangle 6">
            <a:extLst>
              <a:ext uri="{FF2B5EF4-FFF2-40B4-BE49-F238E27FC236}">
                <a16:creationId xmlns:a16="http://schemas.microsoft.com/office/drawing/2014/main" id="{457326B8-778F-77BA-723F-51A0B3164701}"/>
              </a:ext>
            </a:extLst>
          </p:cNvPr>
          <p:cNvSpPr/>
          <p:nvPr/>
        </p:nvSpPr>
        <p:spPr>
          <a:xfrm>
            <a:off x="1439056" y="1690688"/>
            <a:ext cx="1272592" cy="4229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587025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7F560-17CD-E694-6FB3-8F3F90D06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3A480-DE95-1AD3-EBD8-28913D2AA3B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0EDC41B-3DEE-150E-7EFB-674A99DB68C1}"/>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ABA12726-27AE-4F8E-62A1-AA11C9CFACE9}"/>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41926374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89CFAD-92CC-DF41-2CD2-0F203F41D835}"/>
              </a:ext>
            </a:extLst>
          </p:cNvPr>
          <p:cNvSpPr>
            <a:spLocks noGrp="1"/>
          </p:cNvSpPr>
          <p:nvPr>
            <p:ph type="title"/>
          </p:nvPr>
        </p:nvSpPr>
        <p:spPr>
          <a:xfrm>
            <a:off x="466722" y="586855"/>
            <a:ext cx="3201366" cy="3387497"/>
          </a:xfrm>
        </p:spPr>
        <p:txBody>
          <a:bodyPr anchor="b">
            <a:normAutofit/>
          </a:bodyPr>
          <a:lstStyle/>
          <a:p>
            <a:pPr algn="r"/>
            <a:endParaRPr lang="en-GB" sz="4000">
              <a:solidFill>
                <a:srgbClr val="FFFFFF"/>
              </a:solidFill>
            </a:endParaRPr>
          </a:p>
        </p:txBody>
      </p:sp>
      <p:sp>
        <p:nvSpPr>
          <p:cNvPr id="3" name="Content Placeholder 2">
            <a:extLst>
              <a:ext uri="{FF2B5EF4-FFF2-40B4-BE49-F238E27FC236}">
                <a16:creationId xmlns:a16="http://schemas.microsoft.com/office/drawing/2014/main" id="{AE8B4E2C-76BB-6CA7-C6B1-3CAADED5F027}"/>
              </a:ext>
            </a:extLst>
          </p:cNvPr>
          <p:cNvSpPr>
            <a:spLocks noGrp="1"/>
          </p:cNvSpPr>
          <p:nvPr>
            <p:ph idx="1"/>
          </p:nvPr>
        </p:nvSpPr>
        <p:spPr>
          <a:xfrm>
            <a:off x="4810259" y="649480"/>
            <a:ext cx="6555347" cy="5546047"/>
          </a:xfrm>
        </p:spPr>
        <p:txBody>
          <a:bodyPr anchor="ctr">
            <a:normAutofit/>
          </a:bodyPr>
          <a:lstStyle/>
          <a:p>
            <a:r>
              <a:rPr lang="en-GB" sz="5400" dirty="0"/>
              <a:t>PIGMENTATION</a:t>
            </a:r>
          </a:p>
        </p:txBody>
      </p:sp>
    </p:spTree>
    <p:extLst>
      <p:ext uri="{BB962C8B-B14F-4D97-AF65-F5344CB8AC3E}">
        <p14:creationId xmlns:p14="http://schemas.microsoft.com/office/powerpoint/2010/main" val="21352917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Components of normal skin </a:t>
            </a:r>
            <a:r>
              <a:rPr lang="en-US" sz="4000" dirty="0" err="1">
                <a:solidFill>
                  <a:srgbClr val="FFFFFF"/>
                </a:solidFill>
              </a:rPr>
              <a:t>colouration</a:t>
            </a:r>
            <a:r>
              <a:rPr lang="en-US" sz="4000" dirty="0">
                <a:solidFill>
                  <a:srgbClr val="FFFFFF"/>
                </a:solidFill>
              </a:rPr>
              <a:t> </a:t>
            </a:r>
          </a:p>
        </p:txBody>
      </p:sp>
      <p:sp>
        <p:nvSpPr>
          <p:cNvPr id="3" name="Content Placeholder 2"/>
          <p:cNvSpPr>
            <a:spLocks noGrp="1"/>
          </p:cNvSpPr>
          <p:nvPr>
            <p:ph idx="1"/>
          </p:nvPr>
        </p:nvSpPr>
        <p:spPr>
          <a:xfrm>
            <a:off x="4810259" y="649480"/>
            <a:ext cx="6555347" cy="5546047"/>
          </a:xfrm>
        </p:spPr>
        <p:txBody>
          <a:bodyPr anchor="ctr">
            <a:normAutofit/>
          </a:bodyPr>
          <a:lstStyle/>
          <a:p>
            <a:r>
              <a:rPr lang="en-GB" sz="2400" dirty="0"/>
              <a:t>Skin colour results from multiple chromophores.</a:t>
            </a:r>
          </a:p>
          <a:p>
            <a:r>
              <a:rPr lang="en-GB" sz="2400" dirty="0"/>
              <a:t> Endogenous epidermal chromophores include DNA, urocanic acid, amino acids, and melanin. </a:t>
            </a:r>
          </a:p>
          <a:p>
            <a:r>
              <a:rPr lang="en-GB" sz="2400" dirty="0"/>
              <a:t>These produce distinct hues: yellow (carotenoids), red (oxygenated haemoglobin), and blue (reduced haemoglobin), and melanin (brown-black/yellow-red)</a:t>
            </a:r>
            <a:endParaRPr lang="en-US" sz="2400" dirty="0"/>
          </a:p>
          <a:p>
            <a:r>
              <a:rPr lang="en-US" sz="2400" dirty="0"/>
              <a:t>Genetics (constitutive)</a:t>
            </a:r>
          </a:p>
        </p:txBody>
      </p:sp>
    </p:spTree>
    <p:extLst>
      <p:ext uri="{BB962C8B-B14F-4D97-AF65-F5344CB8AC3E}">
        <p14:creationId xmlns:p14="http://schemas.microsoft.com/office/powerpoint/2010/main" val="23300498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2EF47B-4204-9EE4-3BD9-B1FB23A88CAA}"/>
              </a:ext>
            </a:extLst>
          </p:cNvPr>
          <p:cNvSpPr>
            <a:spLocks noGrp="1"/>
          </p:cNvSpPr>
          <p:nvPr>
            <p:ph type="title"/>
          </p:nvPr>
        </p:nvSpPr>
        <p:spPr>
          <a:xfrm>
            <a:off x="466722" y="586855"/>
            <a:ext cx="3201366" cy="3387497"/>
          </a:xfrm>
        </p:spPr>
        <p:txBody>
          <a:bodyPr anchor="b">
            <a:normAutofit/>
          </a:bodyPr>
          <a:lstStyle/>
          <a:p>
            <a:pPr algn="r"/>
            <a:endParaRPr lang="en-GB" sz="4000">
              <a:solidFill>
                <a:srgbClr val="FFFFFF"/>
              </a:solidFill>
            </a:endParaRPr>
          </a:p>
        </p:txBody>
      </p:sp>
      <p:sp>
        <p:nvSpPr>
          <p:cNvPr id="3" name="Content Placeholder 2">
            <a:extLst>
              <a:ext uri="{FF2B5EF4-FFF2-40B4-BE49-F238E27FC236}">
                <a16:creationId xmlns:a16="http://schemas.microsoft.com/office/drawing/2014/main" id="{97CBA62B-1663-E8AD-6FCE-15B4C4AB6D85}"/>
              </a:ext>
            </a:extLst>
          </p:cNvPr>
          <p:cNvSpPr>
            <a:spLocks noGrp="1"/>
          </p:cNvSpPr>
          <p:nvPr>
            <p:ph idx="1"/>
          </p:nvPr>
        </p:nvSpPr>
        <p:spPr>
          <a:xfrm>
            <a:off x="4810259" y="649480"/>
            <a:ext cx="6555347" cy="5546047"/>
          </a:xfrm>
        </p:spPr>
        <p:txBody>
          <a:bodyPr anchor="ctr">
            <a:normAutofit/>
          </a:bodyPr>
          <a:lstStyle/>
          <a:p>
            <a:pPr marL="274320" indent="-274320">
              <a:buClr>
                <a:schemeClr val="accent3"/>
              </a:buClr>
              <a:buFont typeface="Wingdings 2"/>
              <a:buChar char=""/>
              <a:defRPr/>
            </a:pPr>
            <a:r>
              <a:rPr lang="en-US" dirty="0"/>
              <a:t>Melanocytes are melanin-producing neural crest-derived cells located in the stratum </a:t>
            </a:r>
            <a:r>
              <a:rPr lang="en-US" dirty="0" err="1"/>
              <a:t>basale</a:t>
            </a:r>
            <a:r>
              <a:rPr lang="en-US" dirty="0"/>
              <a:t> of the skin's epidermis, the uvea of the eye, the inner ear, vaginal epithelium, and meninges</a:t>
            </a:r>
          </a:p>
          <a:p>
            <a:pPr marL="0" indent="0">
              <a:buClr>
                <a:schemeClr val="accent3"/>
              </a:buClr>
              <a:buNone/>
              <a:defRPr/>
            </a:pPr>
            <a:endParaRPr lang="en-US" dirty="0"/>
          </a:p>
          <a:p>
            <a:pPr marL="274320" indent="-274320">
              <a:buClr>
                <a:schemeClr val="accent3"/>
              </a:buClr>
              <a:buFont typeface="Wingdings 2"/>
              <a:buChar char=""/>
              <a:defRPr/>
            </a:pPr>
            <a:r>
              <a:rPr lang="en-US" dirty="0"/>
              <a:t>The pigment melanin produced by melanocytes, is the main determinant of human skin pigmentation</a:t>
            </a:r>
          </a:p>
          <a:p>
            <a:pPr marL="274320" indent="-274320">
              <a:buClr>
                <a:schemeClr val="accent3"/>
              </a:buClr>
              <a:buFont typeface="Wingdings 2"/>
              <a:buChar char=""/>
              <a:defRPr/>
            </a:pPr>
            <a:endParaRPr lang="en-US" dirty="0"/>
          </a:p>
          <a:p>
            <a:endParaRPr lang="en-GB" dirty="0"/>
          </a:p>
        </p:txBody>
      </p:sp>
    </p:spTree>
    <p:extLst>
      <p:ext uri="{BB962C8B-B14F-4D97-AF65-F5344CB8AC3E}">
        <p14:creationId xmlns:p14="http://schemas.microsoft.com/office/powerpoint/2010/main" val="31711007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50F8D8-1C72-C8E6-1C32-BB1FFA656618}"/>
              </a:ext>
            </a:extLst>
          </p:cNvPr>
          <p:cNvSpPr>
            <a:spLocks noGrp="1"/>
          </p:cNvSpPr>
          <p:nvPr>
            <p:ph type="title"/>
          </p:nvPr>
        </p:nvSpPr>
        <p:spPr>
          <a:xfrm>
            <a:off x="466722" y="586855"/>
            <a:ext cx="3201366" cy="3387497"/>
          </a:xfrm>
        </p:spPr>
        <p:txBody>
          <a:bodyPr anchor="b">
            <a:normAutofit/>
          </a:bodyPr>
          <a:lstStyle/>
          <a:p>
            <a:pPr algn="r"/>
            <a:endParaRPr lang="en-GB" sz="4000">
              <a:solidFill>
                <a:srgbClr val="FFFFFF"/>
              </a:solidFill>
            </a:endParaRPr>
          </a:p>
        </p:txBody>
      </p:sp>
      <p:sp>
        <p:nvSpPr>
          <p:cNvPr id="3" name="Content Placeholder 2">
            <a:extLst>
              <a:ext uri="{FF2B5EF4-FFF2-40B4-BE49-F238E27FC236}">
                <a16:creationId xmlns:a16="http://schemas.microsoft.com/office/drawing/2014/main" id="{759A7508-85E6-4AB4-827F-15E456CCF0C0}"/>
              </a:ext>
            </a:extLst>
          </p:cNvPr>
          <p:cNvSpPr>
            <a:spLocks noGrp="1"/>
          </p:cNvSpPr>
          <p:nvPr>
            <p:ph idx="1"/>
          </p:nvPr>
        </p:nvSpPr>
        <p:spPr>
          <a:xfrm>
            <a:off x="4810259" y="649480"/>
            <a:ext cx="6555347" cy="5546047"/>
          </a:xfrm>
        </p:spPr>
        <p:txBody>
          <a:bodyPr anchor="ctr">
            <a:normAutofit/>
          </a:bodyPr>
          <a:lstStyle/>
          <a:p>
            <a:r>
              <a:rPr lang="en-US" dirty="0"/>
              <a:t>In humans, melanin exists as eumelanin (black brown), pheomelanin (yellow-red) , produced in the pathway of melanogenesis and neuromelanin. </a:t>
            </a:r>
          </a:p>
          <a:p>
            <a:endParaRPr lang="en-US" dirty="0"/>
          </a:p>
          <a:p>
            <a:r>
              <a:rPr lang="en-US" dirty="0"/>
              <a:t>Melanin synthesis requires the copper-containing enzyme tyrosinase which acts on tyrosine as its initial substrate</a:t>
            </a:r>
          </a:p>
          <a:p>
            <a:endParaRPr lang="en-GB" dirty="0"/>
          </a:p>
        </p:txBody>
      </p:sp>
    </p:spTree>
    <p:extLst>
      <p:ext uri="{BB962C8B-B14F-4D97-AF65-F5344CB8AC3E}">
        <p14:creationId xmlns:p14="http://schemas.microsoft.com/office/powerpoint/2010/main" val="27974548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23F416-03AA-1613-7CEF-603ACC38DA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6C444D-FADA-BD15-7A20-930FB2407862}"/>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Structure and function of melanocytes</a:t>
            </a:r>
          </a:p>
        </p:txBody>
      </p:sp>
      <p:sp>
        <p:nvSpPr>
          <p:cNvPr id="3" name="Content Placeholder 2">
            <a:extLst>
              <a:ext uri="{FF2B5EF4-FFF2-40B4-BE49-F238E27FC236}">
                <a16:creationId xmlns:a16="http://schemas.microsoft.com/office/drawing/2014/main" id="{127EB4A9-DECC-180C-5BF9-039A0924AC13}"/>
              </a:ext>
            </a:extLst>
          </p:cNvPr>
          <p:cNvSpPr>
            <a:spLocks noGrp="1"/>
          </p:cNvSpPr>
          <p:nvPr>
            <p:ph idx="1"/>
          </p:nvPr>
        </p:nvSpPr>
        <p:spPr>
          <a:xfrm>
            <a:off x="4810259" y="649480"/>
            <a:ext cx="6555347" cy="5546047"/>
          </a:xfrm>
        </p:spPr>
        <p:txBody>
          <a:bodyPr anchor="ctr">
            <a:normAutofit/>
          </a:bodyPr>
          <a:lstStyle/>
          <a:p>
            <a:r>
              <a:rPr lang="en-US" sz="2600" dirty="0"/>
              <a:t>Melanocytes are melanin-producing cells found in the epidermis and hair follicles</a:t>
            </a:r>
          </a:p>
          <a:p>
            <a:r>
              <a:rPr lang="en-US" sz="2600" dirty="0"/>
              <a:t>They reside in the stratum basalis and maintain this location throughout life. </a:t>
            </a:r>
          </a:p>
          <a:p>
            <a:r>
              <a:rPr lang="en-US" sz="2600" dirty="0"/>
              <a:t>Approximately every 10</a:t>
            </a:r>
            <a:r>
              <a:rPr lang="en-US" sz="2600" baseline="30000" dirty="0"/>
              <a:t>th</a:t>
            </a:r>
            <a:r>
              <a:rPr lang="en-US" sz="2600" dirty="0"/>
              <a:t> cell in the basal layer is a melanocyte</a:t>
            </a:r>
          </a:p>
          <a:p>
            <a:r>
              <a:rPr lang="en-US" sz="2600" dirty="0"/>
              <a:t>They have multiple, regularly spaced dendrites which come into contact with keratinocytes as far away as the mid stratum spinosum</a:t>
            </a:r>
          </a:p>
          <a:p>
            <a:endParaRPr lang="en-US" sz="2600" dirty="0"/>
          </a:p>
        </p:txBody>
      </p:sp>
    </p:spTree>
    <p:extLst>
      <p:ext uri="{BB962C8B-B14F-4D97-AF65-F5344CB8AC3E}">
        <p14:creationId xmlns:p14="http://schemas.microsoft.com/office/powerpoint/2010/main" val="39452012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C3F20-0819-A090-D277-1DBB78EE83C6}"/>
              </a:ext>
            </a:extLst>
          </p:cNvPr>
          <p:cNvSpPr>
            <a:spLocks noGrp="1"/>
          </p:cNvSpPr>
          <p:nvPr>
            <p:ph type="title"/>
          </p:nvPr>
        </p:nvSpPr>
        <p:spPr>
          <a:xfrm>
            <a:off x="466722" y="586855"/>
            <a:ext cx="3201366" cy="3387497"/>
          </a:xfrm>
        </p:spPr>
        <p:txBody>
          <a:bodyPr anchor="b">
            <a:normAutofit/>
          </a:bodyPr>
          <a:lstStyle/>
          <a:p>
            <a:pPr algn="r"/>
            <a:endParaRPr lang="en-GB" sz="4000">
              <a:solidFill>
                <a:srgbClr val="FFFFFF"/>
              </a:solidFill>
            </a:endParaRPr>
          </a:p>
        </p:txBody>
      </p:sp>
      <p:sp>
        <p:nvSpPr>
          <p:cNvPr id="3" name="Content Placeholder 2">
            <a:extLst>
              <a:ext uri="{FF2B5EF4-FFF2-40B4-BE49-F238E27FC236}">
                <a16:creationId xmlns:a16="http://schemas.microsoft.com/office/drawing/2014/main" id="{0879C6EF-D3E9-FA30-563E-289FC56467FD}"/>
              </a:ext>
            </a:extLst>
          </p:cNvPr>
          <p:cNvSpPr>
            <a:spLocks noGrp="1"/>
          </p:cNvSpPr>
          <p:nvPr>
            <p:ph idx="1"/>
          </p:nvPr>
        </p:nvSpPr>
        <p:spPr>
          <a:xfrm>
            <a:off x="4810259" y="649480"/>
            <a:ext cx="6555347" cy="5546047"/>
          </a:xfrm>
        </p:spPr>
        <p:txBody>
          <a:bodyPr anchor="ctr">
            <a:normAutofit/>
          </a:bodyPr>
          <a:lstStyle/>
          <a:p>
            <a:r>
              <a:rPr lang="en-US" dirty="0"/>
              <a:t>They contain a unique intracytoplasmic organelle, the melanosome, which is the site of melanin biosynthesis</a:t>
            </a:r>
          </a:p>
          <a:p>
            <a:endParaRPr lang="en-US" dirty="0"/>
          </a:p>
          <a:p>
            <a:r>
              <a:rPr lang="en-US" dirty="0"/>
              <a:t> </a:t>
            </a:r>
            <a:r>
              <a:rPr lang="en-US" dirty="0" err="1"/>
              <a:t>Synthesised</a:t>
            </a:r>
            <a:r>
              <a:rPr lang="en-US" dirty="0"/>
              <a:t> melanin in melanosomes gets transferred to surrounding keratinocytes</a:t>
            </a:r>
          </a:p>
          <a:p>
            <a:endParaRPr lang="en-US" dirty="0"/>
          </a:p>
          <a:p>
            <a:endParaRPr lang="en-US" dirty="0"/>
          </a:p>
          <a:p>
            <a:endParaRPr lang="en-GB" dirty="0"/>
          </a:p>
        </p:txBody>
      </p:sp>
    </p:spTree>
    <p:extLst>
      <p:ext uri="{BB962C8B-B14F-4D97-AF65-F5344CB8AC3E}">
        <p14:creationId xmlns:p14="http://schemas.microsoft.com/office/powerpoint/2010/main" val="25846051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D22FA1E-E02A-4FC5-BBA6-577D6DA0C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05D27520-F270-4F3D-A46E-76A337B6E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6315529 w 12192000"/>
              <a:gd name="connsiteY0" fmla="*/ 4323896 h 6858000"/>
              <a:gd name="connsiteX1" fmla="*/ 6295588 w 12192000"/>
              <a:gd name="connsiteY1" fmla="*/ 4367579 h 6858000"/>
              <a:gd name="connsiteX2" fmla="*/ 6219229 w 12192000"/>
              <a:gd name="connsiteY2" fmla="*/ 4436818 h 6858000"/>
              <a:gd name="connsiteX3" fmla="*/ 6065687 w 12192000"/>
              <a:gd name="connsiteY3" fmla="*/ 4637204 h 6858000"/>
              <a:gd name="connsiteX4" fmla="*/ 5727387 w 12192000"/>
              <a:gd name="connsiteY4" fmla="*/ 5460076 h 6858000"/>
              <a:gd name="connsiteX5" fmla="*/ 5620972 w 12192000"/>
              <a:gd name="connsiteY5" fmla="*/ 5725836 h 6858000"/>
              <a:gd name="connsiteX6" fmla="*/ 5707795 w 12192000"/>
              <a:gd name="connsiteY6" fmla="*/ 5790089 h 6858000"/>
              <a:gd name="connsiteX7" fmla="*/ 5554627 w 12192000"/>
              <a:gd name="connsiteY7" fmla="*/ 6078873 h 6858000"/>
              <a:gd name="connsiteX8" fmla="*/ 5373489 w 12192000"/>
              <a:gd name="connsiteY8" fmla="*/ 6402408 h 6858000"/>
              <a:gd name="connsiteX9" fmla="*/ 5099999 w 12192000"/>
              <a:gd name="connsiteY9" fmla="*/ 6827527 h 6858000"/>
              <a:gd name="connsiteX10" fmla="*/ 5078133 w 12192000"/>
              <a:gd name="connsiteY10" fmla="*/ 6857998 h 6858000"/>
              <a:gd name="connsiteX11" fmla="*/ 9179960 w 12192000"/>
              <a:gd name="connsiteY11" fmla="*/ 6857998 h 6858000"/>
              <a:gd name="connsiteX12" fmla="*/ 9179960 w 12192000"/>
              <a:gd name="connsiteY12" fmla="*/ 4323896 h 6858000"/>
              <a:gd name="connsiteX13" fmla="*/ 0 w 12192000"/>
              <a:gd name="connsiteY13" fmla="*/ 0 h 6858000"/>
              <a:gd name="connsiteX14" fmla="*/ 5872711 w 12192000"/>
              <a:gd name="connsiteY14" fmla="*/ 0 h 6858000"/>
              <a:gd name="connsiteX15" fmla="*/ 5885421 w 12192000"/>
              <a:gd name="connsiteY15" fmla="*/ 20207 h 6858000"/>
              <a:gd name="connsiteX16" fmla="*/ 5925300 w 12192000"/>
              <a:gd name="connsiteY16" fmla="*/ 48911 h 6858000"/>
              <a:gd name="connsiteX17" fmla="*/ 5940039 w 12192000"/>
              <a:gd name="connsiteY17" fmla="*/ 101212 h 6858000"/>
              <a:gd name="connsiteX18" fmla="*/ 5969942 w 12192000"/>
              <a:gd name="connsiteY18" fmla="*/ 311282 h 6858000"/>
              <a:gd name="connsiteX19" fmla="*/ 5961238 w 12192000"/>
              <a:gd name="connsiteY19" fmla="*/ 357643 h 6858000"/>
              <a:gd name="connsiteX20" fmla="*/ 5917195 w 12192000"/>
              <a:gd name="connsiteY20" fmla="*/ 420369 h 6858000"/>
              <a:gd name="connsiteX21" fmla="*/ 5882753 w 12192000"/>
              <a:gd name="connsiteY21" fmla="*/ 556832 h 6858000"/>
              <a:gd name="connsiteX22" fmla="*/ 5814490 w 12192000"/>
              <a:gd name="connsiteY22" fmla="*/ 757416 h 6858000"/>
              <a:gd name="connsiteX23" fmla="*/ 5780064 w 12192000"/>
              <a:gd name="connsiteY23" fmla="*/ 817804 h 6858000"/>
              <a:gd name="connsiteX24" fmla="*/ 5808232 w 12192000"/>
              <a:gd name="connsiteY24" fmla="*/ 850533 h 6858000"/>
              <a:gd name="connsiteX25" fmla="*/ 5906473 w 12192000"/>
              <a:gd name="connsiteY25" fmla="*/ 1076571 h 6858000"/>
              <a:gd name="connsiteX26" fmla="*/ 5778623 w 12192000"/>
              <a:gd name="connsiteY26" fmla="*/ 1369280 h 6858000"/>
              <a:gd name="connsiteX27" fmla="*/ 5710841 w 12192000"/>
              <a:gd name="connsiteY27" fmla="*/ 1462628 h 6858000"/>
              <a:gd name="connsiteX28" fmla="*/ 5846774 w 12192000"/>
              <a:gd name="connsiteY28" fmla="*/ 1455933 h 6858000"/>
              <a:gd name="connsiteX29" fmla="*/ 5897329 w 12192000"/>
              <a:gd name="connsiteY29" fmla="*/ 1553073 h 6858000"/>
              <a:gd name="connsiteX30" fmla="*/ 5919735 w 12192000"/>
              <a:gd name="connsiteY30" fmla="*/ 1602736 h 6858000"/>
              <a:gd name="connsiteX31" fmla="*/ 6057874 w 12192000"/>
              <a:gd name="connsiteY31" fmla="*/ 1910648 h 6858000"/>
              <a:gd name="connsiteX32" fmla="*/ 6039719 w 12192000"/>
              <a:gd name="connsiteY32" fmla="*/ 2010547 h 6858000"/>
              <a:gd name="connsiteX33" fmla="*/ 5841713 w 12192000"/>
              <a:gd name="connsiteY33" fmla="*/ 2520599 h 6858000"/>
              <a:gd name="connsiteX34" fmla="*/ 6071734 w 12192000"/>
              <a:gd name="connsiteY34" fmla="*/ 2593468 h 6858000"/>
              <a:gd name="connsiteX35" fmla="*/ 6092050 w 12192000"/>
              <a:gd name="connsiteY35" fmla="*/ 2806646 h 6858000"/>
              <a:gd name="connsiteX36" fmla="*/ 6215122 w 12192000"/>
              <a:gd name="connsiteY36" fmla="*/ 3021197 h 6858000"/>
              <a:gd name="connsiteX37" fmla="*/ 6338100 w 12192000"/>
              <a:gd name="connsiteY37" fmla="*/ 3178087 h 6858000"/>
              <a:gd name="connsiteX38" fmla="*/ 6343927 w 12192000"/>
              <a:gd name="connsiteY38" fmla="*/ 3194685 h 6858000"/>
              <a:gd name="connsiteX39" fmla="*/ 6343850 w 12192000"/>
              <a:gd name="connsiteY39" fmla="*/ 3201174 h 6858000"/>
              <a:gd name="connsiteX40" fmla="*/ 6366375 w 12192000"/>
              <a:gd name="connsiteY40" fmla="*/ 3271251 h 6858000"/>
              <a:gd name="connsiteX41" fmla="*/ 6369430 w 12192000"/>
              <a:gd name="connsiteY41" fmla="*/ 3276240 h 6858000"/>
              <a:gd name="connsiteX42" fmla="*/ 6392405 w 12192000"/>
              <a:gd name="connsiteY42" fmla="*/ 3360437 h 6858000"/>
              <a:gd name="connsiteX43" fmla="*/ 6397993 w 12192000"/>
              <a:gd name="connsiteY43" fmla="*/ 3390203 h 6858000"/>
              <a:gd name="connsiteX44" fmla="*/ 6394652 w 12192000"/>
              <a:gd name="connsiteY44" fmla="*/ 3402205 h 6858000"/>
              <a:gd name="connsiteX45" fmla="*/ 6366662 w 12192000"/>
              <a:gd name="connsiteY45" fmla="*/ 3442044 h 6858000"/>
              <a:gd name="connsiteX46" fmla="*/ 6320915 w 12192000"/>
              <a:gd name="connsiteY46" fmla="*/ 3701547 h 6858000"/>
              <a:gd name="connsiteX47" fmla="*/ 6364618 w 12192000"/>
              <a:gd name="connsiteY47" fmla="*/ 3743844 h 6858000"/>
              <a:gd name="connsiteX48" fmla="*/ 6370409 w 12192000"/>
              <a:gd name="connsiteY48" fmla="*/ 3754454 h 6858000"/>
              <a:gd name="connsiteX49" fmla="*/ 6373773 w 12192000"/>
              <a:gd name="connsiteY49" fmla="*/ 3768237 h 6858000"/>
              <a:gd name="connsiteX50" fmla="*/ 6375298 w 12192000"/>
              <a:gd name="connsiteY50" fmla="*/ 3796540 h 6858000"/>
              <a:gd name="connsiteX51" fmla="*/ 6253487 w 12192000"/>
              <a:gd name="connsiteY51" fmla="*/ 3856948 h 6858000"/>
              <a:gd name="connsiteX52" fmla="*/ 6385416 w 12192000"/>
              <a:gd name="connsiteY52" fmla="*/ 4014409 h 6858000"/>
              <a:gd name="connsiteX53" fmla="*/ 6374795 w 12192000"/>
              <a:gd name="connsiteY53" fmla="*/ 4038554 h 6858000"/>
              <a:gd name="connsiteX54" fmla="*/ 6351015 w 12192000"/>
              <a:gd name="connsiteY54" fmla="*/ 4150489 h 6858000"/>
              <a:gd name="connsiteX55" fmla="*/ 6340821 w 12192000"/>
              <a:gd name="connsiteY55" fmla="*/ 4212706 h 6858000"/>
              <a:gd name="connsiteX56" fmla="*/ 12191999 w 12192000"/>
              <a:gd name="connsiteY56" fmla="*/ 4212706 h 6858000"/>
              <a:gd name="connsiteX57" fmla="*/ 12191999 w 12192000"/>
              <a:gd name="connsiteY57" fmla="*/ 0 h 6858000"/>
              <a:gd name="connsiteX58" fmla="*/ 12192000 w 12192000"/>
              <a:gd name="connsiteY58" fmla="*/ 0 h 6858000"/>
              <a:gd name="connsiteX59" fmla="*/ 12192000 w 12192000"/>
              <a:gd name="connsiteY59" fmla="*/ 6858000 h 6858000"/>
              <a:gd name="connsiteX60" fmla="*/ 12191999 w 12192000"/>
              <a:gd name="connsiteY60" fmla="*/ 6858000 h 6858000"/>
              <a:gd name="connsiteX61" fmla="*/ 12191999 w 12192000"/>
              <a:gd name="connsiteY61" fmla="*/ 4323902 h 6858000"/>
              <a:gd name="connsiteX62" fmla="*/ 9307672 w 12192000"/>
              <a:gd name="connsiteY62" fmla="*/ 4323902 h 6858000"/>
              <a:gd name="connsiteX63" fmla="*/ 9307672 w 12192000"/>
              <a:gd name="connsiteY63" fmla="*/ 6858000 h 6858000"/>
              <a:gd name="connsiteX64" fmla="*/ 0 w 12192000"/>
              <a:gd name="connsiteY6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2000" h="6858000">
                <a:moveTo>
                  <a:pt x="6315529" y="4323896"/>
                </a:moveTo>
                <a:lnTo>
                  <a:pt x="6295588" y="4367579"/>
                </a:lnTo>
                <a:cubicBezTo>
                  <a:pt x="6278024" y="4397022"/>
                  <a:pt x="6253813" y="4421099"/>
                  <a:pt x="6219229" y="4436818"/>
                </a:cubicBezTo>
                <a:cubicBezTo>
                  <a:pt x="6148079" y="4469666"/>
                  <a:pt x="6116436" y="4572066"/>
                  <a:pt x="6065687" y="4637204"/>
                </a:cubicBezTo>
                <a:cubicBezTo>
                  <a:pt x="5888713" y="4862696"/>
                  <a:pt x="5773979" y="5125824"/>
                  <a:pt x="5727387" y="5460076"/>
                </a:cubicBezTo>
                <a:cubicBezTo>
                  <a:pt x="5714326" y="5552523"/>
                  <a:pt x="5656974" y="5638673"/>
                  <a:pt x="5620972" y="5725836"/>
                </a:cubicBezTo>
                <a:cubicBezTo>
                  <a:pt x="5641553" y="5779043"/>
                  <a:pt x="5738619" y="5631221"/>
                  <a:pt x="5707795" y="5790089"/>
                </a:cubicBezTo>
                <a:cubicBezTo>
                  <a:pt x="5684453" y="5909876"/>
                  <a:pt x="5617437" y="5996827"/>
                  <a:pt x="5554627" y="6078873"/>
                </a:cubicBezTo>
                <a:cubicBezTo>
                  <a:pt x="5482491" y="6172498"/>
                  <a:pt x="5402203" y="6253366"/>
                  <a:pt x="5373489" y="6402408"/>
                </a:cubicBezTo>
                <a:cubicBezTo>
                  <a:pt x="5371924" y="6410357"/>
                  <a:pt x="5276557" y="6577417"/>
                  <a:pt x="5099999" y="6827527"/>
                </a:cubicBezTo>
                <a:lnTo>
                  <a:pt x="5078133" y="6857998"/>
                </a:lnTo>
                <a:lnTo>
                  <a:pt x="9179960" y="6857998"/>
                </a:lnTo>
                <a:lnTo>
                  <a:pt x="9179960" y="4323896"/>
                </a:lnTo>
                <a:close/>
                <a:moveTo>
                  <a:pt x="0" y="0"/>
                </a:moveTo>
                <a:lnTo>
                  <a:pt x="5872711" y="0"/>
                </a:lnTo>
                <a:lnTo>
                  <a:pt x="5885421" y="20207"/>
                </a:lnTo>
                <a:cubicBezTo>
                  <a:pt x="5896481" y="32882"/>
                  <a:pt x="5909484" y="42864"/>
                  <a:pt x="5925300" y="48911"/>
                </a:cubicBezTo>
                <a:cubicBezTo>
                  <a:pt x="5940498" y="54526"/>
                  <a:pt x="5945509" y="75042"/>
                  <a:pt x="5940039" y="101212"/>
                </a:cubicBezTo>
                <a:cubicBezTo>
                  <a:pt x="5921950" y="187894"/>
                  <a:pt x="5936667" y="254951"/>
                  <a:pt x="5969942" y="311282"/>
                </a:cubicBezTo>
                <a:cubicBezTo>
                  <a:pt x="5981709" y="330926"/>
                  <a:pt x="5977292" y="344422"/>
                  <a:pt x="5961238" y="357643"/>
                </a:cubicBezTo>
                <a:cubicBezTo>
                  <a:pt x="5942802" y="372223"/>
                  <a:pt x="5928461" y="393565"/>
                  <a:pt x="5917195" y="420369"/>
                </a:cubicBezTo>
                <a:cubicBezTo>
                  <a:pt x="5898701" y="463685"/>
                  <a:pt x="5889992" y="510050"/>
                  <a:pt x="5882753" y="556832"/>
                </a:cubicBezTo>
                <a:cubicBezTo>
                  <a:pt x="5871511" y="630206"/>
                  <a:pt x="5858246" y="700969"/>
                  <a:pt x="5814490" y="757416"/>
                </a:cubicBezTo>
                <a:cubicBezTo>
                  <a:pt x="5801465" y="774559"/>
                  <a:pt x="5791019" y="796511"/>
                  <a:pt x="5780064" y="817804"/>
                </a:cubicBezTo>
                <a:cubicBezTo>
                  <a:pt x="5783558" y="836359"/>
                  <a:pt x="5792196" y="849005"/>
                  <a:pt x="5808232" y="850533"/>
                </a:cubicBezTo>
                <a:cubicBezTo>
                  <a:pt x="5910296" y="860624"/>
                  <a:pt x="5905771" y="962632"/>
                  <a:pt x="5906473" y="1076571"/>
                </a:cubicBezTo>
                <a:cubicBezTo>
                  <a:pt x="5907545" y="1217584"/>
                  <a:pt x="5849973" y="1296799"/>
                  <a:pt x="5778623" y="1369280"/>
                </a:cubicBezTo>
                <a:cubicBezTo>
                  <a:pt x="5754207" y="1393852"/>
                  <a:pt x="5718605" y="1401742"/>
                  <a:pt x="5710841" y="1462628"/>
                </a:cubicBezTo>
                <a:cubicBezTo>
                  <a:pt x="5753463" y="1508141"/>
                  <a:pt x="5802053" y="1451295"/>
                  <a:pt x="5846774" y="1455933"/>
                </a:cubicBezTo>
                <a:cubicBezTo>
                  <a:pt x="5883727" y="1460129"/>
                  <a:pt x="5943609" y="1438568"/>
                  <a:pt x="5897329" y="1553073"/>
                </a:cubicBezTo>
                <a:cubicBezTo>
                  <a:pt x="5883856" y="1586627"/>
                  <a:pt x="5901366" y="1604100"/>
                  <a:pt x="5919735" y="1602736"/>
                </a:cubicBezTo>
                <a:cubicBezTo>
                  <a:pt x="6068526" y="1589022"/>
                  <a:pt x="6006837" y="1813624"/>
                  <a:pt x="6057874" y="1910648"/>
                </a:cubicBezTo>
                <a:cubicBezTo>
                  <a:pt x="6072264" y="1936644"/>
                  <a:pt x="6059978" y="1992417"/>
                  <a:pt x="6039719" y="2010547"/>
                </a:cubicBezTo>
                <a:cubicBezTo>
                  <a:pt x="5911143" y="2127229"/>
                  <a:pt x="5899692" y="2331836"/>
                  <a:pt x="5841713" y="2520599"/>
                </a:cubicBezTo>
                <a:cubicBezTo>
                  <a:pt x="5912636" y="2572423"/>
                  <a:pt x="5995799" y="2566926"/>
                  <a:pt x="6071734" y="2593468"/>
                </a:cubicBezTo>
                <a:cubicBezTo>
                  <a:pt x="6150607" y="2620843"/>
                  <a:pt x="6151703" y="2655507"/>
                  <a:pt x="6092050" y="2806646"/>
                </a:cubicBezTo>
                <a:cubicBezTo>
                  <a:pt x="6259331" y="2795420"/>
                  <a:pt x="6259331" y="2795420"/>
                  <a:pt x="6215122" y="3021197"/>
                </a:cubicBezTo>
                <a:cubicBezTo>
                  <a:pt x="6259035" y="3016573"/>
                  <a:pt x="6302431" y="3085300"/>
                  <a:pt x="6338100" y="3178087"/>
                </a:cubicBezTo>
                <a:lnTo>
                  <a:pt x="6343927" y="3194685"/>
                </a:lnTo>
                <a:lnTo>
                  <a:pt x="6343850" y="3201174"/>
                </a:lnTo>
                <a:cubicBezTo>
                  <a:pt x="6346866" y="3232770"/>
                  <a:pt x="6355995" y="3253323"/>
                  <a:pt x="6366375" y="3271251"/>
                </a:cubicBezTo>
                <a:lnTo>
                  <a:pt x="6369430" y="3276240"/>
                </a:lnTo>
                <a:lnTo>
                  <a:pt x="6392405" y="3360437"/>
                </a:lnTo>
                <a:lnTo>
                  <a:pt x="6397993" y="3390203"/>
                </a:lnTo>
                <a:lnTo>
                  <a:pt x="6394652" y="3402205"/>
                </a:lnTo>
                <a:cubicBezTo>
                  <a:pt x="6388505" y="3414621"/>
                  <a:pt x="6379344" y="3427747"/>
                  <a:pt x="6366662" y="3442044"/>
                </a:cubicBezTo>
                <a:cubicBezTo>
                  <a:pt x="6239481" y="3584662"/>
                  <a:pt x="6224938" y="3605480"/>
                  <a:pt x="6320915" y="3701547"/>
                </a:cubicBezTo>
                <a:lnTo>
                  <a:pt x="6364618" y="3743844"/>
                </a:lnTo>
                <a:lnTo>
                  <a:pt x="6370409" y="3754454"/>
                </a:lnTo>
                <a:lnTo>
                  <a:pt x="6373773" y="3768237"/>
                </a:lnTo>
                <a:cubicBezTo>
                  <a:pt x="6374277" y="3777528"/>
                  <a:pt x="6374207" y="3788146"/>
                  <a:pt x="6375298" y="3796540"/>
                </a:cubicBezTo>
                <a:cubicBezTo>
                  <a:pt x="6339717" y="3831045"/>
                  <a:pt x="6294642" y="3774365"/>
                  <a:pt x="6253487" y="3856948"/>
                </a:cubicBezTo>
                <a:lnTo>
                  <a:pt x="6385416" y="4014409"/>
                </a:lnTo>
                <a:lnTo>
                  <a:pt x="6374795" y="4038554"/>
                </a:lnTo>
                <a:cubicBezTo>
                  <a:pt x="6363579" y="4073249"/>
                  <a:pt x="6356895" y="4111559"/>
                  <a:pt x="6351015" y="4150489"/>
                </a:cubicBezTo>
                <a:lnTo>
                  <a:pt x="6340821" y="4212706"/>
                </a:lnTo>
                <a:lnTo>
                  <a:pt x="12191999" y="4212706"/>
                </a:lnTo>
                <a:lnTo>
                  <a:pt x="12191999" y="0"/>
                </a:lnTo>
                <a:lnTo>
                  <a:pt x="12192000" y="0"/>
                </a:lnTo>
                <a:lnTo>
                  <a:pt x="12192000" y="6858000"/>
                </a:lnTo>
                <a:lnTo>
                  <a:pt x="12191999" y="6858000"/>
                </a:lnTo>
                <a:lnTo>
                  <a:pt x="12191999" y="4323902"/>
                </a:lnTo>
                <a:lnTo>
                  <a:pt x="9307672" y="4323902"/>
                </a:lnTo>
                <a:lnTo>
                  <a:pt x="9307672" y="6858000"/>
                </a:lnTo>
                <a:lnTo>
                  <a:pt x="0" y="6858000"/>
                </a:lnTo>
                <a:close/>
              </a:path>
            </a:pathLst>
          </a:custGeom>
          <a:solidFill>
            <a:schemeClr val="bg2">
              <a:alpha val="50000"/>
            </a:schemeClr>
          </a:solidFill>
          <a:ln w="32707" cap="flat">
            <a:noFill/>
            <a:prstDash val="solid"/>
            <a:miter/>
          </a:ln>
        </p:spPr>
        <p:txBody>
          <a:bodyPr rtlCol="0" anchor="ctr"/>
          <a:lstStyle/>
          <a:p>
            <a:pPr defTabSz="457200"/>
            <a:endParaRPr lang="en-US">
              <a:solidFill>
                <a:schemeClr val="tx1"/>
              </a:solidFill>
            </a:endParaRPr>
          </a:p>
        </p:txBody>
      </p:sp>
      <p:sp>
        <p:nvSpPr>
          <p:cNvPr id="2" name="Title 1"/>
          <p:cNvSpPr>
            <a:spLocks noGrp="1"/>
          </p:cNvSpPr>
          <p:nvPr>
            <p:ph type="title"/>
          </p:nvPr>
        </p:nvSpPr>
        <p:spPr>
          <a:xfrm>
            <a:off x="838200" y="365125"/>
            <a:ext cx="4347949" cy="2137273"/>
          </a:xfrm>
        </p:spPr>
        <p:txBody>
          <a:bodyPr anchor="b">
            <a:normAutofit/>
          </a:bodyPr>
          <a:lstStyle/>
          <a:p>
            <a:r>
              <a:rPr lang="en-US" dirty="0"/>
              <a:t>Melanocyte in the Stratum </a:t>
            </a:r>
            <a:r>
              <a:rPr lang="en-US" dirty="0" err="1"/>
              <a:t>Basale</a:t>
            </a:r>
            <a:r>
              <a:rPr lang="en-US" dirty="0"/>
              <a:t> of Epidermis</a:t>
            </a:r>
          </a:p>
        </p:txBody>
      </p:sp>
      <p:sp>
        <p:nvSpPr>
          <p:cNvPr id="3" name="Content Placeholder 2"/>
          <p:cNvSpPr>
            <a:spLocks noGrp="1"/>
          </p:cNvSpPr>
          <p:nvPr>
            <p:ph idx="1"/>
          </p:nvPr>
        </p:nvSpPr>
        <p:spPr>
          <a:xfrm>
            <a:off x="838200" y="2681785"/>
            <a:ext cx="4347948" cy="3495178"/>
          </a:xfrm>
        </p:spPr>
        <p:txBody>
          <a:bodyPr>
            <a:normAutofit/>
          </a:bodyPr>
          <a:lstStyle/>
          <a:p>
            <a:r>
              <a:rPr lang="en-US" sz="2000" dirty="0"/>
              <a:t>Structure of melanocytes, melanosomes and melanin epidermal unit</a:t>
            </a:r>
          </a:p>
          <a:p>
            <a:endParaRPr lang="en-US" sz="2000" dirty="0"/>
          </a:p>
          <a:p>
            <a:pPr marL="274320" indent="-274320">
              <a:buClr>
                <a:schemeClr val="accent3"/>
              </a:buClr>
              <a:buFont typeface="Wingdings 2"/>
              <a:buChar char=""/>
              <a:defRPr/>
            </a:pPr>
            <a:endParaRPr lang="en-US" sz="2000" dirty="0"/>
          </a:p>
          <a:p>
            <a:endParaRPr lang="en-US" sz="2000" dirty="0"/>
          </a:p>
        </p:txBody>
      </p:sp>
      <p:pic>
        <p:nvPicPr>
          <p:cNvPr id="4" name="Picture 2" descr="C:\Users\Miracle\Desktop\images.2jpg.jpg">
            <a:extLst>
              <a:ext uri="{FF2B5EF4-FFF2-40B4-BE49-F238E27FC236}">
                <a16:creationId xmlns:a16="http://schemas.microsoft.com/office/drawing/2014/main" id="{89DAE378-C5D1-1187-6389-AAEDBBF90BB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6777309" y="568532"/>
            <a:ext cx="4797354" cy="3192421"/>
          </a:xfrm>
          <a:prstGeom prst="rect">
            <a:avLst/>
          </a:prstGeom>
          <a:noFill/>
        </p:spPr>
      </p:pic>
      <p:pic>
        <p:nvPicPr>
          <p:cNvPr id="7" name="Picture 6" descr="Interactive Exploration of How We Get Our Skin Color: HHMI ...">
            <a:extLst>
              <a:ext uri="{FF2B5EF4-FFF2-40B4-BE49-F238E27FC236}">
                <a16:creationId xmlns:a16="http://schemas.microsoft.com/office/drawing/2014/main" id="{E12AA3A5-6B30-6F60-EE91-ECC6B576CE36}"/>
              </a:ext>
            </a:extLst>
          </p:cNvPr>
          <p:cNvPicPr>
            <a:picLocks noChangeAspect="1"/>
          </p:cNvPicPr>
          <p:nvPr/>
        </p:nvPicPr>
        <p:blipFill>
          <a:blip r:embed="rId3"/>
          <a:stretch>
            <a:fillRect/>
          </a:stretch>
        </p:blipFill>
        <p:spPr>
          <a:xfrm>
            <a:off x="1450816" y="3772029"/>
            <a:ext cx="4347949" cy="2594943"/>
          </a:xfrm>
          <a:prstGeom prst="rect">
            <a:avLst/>
          </a:prstGeom>
        </p:spPr>
      </p:pic>
      <p:pic>
        <p:nvPicPr>
          <p:cNvPr id="6" name="Picture 5" descr="C:\Users\Miracle\Desktop\images.jpg">
            <a:extLst>
              <a:ext uri="{FF2B5EF4-FFF2-40B4-BE49-F238E27FC236}">
                <a16:creationId xmlns:a16="http://schemas.microsoft.com/office/drawing/2014/main" id="{ECC00864-E6CA-3896-1EBB-8B2F3D9A326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a:xfrm>
            <a:off x="7772400" y="4204951"/>
            <a:ext cx="2952206" cy="2460172"/>
          </a:xfrm>
          <a:prstGeom prst="rect">
            <a:avLst/>
          </a:prstGeom>
          <a:noFill/>
        </p:spPr>
      </p:pic>
      <p:sp>
        <p:nvSpPr>
          <p:cNvPr id="5" name="Slide Number Placeholder 3">
            <a:extLst>
              <a:ext uri="{FF2B5EF4-FFF2-40B4-BE49-F238E27FC236}">
                <a16:creationId xmlns:a16="http://schemas.microsoft.com/office/drawing/2014/main" id="{F282FB1C-9A3C-A506-3607-25280B9820E1}"/>
              </a:ext>
            </a:extLst>
          </p:cNvPr>
          <p:cNvSpPr>
            <a:spLocks noGrp="1"/>
          </p:cNvSpPr>
          <p:nvPr>
            <p:ph type="sldNum" sz="quarter" idx="12"/>
          </p:nvPr>
        </p:nvSpPr>
        <p:spPr>
          <a:xfrm>
            <a:off x="8754291" y="6983367"/>
            <a:ext cx="2743200" cy="365125"/>
          </a:xfrm>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Aft>
                <a:spcPts val="600"/>
              </a:spcAft>
            </a:pPr>
            <a:fld id="{63F57FBA-7485-4109-9CFA-BB4C4ED55B74}" type="slidenum">
              <a:rPr lang="en-US" altLang="en-US">
                <a:solidFill>
                  <a:srgbClr val="045C75"/>
                </a:solidFill>
              </a:rPr>
              <a:pPr eaLnBrk="1" hangingPunct="1">
                <a:spcAft>
                  <a:spcPts val="600"/>
                </a:spcAft>
              </a:pPr>
              <a:t>68</a:t>
            </a:fld>
            <a:endParaRPr lang="en-US" altLang="en-US">
              <a:solidFill>
                <a:srgbClr val="045C75"/>
              </a:solidFill>
            </a:endParaRPr>
          </a:p>
        </p:txBody>
      </p:sp>
    </p:spTree>
    <p:extLst>
      <p:ext uri="{BB962C8B-B14F-4D97-AF65-F5344CB8AC3E}">
        <p14:creationId xmlns:p14="http://schemas.microsoft.com/office/powerpoint/2010/main" val="31753197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MELANOCYTE AND MASON RAPER PATHWAY OF MELANIN SYNTHESIS</a:t>
            </a:r>
          </a:p>
        </p:txBody>
      </p:sp>
      <p:pic>
        <p:nvPicPr>
          <p:cNvPr id="4" name="Content Placeholder 3" descr="melanin synthetic pathway ...">
            <a:extLst>
              <a:ext uri="{FF2B5EF4-FFF2-40B4-BE49-F238E27FC236}">
                <a16:creationId xmlns:a16="http://schemas.microsoft.com/office/drawing/2014/main" id="{DA6199F8-62F9-26B7-D2DA-B78DC53EB167}"/>
              </a:ext>
            </a:extLst>
          </p:cNvPr>
          <p:cNvPicPr>
            <a:picLocks noGrp="1" noChangeAspect="1"/>
          </p:cNvPicPr>
          <p:nvPr>
            <p:ph idx="1"/>
          </p:nvPr>
        </p:nvPicPr>
        <p:blipFill>
          <a:blip r:embed="rId2"/>
          <a:stretch>
            <a:fillRect/>
          </a:stretch>
        </p:blipFill>
        <p:spPr>
          <a:xfrm>
            <a:off x="2456765" y="1813859"/>
            <a:ext cx="7278469" cy="4679016"/>
          </a:xfrm>
          <a:prstGeom prst="rect">
            <a:avLst/>
          </a:prstGeom>
        </p:spPr>
      </p:pic>
    </p:spTree>
    <p:extLst>
      <p:ext uri="{BB962C8B-B14F-4D97-AF65-F5344CB8AC3E}">
        <p14:creationId xmlns:p14="http://schemas.microsoft.com/office/powerpoint/2010/main" val="42489959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AF1E72-5205-3085-D99E-16F264C91ABB}"/>
              </a:ext>
            </a:extLst>
          </p:cNvPr>
          <p:cNvSpPr>
            <a:spLocks noGrp="1"/>
          </p:cNvSpPr>
          <p:nvPr>
            <p:ph type="title"/>
          </p:nvPr>
        </p:nvSpPr>
        <p:spPr>
          <a:xfrm>
            <a:off x="466722" y="586855"/>
            <a:ext cx="3201366" cy="3387497"/>
          </a:xfrm>
        </p:spPr>
        <p:txBody>
          <a:bodyPr anchor="b">
            <a:normAutofit/>
          </a:bodyPr>
          <a:lstStyle/>
          <a:p>
            <a:pPr algn="r"/>
            <a:r>
              <a:rPr lang="en-GB" sz="4000">
                <a:solidFill>
                  <a:srgbClr val="FFFFFF"/>
                </a:solidFill>
              </a:rPr>
              <a:t>Melanogenic enzymes</a:t>
            </a:r>
          </a:p>
        </p:txBody>
      </p:sp>
      <p:sp>
        <p:nvSpPr>
          <p:cNvPr id="3" name="Content Placeholder 2">
            <a:extLst>
              <a:ext uri="{FF2B5EF4-FFF2-40B4-BE49-F238E27FC236}">
                <a16:creationId xmlns:a16="http://schemas.microsoft.com/office/drawing/2014/main" id="{DBC7B1D8-8EB4-3F8E-6DA8-6C9259C19634}"/>
              </a:ext>
            </a:extLst>
          </p:cNvPr>
          <p:cNvSpPr>
            <a:spLocks noGrp="1"/>
          </p:cNvSpPr>
          <p:nvPr>
            <p:ph idx="1"/>
          </p:nvPr>
        </p:nvSpPr>
        <p:spPr>
          <a:xfrm>
            <a:off x="4810259" y="649480"/>
            <a:ext cx="6555347" cy="5546047"/>
          </a:xfrm>
        </p:spPr>
        <p:txBody>
          <a:bodyPr anchor="ctr">
            <a:normAutofit/>
          </a:bodyPr>
          <a:lstStyle/>
          <a:p>
            <a:pPr marL="576072" indent="-457200">
              <a:spcBef>
                <a:spcPts val="0"/>
              </a:spcBef>
              <a:buClr>
                <a:schemeClr val="accent3"/>
              </a:buClr>
              <a:defRPr/>
            </a:pPr>
            <a:r>
              <a:rPr lang="en-US" sz="2000"/>
              <a:t>Melanin synthetic pathway and the involvement of melanogenic enzymes</a:t>
            </a:r>
          </a:p>
          <a:p>
            <a:pPr marL="576072" indent="-457200">
              <a:spcBef>
                <a:spcPts val="0"/>
              </a:spcBef>
              <a:buClr>
                <a:schemeClr val="accent3"/>
              </a:buClr>
              <a:defRPr/>
            </a:pPr>
            <a:endParaRPr lang="en-US" sz="2000"/>
          </a:p>
          <a:p>
            <a:pPr marL="576072" indent="-457200">
              <a:spcBef>
                <a:spcPts val="0"/>
              </a:spcBef>
              <a:buClr>
                <a:schemeClr val="accent3"/>
              </a:buClr>
              <a:defRPr/>
            </a:pPr>
            <a:r>
              <a:rPr lang="en-US" sz="2000"/>
              <a:t>Initial melanin synthesis is catalyzed by tyrosinase and is then divided into eumelanogenesis or pheomelanogenesis. </a:t>
            </a:r>
          </a:p>
          <a:p>
            <a:pPr marL="576072" indent="-457200">
              <a:spcBef>
                <a:spcPts val="0"/>
              </a:spcBef>
              <a:buClr>
                <a:schemeClr val="accent3"/>
              </a:buClr>
              <a:defRPr/>
            </a:pPr>
            <a:endParaRPr lang="en-US" sz="2000"/>
          </a:p>
          <a:p>
            <a:pPr marL="576072" indent="-457200">
              <a:spcBef>
                <a:spcPts val="0"/>
              </a:spcBef>
              <a:buClr>
                <a:schemeClr val="accent3"/>
              </a:buClr>
              <a:defRPr/>
            </a:pPr>
            <a:r>
              <a:rPr lang="en-US" sz="2000"/>
              <a:t>The melanogenic enzymes L-3,4-dihydroxyphenylalanine (DOPA) chrome tautomerase (DCT) and tyrosinase-related protein 1 (TYRP1), are involved in eumelanogenesis</a:t>
            </a:r>
          </a:p>
          <a:p>
            <a:pPr marL="576072" indent="-457200">
              <a:spcBef>
                <a:spcPts val="0"/>
              </a:spcBef>
              <a:buClr>
                <a:schemeClr val="accent3"/>
              </a:buClr>
              <a:defRPr/>
            </a:pPr>
            <a:endParaRPr lang="en-US" sz="2000"/>
          </a:p>
          <a:p>
            <a:pPr marL="576072" indent="-457200">
              <a:spcBef>
                <a:spcPts val="0"/>
              </a:spcBef>
              <a:buClr>
                <a:schemeClr val="accent3"/>
              </a:buClr>
              <a:defRPr/>
            </a:pPr>
            <a:r>
              <a:rPr lang="en-US" sz="2000"/>
              <a:t>No specific enzymes have been found that are involved in pheomelanogenesis .</a:t>
            </a:r>
          </a:p>
          <a:p>
            <a:endParaRPr lang="en-GB" sz="2000"/>
          </a:p>
        </p:txBody>
      </p:sp>
    </p:spTree>
    <p:extLst>
      <p:ext uri="{BB962C8B-B14F-4D97-AF65-F5344CB8AC3E}">
        <p14:creationId xmlns:p14="http://schemas.microsoft.com/office/powerpoint/2010/main" val="1793252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F0F7BC54-482B-9C76-1473-597F19D5F6A0}"/>
              </a:ext>
            </a:extLst>
          </p:cNvPr>
          <p:cNvPicPr>
            <a:picLocks noChangeAspect="1"/>
          </p:cNvPicPr>
          <p:nvPr/>
        </p:nvPicPr>
        <p:blipFill>
          <a:blip r:embed="rId2"/>
          <a:srcRect t="13401" r="-1" b="18749"/>
          <a:stretch>
            <a:fillRect/>
          </a:stretch>
        </p:blipFill>
        <p:spPr>
          <a:xfrm>
            <a:off x="-1" y="10"/>
            <a:ext cx="12228129" cy="4666928"/>
          </a:xfrm>
          <a:prstGeom prst="rect">
            <a:avLst/>
          </a:prstGeom>
        </p:spPr>
      </p:pic>
      <p:grpSp>
        <p:nvGrpSpPr>
          <p:cNvPr id="11" name="Group 10">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2" name="Freeform: Shape 11">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15" name="Freeform: Shape 14">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FCF0FFD2-DA98-C156-4349-F25B1D65D5AD}"/>
              </a:ext>
            </a:extLst>
          </p:cNvPr>
          <p:cNvSpPr>
            <a:spLocks noGrp="1"/>
          </p:cNvSpPr>
          <p:nvPr>
            <p:ph type="title"/>
          </p:nvPr>
        </p:nvSpPr>
        <p:spPr>
          <a:xfrm>
            <a:off x="804672" y="4551037"/>
            <a:ext cx="5021782" cy="1509931"/>
          </a:xfrm>
        </p:spPr>
        <p:txBody>
          <a:bodyPr>
            <a:normAutofit/>
          </a:bodyPr>
          <a:lstStyle/>
          <a:p>
            <a:endParaRPr lang="en-GB" sz="3600">
              <a:solidFill>
                <a:schemeClr val="tx2"/>
              </a:solidFill>
            </a:endParaRPr>
          </a:p>
        </p:txBody>
      </p:sp>
      <p:sp>
        <p:nvSpPr>
          <p:cNvPr id="3" name="Content Placeholder 2">
            <a:extLst>
              <a:ext uri="{FF2B5EF4-FFF2-40B4-BE49-F238E27FC236}">
                <a16:creationId xmlns:a16="http://schemas.microsoft.com/office/drawing/2014/main" id="{B31BA3E9-A571-2E39-D328-D453F6EC04C3}"/>
              </a:ext>
            </a:extLst>
          </p:cNvPr>
          <p:cNvSpPr>
            <a:spLocks noGrp="1"/>
          </p:cNvSpPr>
          <p:nvPr>
            <p:ph idx="1"/>
          </p:nvPr>
        </p:nvSpPr>
        <p:spPr>
          <a:xfrm>
            <a:off x="6470247" y="4551037"/>
            <a:ext cx="4926411" cy="1509935"/>
          </a:xfrm>
        </p:spPr>
        <p:txBody>
          <a:bodyPr anchor="ctr">
            <a:noAutofit/>
          </a:bodyPr>
          <a:lstStyle/>
          <a:p>
            <a:r>
              <a:rPr lang="en-US" sz="2400" dirty="0">
                <a:solidFill>
                  <a:schemeClr val="tx2"/>
                </a:solidFill>
              </a:rPr>
              <a:t>NOTE: Racial differences in melanocyte morphology are apparent but the population density of melanocytes in a particular skin site remains relatively constant in all races. </a:t>
            </a:r>
          </a:p>
          <a:p>
            <a:endParaRPr lang="en-US" sz="2400" dirty="0">
              <a:solidFill>
                <a:schemeClr val="tx2"/>
              </a:solidFill>
            </a:endParaRPr>
          </a:p>
          <a:p>
            <a:endParaRPr lang="en-US" sz="2400" dirty="0">
              <a:solidFill>
                <a:schemeClr val="tx2"/>
              </a:solidFill>
            </a:endParaRPr>
          </a:p>
          <a:p>
            <a:endParaRPr lang="en-GB" sz="2400" dirty="0">
              <a:solidFill>
                <a:schemeClr val="tx2"/>
              </a:solidFill>
            </a:endParaRPr>
          </a:p>
        </p:txBody>
      </p:sp>
    </p:spTree>
    <p:extLst>
      <p:ext uri="{BB962C8B-B14F-4D97-AF65-F5344CB8AC3E}">
        <p14:creationId xmlns:p14="http://schemas.microsoft.com/office/powerpoint/2010/main" val="10274648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endParaRPr lang="en-US" sz="4000">
              <a:solidFill>
                <a:srgbClr val="FFFFFF"/>
              </a:solidFill>
            </a:endParaRPr>
          </a:p>
        </p:txBody>
      </p:sp>
      <p:sp>
        <p:nvSpPr>
          <p:cNvPr id="3" name="Content Placeholder 2"/>
          <p:cNvSpPr>
            <a:spLocks noGrp="1"/>
          </p:cNvSpPr>
          <p:nvPr>
            <p:ph idx="1"/>
          </p:nvPr>
        </p:nvSpPr>
        <p:spPr>
          <a:xfrm>
            <a:off x="4810259" y="649480"/>
            <a:ext cx="6555347" cy="5546047"/>
          </a:xfrm>
        </p:spPr>
        <p:txBody>
          <a:bodyPr anchor="ctr">
            <a:normAutofit/>
          </a:bodyPr>
          <a:lstStyle/>
          <a:p>
            <a:r>
              <a:rPr lang="en-US" sz="2000" dirty="0"/>
              <a:t>Even the most severe form of OCA (OCA type 1A), have a normal complement of epidermal melanocytes</a:t>
            </a:r>
          </a:p>
          <a:p>
            <a:endParaRPr lang="en-US" sz="2000" dirty="0"/>
          </a:p>
          <a:p>
            <a:r>
              <a:rPr lang="en-US" sz="2000" dirty="0"/>
              <a:t>Cutaneous pigmentation does not depend on melanocyte number, but rather on melanogenic activity within the melanocyte.</a:t>
            </a:r>
          </a:p>
          <a:p>
            <a:endParaRPr lang="en-US" sz="2000" dirty="0"/>
          </a:p>
          <a:p>
            <a:r>
              <a:rPr lang="en-US" dirty="0"/>
              <a:t>The melanogenic activity is defined by:</a:t>
            </a:r>
          </a:p>
          <a:p>
            <a:pPr lvl="1"/>
            <a:r>
              <a:rPr lang="en-US" sz="2800" dirty="0"/>
              <a:t>the proportion of mature melanosomes, and/or </a:t>
            </a:r>
          </a:p>
          <a:p>
            <a:pPr lvl="1"/>
            <a:r>
              <a:rPr lang="en-US" sz="2800" dirty="0"/>
              <a:t>their transfer and distribution within the keratinocytes</a:t>
            </a:r>
          </a:p>
        </p:txBody>
      </p:sp>
    </p:spTree>
    <p:extLst>
      <p:ext uri="{BB962C8B-B14F-4D97-AF65-F5344CB8AC3E}">
        <p14:creationId xmlns:p14="http://schemas.microsoft.com/office/powerpoint/2010/main" val="25703471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Function of melanocytes</a:t>
            </a:r>
          </a:p>
        </p:txBody>
      </p:sp>
      <p:sp>
        <p:nvSpPr>
          <p:cNvPr id="21" name="Content Placeholder 2"/>
          <p:cNvSpPr>
            <a:spLocks noGrp="1"/>
          </p:cNvSpPr>
          <p:nvPr>
            <p:ph idx="1"/>
          </p:nvPr>
        </p:nvSpPr>
        <p:spPr>
          <a:xfrm>
            <a:off x="4810259" y="649480"/>
            <a:ext cx="6555347" cy="5546047"/>
          </a:xfrm>
        </p:spPr>
        <p:txBody>
          <a:bodyPr anchor="ctr">
            <a:normAutofit/>
          </a:bodyPr>
          <a:lstStyle/>
          <a:p>
            <a:r>
              <a:rPr lang="en-US" dirty="0"/>
              <a:t>Its function varies from camouflage to the quenching of oxidative free radicals generated via exposure to UV radiation (UVR). </a:t>
            </a:r>
          </a:p>
          <a:p>
            <a:endParaRPr lang="en-US" dirty="0"/>
          </a:p>
          <a:p>
            <a:r>
              <a:rPr lang="en-US" dirty="0"/>
              <a:t>They play a role in the development of normal hearing in the inner ear (stria vascularis)</a:t>
            </a:r>
          </a:p>
          <a:p>
            <a:endParaRPr lang="en-US" dirty="0"/>
          </a:p>
          <a:p>
            <a:endParaRPr lang="en-US" dirty="0"/>
          </a:p>
        </p:txBody>
      </p:sp>
    </p:spTree>
    <p:extLst>
      <p:ext uri="{BB962C8B-B14F-4D97-AF65-F5344CB8AC3E}">
        <p14:creationId xmlns:p14="http://schemas.microsoft.com/office/powerpoint/2010/main" val="30945411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Rectangle 2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endParaRPr lang="en-US" sz="4000">
              <a:solidFill>
                <a:srgbClr val="FFFFFF"/>
              </a:solidFill>
            </a:endParaRPr>
          </a:p>
        </p:txBody>
      </p:sp>
      <p:sp>
        <p:nvSpPr>
          <p:cNvPr id="28" name="Content Placeholder 2"/>
          <p:cNvSpPr>
            <a:spLocks noGrp="1"/>
          </p:cNvSpPr>
          <p:nvPr>
            <p:ph idx="1"/>
          </p:nvPr>
        </p:nvSpPr>
        <p:spPr>
          <a:xfrm>
            <a:off x="4810259" y="649480"/>
            <a:ext cx="6555347" cy="5546047"/>
          </a:xfrm>
        </p:spPr>
        <p:txBody>
          <a:bodyPr anchor="ctr">
            <a:normAutofit/>
          </a:bodyPr>
          <a:lstStyle/>
          <a:p>
            <a:r>
              <a:rPr lang="en-US" dirty="0"/>
              <a:t>The activities of the melanocytes are influenced by autocrine, paracrine, and endocrine factors, and by ultraviolet radiation</a:t>
            </a:r>
          </a:p>
          <a:p>
            <a:endParaRPr lang="en-US" dirty="0"/>
          </a:p>
          <a:p>
            <a:r>
              <a:rPr lang="en-US" dirty="0"/>
              <a:t>UV radiation acts directly (by stimulating melanocyte </a:t>
            </a:r>
            <a:r>
              <a:rPr lang="en-US" dirty="0" err="1"/>
              <a:t>dendricity</a:t>
            </a:r>
            <a:r>
              <a:rPr lang="en-US" dirty="0"/>
              <a:t> and melanin production), and by increasing the synthesis and secretion of most keratinocyte-derived factors</a:t>
            </a:r>
          </a:p>
          <a:p>
            <a:pPr marL="0" indent="0">
              <a:buNone/>
            </a:pPr>
            <a:endParaRPr lang="en-US" dirty="0"/>
          </a:p>
          <a:p>
            <a:endParaRPr lang="en-US" dirty="0"/>
          </a:p>
        </p:txBody>
      </p:sp>
    </p:spTree>
    <p:extLst>
      <p:ext uri="{BB962C8B-B14F-4D97-AF65-F5344CB8AC3E}">
        <p14:creationId xmlns:p14="http://schemas.microsoft.com/office/powerpoint/2010/main" val="30506307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stages of Eumelanin melanosomes formation (</a:t>
            </a:r>
            <a:r>
              <a:rPr lang="en-US" dirty="0" err="1"/>
              <a:t>Melanization</a:t>
            </a:r>
            <a:r>
              <a:rPr lang="en-US" dirty="0"/>
              <a:t>)</a:t>
            </a:r>
          </a:p>
        </p:txBody>
      </p:sp>
      <p:graphicFrame>
        <p:nvGraphicFramePr>
          <p:cNvPr id="4" name="Content Placeholder 3"/>
          <p:cNvGraphicFramePr>
            <a:graphicFrameLocks noGrp="1"/>
          </p:cNvGraphicFramePr>
          <p:nvPr>
            <p:ph idx="1"/>
          </p:nvPr>
        </p:nvGraphicFramePr>
        <p:xfrm>
          <a:off x="431075" y="1825625"/>
          <a:ext cx="6714308" cy="4572000"/>
        </p:xfrm>
        <a:graphic>
          <a:graphicData uri="http://schemas.openxmlformats.org/drawingml/2006/table">
            <a:tbl>
              <a:tblPr firstRow="1" bandRow="1">
                <a:tableStyleId>{5C22544A-7EE6-4342-B048-85BDC9FD1C3A}</a:tableStyleId>
              </a:tblPr>
              <a:tblGrid>
                <a:gridCol w="874390">
                  <a:extLst>
                    <a:ext uri="{9D8B030D-6E8A-4147-A177-3AD203B41FA5}">
                      <a16:colId xmlns:a16="http://schemas.microsoft.com/office/drawing/2014/main" val="1587477524"/>
                    </a:ext>
                  </a:extLst>
                </a:gridCol>
                <a:gridCol w="5839918">
                  <a:extLst>
                    <a:ext uri="{9D8B030D-6E8A-4147-A177-3AD203B41FA5}">
                      <a16:colId xmlns:a16="http://schemas.microsoft.com/office/drawing/2014/main" val="2922407191"/>
                    </a:ext>
                  </a:extLst>
                </a:gridCol>
              </a:tblGrid>
              <a:tr h="370840">
                <a:tc>
                  <a:txBody>
                    <a:bodyPr/>
                    <a:lstStyle/>
                    <a:p>
                      <a:r>
                        <a:rPr lang="en-US" dirty="0"/>
                        <a:t>Stages</a:t>
                      </a:r>
                    </a:p>
                  </a:txBody>
                  <a:tcPr/>
                </a:tc>
                <a:tc>
                  <a:txBody>
                    <a:bodyPr/>
                    <a:lstStyle/>
                    <a:p>
                      <a:r>
                        <a:rPr lang="en-US" dirty="0"/>
                        <a:t>Description</a:t>
                      </a:r>
                    </a:p>
                  </a:txBody>
                  <a:tcPr/>
                </a:tc>
                <a:extLst>
                  <a:ext uri="{0D108BD9-81ED-4DB2-BD59-A6C34878D82A}">
                    <a16:rowId xmlns:a16="http://schemas.microsoft.com/office/drawing/2014/main" val="4057155482"/>
                  </a:ext>
                </a:extLst>
              </a:tr>
              <a:tr h="370840">
                <a:tc>
                  <a:txBody>
                    <a:bodyPr/>
                    <a:lstStyle/>
                    <a:p>
                      <a:r>
                        <a:rPr lang="en-US" dirty="0"/>
                        <a:t>I</a:t>
                      </a:r>
                    </a:p>
                  </a:txBody>
                  <a:tcPr/>
                </a:tc>
                <a:tc>
                  <a:txBody>
                    <a:bodyPr/>
                    <a:lstStyle/>
                    <a:p>
                      <a:r>
                        <a:rPr lang="en-US" dirty="0"/>
                        <a:t>Spherical</a:t>
                      </a:r>
                    </a:p>
                    <a:p>
                      <a:r>
                        <a:rPr lang="en-US" dirty="0"/>
                        <a:t>No melanin deposition</a:t>
                      </a:r>
                    </a:p>
                  </a:txBody>
                  <a:tcPr/>
                </a:tc>
                <a:extLst>
                  <a:ext uri="{0D108BD9-81ED-4DB2-BD59-A6C34878D82A}">
                    <a16:rowId xmlns:a16="http://schemas.microsoft.com/office/drawing/2014/main" val="2104815664"/>
                  </a:ext>
                </a:extLst>
              </a:tr>
              <a:tr h="370840">
                <a:tc>
                  <a:txBody>
                    <a:bodyPr/>
                    <a:lstStyle/>
                    <a:p>
                      <a:r>
                        <a:rPr lang="en-US" dirty="0"/>
                        <a:t>II</a:t>
                      </a:r>
                    </a:p>
                  </a:txBody>
                  <a:tcPr/>
                </a:tc>
                <a:tc>
                  <a:txBody>
                    <a:bodyPr/>
                    <a:lstStyle/>
                    <a:p>
                      <a:r>
                        <a:rPr lang="en-US" dirty="0"/>
                        <a:t>Oval</a:t>
                      </a:r>
                    </a:p>
                    <a:p>
                      <a:r>
                        <a:rPr lang="en-US" dirty="0"/>
                        <a:t>Obvious matrix (parallel longitudinal filament)</a:t>
                      </a:r>
                    </a:p>
                    <a:p>
                      <a:r>
                        <a:rPr lang="en-US" dirty="0"/>
                        <a:t>Minimal deposition of melanin</a:t>
                      </a:r>
                    </a:p>
                    <a:p>
                      <a:r>
                        <a:rPr lang="en-US" dirty="0"/>
                        <a:t>High </a:t>
                      </a:r>
                      <a:r>
                        <a:rPr lang="en-US" dirty="0" err="1"/>
                        <a:t>tyrosinase</a:t>
                      </a:r>
                      <a:r>
                        <a:rPr lang="en-US" dirty="0"/>
                        <a:t> activity</a:t>
                      </a:r>
                    </a:p>
                  </a:txBody>
                  <a:tcPr/>
                </a:tc>
                <a:extLst>
                  <a:ext uri="{0D108BD9-81ED-4DB2-BD59-A6C34878D82A}">
                    <a16:rowId xmlns:a16="http://schemas.microsoft.com/office/drawing/2014/main" val="1168205644"/>
                  </a:ext>
                </a:extLst>
              </a:tr>
              <a:tr h="370840">
                <a:tc>
                  <a:txBody>
                    <a:bodyPr/>
                    <a:lstStyle/>
                    <a:p>
                      <a:r>
                        <a:rPr lang="en-US" dirty="0"/>
                        <a:t>III</a:t>
                      </a:r>
                    </a:p>
                  </a:txBody>
                  <a:tcPr/>
                </a:tc>
                <a:tc>
                  <a:txBody>
                    <a:bodyPr/>
                    <a:lstStyle/>
                    <a:p>
                      <a:r>
                        <a:rPr lang="en-US" dirty="0"/>
                        <a:t>Oval </a:t>
                      </a:r>
                    </a:p>
                    <a:p>
                      <a:r>
                        <a:rPr lang="en-US" dirty="0"/>
                        <a:t>Moderate deposition of melanin</a:t>
                      </a:r>
                    </a:p>
                    <a:p>
                      <a:r>
                        <a:rPr lang="en-US" dirty="0"/>
                        <a:t>High </a:t>
                      </a:r>
                      <a:r>
                        <a:rPr lang="en-US" dirty="0" err="1"/>
                        <a:t>tyrosinase</a:t>
                      </a:r>
                      <a:r>
                        <a:rPr lang="en-US" dirty="0"/>
                        <a:t> activity</a:t>
                      </a:r>
                    </a:p>
                  </a:txBody>
                  <a:tcPr/>
                </a:tc>
                <a:extLst>
                  <a:ext uri="{0D108BD9-81ED-4DB2-BD59-A6C34878D82A}">
                    <a16:rowId xmlns:a16="http://schemas.microsoft.com/office/drawing/2014/main" val="3980510263"/>
                  </a:ext>
                </a:extLst>
              </a:tr>
              <a:tr h="370840">
                <a:tc>
                  <a:txBody>
                    <a:bodyPr/>
                    <a:lstStyle/>
                    <a:p>
                      <a:r>
                        <a:rPr lang="en-US" dirty="0"/>
                        <a:t>IV</a:t>
                      </a:r>
                    </a:p>
                  </a:txBody>
                  <a:tcPr/>
                </a:tc>
                <a:tc>
                  <a:txBody>
                    <a:bodyPr/>
                    <a:lstStyle/>
                    <a:p>
                      <a:r>
                        <a:rPr lang="en-US" dirty="0"/>
                        <a:t>Oval</a:t>
                      </a:r>
                    </a:p>
                    <a:p>
                      <a:r>
                        <a:rPr lang="en-US" dirty="0"/>
                        <a:t>Heavy deposition of melanin (electron-opaque)</a:t>
                      </a:r>
                    </a:p>
                    <a:p>
                      <a:r>
                        <a:rPr lang="en-US" dirty="0"/>
                        <a:t>Minimum </a:t>
                      </a:r>
                      <a:r>
                        <a:rPr lang="en-US" dirty="0" err="1"/>
                        <a:t>tyrosinase</a:t>
                      </a:r>
                      <a:r>
                        <a:rPr lang="en-US" dirty="0"/>
                        <a:t> activity</a:t>
                      </a:r>
                    </a:p>
                    <a:p>
                      <a:endParaRPr lang="en-US" dirty="0"/>
                    </a:p>
                  </a:txBody>
                  <a:tcPr/>
                </a:tc>
                <a:extLst>
                  <a:ext uri="{0D108BD9-81ED-4DB2-BD59-A6C34878D82A}">
                    <a16:rowId xmlns:a16="http://schemas.microsoft.com/office/drawing/2014/main" val="4061239868"/>
                  </a:ext>
                </a:extLst>
              </a:tr>
            </a:tbl>
          </a:graphicData>
        </a:graphic>
      </p:graphicFrame>
      <p:pic>
        <p:nvPicPr>
          <p:cNvPr id="5" name="Picture 4"/>
          <p:cNvPicPr>
            <a:picLocks noChangeAspect="1"/>
          </p:cNvPicPr>
          <p:nvPr/>
        </p:nvPicPr>
        <p:blipFill>
          <a:blip r:embed="rId2"/>
          <a:stretch>
            <a:fillRect/>
          </a:stretch>
        </p:blipFill>
        <p:spPr>
          <a:xfrm>
            <a:off x="7262949" y="1825625"/>
            <a:ext cx="4532811" cy="4302760"/>
          </a:xfrm>
          <a:prstGeom prst="rect">
            <a:avLst/>
          </a:prstGeom>
        </p:spPr>
      </p:pic>
    </p:spTree>
    <p:extLst>
      <p:ext uri="{BB962C8B-B14F-4D97-AF65-F5344CB8AC3E}">
        <p14:creationId xmlns:p14="http://schemas.microsoft.com/office/powerpoint/2010/main" val="20936136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01081"/>
          </a:xfrm>
        </p:spPr>
        <p:txBody>
          <a:bodyPr>
            <a:normAutofit fontScale="90000"/>
          </a:bodyPr>
          <a:lstStyle/>
          <a:p>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2438542"/>
              </p:ext>
            </p:extLst>
          </p:nvPr>
        </p:nvGraphicFramePr>
        <p:xfrm>
          <a:off x="836023" y="809897"/>
          <a:ext cx="10515600" cy="4541778"/>
        </p:xfrm>
        <a:graphic>
          <a:graphicData uri="http://schemas.openxmlformats.org/drawingml/2006/table">
            <a:tbl>
              <a:tblPr/>
              <a:tblGrid>
                <a:gridCol w="3505200">
                  <a:extLst>
                    <a:ext uri="{9D8B030D-6E8A-4147-A177-3AD203B41FA5}">
                      <a16:colId xmlns:a16="http://schemas.microsoft.com/office/drawing/2014/main" val="344405283"/>
                    </a:ext>
                  </a:extLst>
                </a:gridCol>
                <a:gridCol w="3505200">
                  <a:extLst>
                    <a:ext uri="{9D8B030D-6E8A-4147-A177-3AD203B41FA5}">
                      <a16:colId xmlns:a16="http://schemas.microsoft.com/office/drawing/2014/main" val="2181123075"/>
                    </a:ext>
                  </a:extLst>
                </a:gridCol>
                <a:gridCol w="3505200">
                  <a:extLst>
                    <a:ext uri="{9D8B030D-6E8A-4147-A177-3AD203B41FA5}">
                      <a16:colId xmlns:a16="http://schemas.microsoft.com/office/drawing/2014/main" val="1176447321"/>
                    </a:ext>
                  </a:extLst>
                </a:gridCol>
              </a:tblGrid>
              <a:tr h="887399">
                <a:tc gridSpan="3">
                  <a:txBody>
                    <a:bodyPr/>
                    <a:lstStyle/>
                    <a:p>
                      <a:pPr algn="ctr"/>
                      <a:r>
                        <a:rPr lang="en-US" sz="2600" dirty="0">
                          <a:effectLst/>
                        </a:rPr>
                        <a:t>DIFFERENCES BETWEEN MELANOSOMES IN LIGHTLY PIGMENTED AND DARKLY PIGMENTED SKIN</a:t>
                      </a:r>
                    </a:p>
                  </a:txBody>
                  <a:tcPr marL="19050" marR="19050" marT="19050" marB="19050">
                    <a:lnL>
                      <a:noFill/>
                    </a:lnL>
                    <a:lnR>
                      <a:noFill/>
                    </a:lnR>
                    <a:lnT>
                      <a:noFill/>
                    </a:lnT>
                    <a:lnB>
                      <a:noFill/>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09443326"/>
                  </a:ext>
                </a:extLst>
              </a:tr>
              <a:tr h="431950">
                <a:tc>
                  <a:txBody>
                    <a:bodyPr/>
                    <a:lstStyle/>
                    <a:p>
                      <a:r>
                        <a:rPr lang="en-US">
                          <a:effectLst/>
                        </a:rPr>
                        <a:t> </a:t>
                      </a:r>
                    </a:p>
                  </a:txBody>
                  <a:tcPr marL="19050" marR="19050" marT="19050" marB="19050">
                    <a:lnL>
                      <a:noFill/>
                    </a:lnL>
                    <a:lnR>
                      <a:noFill/>
                    </a:lnR>
                    <a:lnT>
                      <a:noFill/>
                    </a:lnT>
                    <a:lnB>
                      <a:noFill/>
                    </a:lnB>
                  </a:tcPr>
                </a:tc>
                <a:tc>
                  <a:txBody>
                    <a:bodyPr/>
                    <a:lstStyle/>
                    <a:p>
                      <a:pPr algn="l"/>
                      <a:r>
                        <a:rPr lang="en-US" sz="2400" b="0" dirty="0">
                          <a:effectLst/>
                        </a:rPr>
                        <a:t>Lightly pigmented skin</a:t>
                      </a:r>
                    </a:p>
                  </a:txBody>
                  <a:tcPr marL="19050" marR="19050" marT="19050" marB="19050">
                    <a:lnL>
                      <a:noFill/>
                    </a:lnL>
                    <a:lnR>
                      <a:noFill/>
                    </a:lnR>
                    <a:lnT>
                      <a:noFill/>
                    </a:lnT>
                    <a:lnB>
                      <a:noFill/>
                    </a:lnB>
                  </a:tcPr>
                </a:tc>
                <a:tc>
                  <a:txBody>
                    <a:bodyPr/>
                    <a:lstStyle/>
                    <a:p>
                      <a:pPr algn="l"/>
                      <a:r>
                        <a:rPr lang="en-US" sz="2400" b="0" dirty="0">
                          <a:effectLst/>
                        </a:rPr>
                        <a:t>Darkly pigmented skin</a:t>
                      </a:r>
                    </a:p>
                  </a:txBody>
                  <a:tcPr marL="19050" marR="19050" marT="19050" marB="19050">
                    <a:lnL>
                      <a:noFill/>
                    </a:lnL>
                    <a:lnR>
                      <a:noFill/>
                    </a:lnR>
                    <a:lnT>
                      <a:noFill/>
                    </a:lnT>
                    <a:lnB>
                      <a:noFill/>
                    </a:lnB>
                  </a:tcPr>
                </a:tc>
                <a:extLst>
                  <a:ext uri="{0D108BD9-81ED-4DB2-BD59-A6C34878D82A}">
                    <a16:rowId xmlns:a16="http://schemas.microsoft.com/office/drawing/2014/main" val="892074486"/>
                  </a:ext>
                </a:extLst>
              </a:tr>
              <a:tr h="431950">
                <a:tc>
                  <a:txBody>
                    <a:bodyPr/>
                    <a:lstStyle/>
                    <a:p>
                      <a:pPr algn="l"/>
                      <a:r>
                        <a:rPr lang="en-US" sz="2200" dirty="0" err="1">
                          <a:effectLst/>
                        </a:rPr>
                        <a:t>Melanization</a:t>
                      </a:r>
                      <a:endParaRPr lang="en-US" sz="2200" dirty="0">
                        <a:effectLst/>
                      </a:endParaRPr>
                    </a:p>
                  </a:txBody>
                  <a:tcPr marL="19050" marR="19050" marT="19050" marB="19050">
                    <a:lnL>
                      <a:noFill/>
                    </a:lnL>
                    <a:lnR>
                      <a:noFill/>
                    </a:lnR>
                    <a:lnT>
                      <a:noFill/>
                    </a:lnT>
                    <a:lnB>
                      <a:noFill/>
                    </a:lnB>
                  </a:tcPr>
                </a:tc>
                <a:tc>
                  <a:txBody>
                    <a:bodyPr/>
                    <a:lstStyle/>
                    <a:p>
                      <a:pPr algn="l"/>
                      <a:r>
                        <a:rPr lang="en-US" sz="2200">
                          <a:effectLst/>
                        </a:rPr>
                        <a:t>Stages II, III</a:t>
                      </a:r>
                    </a:p>
                  </a:txBody>
                  <a:tcPr marL="19050" marR="19050" marT="19050" marB="19050">
                    <a:lnL>
                      <a:noFill/>
                    </a:lnL>
                    <a:lnR>
                      <a:noFill/>
                    </a:lnR>
                    <a:lnT>
                      <a:noFill/>
                    </a:lnT>
                    <a:lnB>
                      <a:noFill/>
                    </a:lnB>
                  </a:tcPr>
                </a:tc>
                <a:tc>
                  <a:txBody>
                    <a:bodyPr/>
                    <a:lstStyle/>
                    <a:p>
                      <a:pPr algn="l"/>
                      <a:r>
                        <a:rPr lang="en-US" sz="2200">
                          <a:effectLst/>
                        </a:rPr>
                        <a:t>Stage IV</a:t>
                      </a:r>
                    </a:p>
                  </a:txBody>
                  <a:tcPr marL="19050" marR="19050" marT="19050" marB="19050">
                    <a:lnL>
                      <a:noFill/>
                    </a:lnL>
                    <a:lnR>
                      <a:noFill/>
                    </a:lnR>
                    <a:lnT>
                      <a:noFill/>
                    </a:lnT>
                    <a:lnB>
                      <a:noFill/>
                    </a:lnB>
                  </a:tcPr>
                </a:tc>
                <a:extLst>
                  <a:ext uri="{0D108BD9-81ED-4DB2-BD59-A6C34878D82A}">
                    <a16:rowId xmlns:a16="http://schemas.microsoft.com/office/drawing/2014/main" val="2477080863"/>
                  </a:ext>
                </a:extLst>
              </a:tr>
              <a:tr h="431950">
                <a:tc>
                  <a:txBody>
                    <a:bodyPr/>
                    <a:lstStyle/>
                    <a:p>
                      <a:pPr algn="l"/>
                      <a:r>
                        <a:rPr lang="en-US" sz="2200" dirty="0">
                          <a:effectLst/>
                        </a:rPr>
                        <a:t>Size (diameter)</a:t>
                      </a:r>
                    </a:p>
                  </a:txBody>
                  <a:tcPr marL="19050" marR="19050" marT="19050" marB="19050">
                    <a:lnL>
                      <a:noFill/>
                    </a:lnL>
                    <a:lnR>
                      <a:noFill/>
                    </a:lnR>
                    <a:lnT>
                      <a:noFill/>
                    </a:lnT>
                    <a:lnB>
                      <a:noFill/>
                    </a:lnB>
                  </a:tcPr>
                </a:tc>
                <a:tc>
                  <a:txBody>
                    <a:bodyPr/>
                    <a:lstStyle/>
                    <a:p>
                      <a:pPr algn="l"/>
                      <a:r>
                        <a:rPr lang="en-US" sz="2200">
                          <a:effectLst/>
                        </a:rPr>
                        <a:t>0.3–0.5 mm</a:t>
                      </a:r>
                    </a:p>
                  </a:txBody>
                  <a:tcPr marL="19050" marR="19050" marT="19050" marB="19050">
                    <a:lnL>
                      <a:noFill/>
                    </a:lnL>
                    <a:lnR>
                      <a:noFill/>
                    </a:lnR>
                    <a:lnT>
                      <a:noFill/>
                    </a:lnT>
                    <a:lnB>
                      <a:noFill/>
                    </a:lnB>
                  </a:tcPr>
                </a:tc>
                <a:tc>
                  <a:txBody>
                    <a:bodyPr/>
                    <a:lstStyle/>
                    <a:p>
                      <a:pPr algn="l"/>
                      <a:r>
                        <a:rPr lang="en-US" sz="2200">
                          <a:effectLst/>
                        </a:rPr>
                        <a:t>0.5–0.8 mm</a:t>
                      </a:r>
                    </a:p>
                  </a:txBody>
                  <a:tcPr marL="19050" marR="19050" marT="19050" marB="19050">
                    <a:lnL>
                      <a:noFill/>
                    </a:lnL>
                    <a:lnR>
                      <a:noFill/>
                    </a:lnR>
                    <a:lnT>
                      <a:noFill/>
                    </a:lnT>
                    <a:lnB>
                      <a:noFill/>
                    </a:lnB>
                  </a:tcPr>
                </a:tc>
                <a:extLst>
                  <a:ext uri="{0D108BD9-81ED-4DB2-BD59-A6C34878D82A}">
                    <a16:rowId xmlns:a16="http://schemas.microsoft.com/office/drawing/2014/main" val="3897685181"/>
                  </a:ext>
                </a:extLst>
              </a:tr>
              <a:tr h="431950">
                <a:tc>
                  <a:txBody>
                    <a:bodyPr/>
                    <a:lstStyle/>
                    <a:p>
                      <a:pPr algn="l"/>
                      <a:r>
                        <a:rPr lang="en-US" sz="2200" dirty="0">
                          <a:effectLst/>
                        </a:rPr>
                        <a:t>Number per cell</a:t>
                      </a:r>
                    </a:p>
                  </a:txBody>
                  <a:tcPr marL="19050" marR="19050" marT="19050" marB="19050">
                    <a:lnL>
                      <a:noFill/>
                    </a:lnL>
                    <a:lnR>
                      <a:noFill/>
                    </a:lnR>
                    <a:lnT>
                      <a:noFill/>
                    </a:lnT>
                    <a:lnB>
                      <a:noFill/>
                    </a:lnB>
                  </a:tcPr>
                </a:tc>
                <a:tc>
                  <a:txBody>
                    <a:bodyPr/>
                    <a:lstStyle/>
                    <a:p>
                      <a:pPr algn="l"/>
                      <a:r>
                        <a:rPr lang="en-US" sz="2200">
                          <a:effectLst/>
                        </a:rPr>
                        <a:t>&lt;20</a:t>
                      </a:r>
                    </a:p>
                  </a:txBody>
                  <a:tcPr marL="19050" marR="19050" marT="19050" marB="19050">
                    <a:lnL>
                      <a:noFill/>
                    </a:lnL>
                    <a:lnR>
                      <a:noFill/>
                    </a:lnR>
                    <a:lnT>
                      <a:noFill/>
                    </a:lnT>
                    <a:lnB>
                      <a:noFill/>
                    </a:lnB>
                  </a:tcPr>
                </a:tc>
                <a:tc>
                  <a:txBody>
                    <a:bodyPr/>
                    <a:lstStyle/>
                    <a:p>
                      <a:pPr algn="l"/>
                      <a:r>
                        <a:rPr lang="en-US" sz="2200">
                          <a:effectLst/>
                        </a:rPr>
                        <a:t>&gt;200</a:t>
                      </a:r>
                    </a:p>
                  </a:txBody>
                  <a:tcPr marL="19050" marR="19050" marT="19050" marB="19050">
                    <a:lnL>
                      <a:noFill/>
                    </a:lnL>
                    <a:lnR>
                      <a:noFill/>
                    </a:lnR>
                    <a:lnT>
                      <a:noFill/>
                    </a:lnT>
                    <a:lnB>
                      <a:noFill/>
                    </a:lnB>
                  </a:tcPr>
                </a:tc>
                <a:extLst>
                  <a:ext uri="{0D108BD9-81ED-4DB2-BD59-A6C34878D82A}">
                    <a16:rowId xmlns:a16="http://schemas.microsoft.com/office/drawing/2014/main" val="2616859909"/>
                  </a:ext>
                </a:extLst>
              </a:tr>
              <a:tr h="1115354">
                <a:tc>
                  <a:txBody>
                    <a:bodyPr/>
                    <a:lstStyle/>
                    <a:p>
                      <a:pPr algn="l"/>
                      <a:r>
                        <a:rPr lang="en-US" sz="2200" dirty="0">
                          <a:effectLst/>
                        </a:rPr>
                        <a:t>Distribution of melanosomes within the lysosomes of keratinocytes</a:t>
                      </a:r>
                    </a:p>
                  </a:txBody>
                  <a:tcPr marL="19050" marR="19050" marT="19050" marB="19050">
                    <a:lnL>
                      <a:noFill/>
                    </a:lnL>
                    <a:lnR>
                      <a:noFill/>
                    </a:lnR>
                    <a:lnT>
                      <a:noFill/>
                    </a:lnT>
                    <a:lnB>
                      <a:noFill/>
                    </a:lnB>
                  </a:tcPr>
                </a:tc>
                <a:tc>
                  <a:txBody>
                    <a:bodyPr/>
                    <a:lstStyle/>
                    <a:p>
                      <a:pPr algn="l"/>
                      <a:r>
                        <a:rPr lang="en-US" sz="2200" dirty="0">
                          <a:effectLst/>
                        </a:rPr>
                        <a:t>Groups of 2–10</a:t>
                      </a:r>
                    </a:p>
                  </a:txBody>
                  <a:tcPr marL="19050" marR="19050" marT="19050" marB="19050">
                    <a:lnL>
                      <a:noFill/>
                    </a:lnL>
                    <a:lnR>
                      <a:noFill/>
                    </a:lnR>
                    <a:lnT>
                      <a:noFill/>
                    </a:lnT>
                    <a:lnB>
                      <a:noFill/>
                    </a:lnB>
                  </a:tcPr>
                </a:tc>
                <a:tc>
                  <a:txBody>
                    <a:bodyPr/>
                    <a:lstStyle/>
                    <a:p>
                      <a:pPr algn="l"/>
                      <a:r>
                        <a:rPr lang="en-US" sz="2200" dirty="0">
                          <a:effectLst/>
                        </a:rPr>
                        <a:t>Single</a:t>
                      </a:r>
                    </a:p>
                  </a:txBody>
                  <a:tcPr marL="19050" marR="19050" marT="19050" marB="19050">
                    <a:lnL>
                      <a:noFill/>
                    </a:lnL>
                    <a:lnR>
                      <a:noFill/>
                    </a:lnR>
                    <a:lnT>
                      <a:noFill/>
                    </a:lnT>
                    <a:lnB>
                      <a:noFill/>
                    </a:lnB>
                  </a:tcPr>
                </a:tc>
                <a:extLst>
                  <a:ext uri="{0D108BD9-81ED-4DB2-BD59-A6C34878D82A}">
                    <a16:rowId xmlns:a16="http://schemas.microsoft.com/office/drawing/2014/main" val="1810531379"/>
                  </a:ext>
                </a:extLst>
              </a:tr>
              <a:tr h="811225">
                <a:tc>
                  <a:txBody>
                    <a:bodyPr/>
                    <a:lstStyle/>
                    <a:p>
                      <a:pPr algn="l"/>
                      <a:r>
                        <a:rPr lang="en-US" sz="2200" b="0" dirty="0">
                          <a:effectLst/>
                        </a:rPr>
                        <a:t>Melanin</a:t>
                      </a:r>
                      <a:r>
                        <a:rPr lang="en-US" sz="2200" b="0" baseline="0" dirty="0">
                          <a:effectLst/>
                        </a:rPr>
                        <a:t> granules</a:t>
                      </a:r>
                      <a:endParaRPr lang="en-US" sz="2200" b="0" dirty="0">
                        <a:effectLst/>
                      </a:endParaRPr>
                    </a:p>
                  </a:txBody>
                  <a:tcPr marL="19050" marR="19050" marT="19050" marB="19050">
                    <a:lnL>
                      <a:noFill/>
                    </a:lnL>
                    <a:lnR>
                      <a:noFill/>
                    </a:lnR>
                    <a:lnT>
                      <a:noFill/>
                    </a:lnT>
                    <a:lnB>
                      <a:noFill/>
                    </a:lnB>
                  </a:tcPr>
                </a:tc>
                <a:tc>
                  <a:txBody>
                    <a:bodyPr/>
                    <a:lstStyle/>
                    <a:p>
                      <a:pPr algn="l"/>
                      <a:r>
                        <a:rPr lang="en-US" sz="2200" dirty="0">
                          <a:effectLst/>
                        </a:rPr>
                        <a:t>Degraded</a:t>
                      </a:r>
                      <a:r>
                        <a:rPr lang="en-US" sz="2200" baseline="0" dirty="0">
                          <a:effectLst/>
                        </a:rPr>
                        <a:t> at m</a:t>
                      </a:r>
                      <a:r>
                        <a:rPr lang="en-US" sz="2200" dirty="0">
                          <a:effectLst/>
                        </a:rPr>
                        <a:t>id</a:t>
                      </a:r>
                      <a:r>
                        <a:rPr lang="en-US" sz="2200" baseline="0" dirty="0">
                          <a:effectLst/>
                        </a:rPr>
                        <a:t> stratum </a:t>
                      </a:r>
                      <a:r>
                        <a:rPr lang="en-US" sz="2200" baseline="0" dirty="0" err="1">
                          <a:effectLst/>
                        </a:rPr>
                        <a:t>spinosum</a:t>
                      </a:r>
                      <a:endParaRPr lang="en-US" sz="2200" dirty="0">
                        <a:effectLst/>
                      </a:endParaRPr>
                    </a:p>
                  </a:txBody>
                  <a:tcPr marL="19050" marR="19050" marT="19050" marB="19050">
                    <a:lnL>
                      <a:noFill/>
                    </a:lnL>
                    <a:lnR>
                      <a:noFill/>
                    </a:lnR>
                    <a:lnT>
                      <a:noFill/>
                    </a:lnT>
                    <a:lnB>
                      <a:noFill/>
                    </a:lnB>
                  </a:tcPr>
                </a:tc>
                <a:tc>
                  <a:txBody>
                    <a:bodyPr/>
                    <a:lstStyle/>
                    <a:p>
                      <a:pPr algn="l"/>
                      <a:r>
                        <a:rPr lang="en-US" sz="2200" b="0" dirty="0">
                          <a:effectLst/>
                        </a:rPr>
                        <a:t>Still</a:t>
                      </a:r>
                      <a:r>
                        <a:rPr lang="en-US" sz="2200" b="0" baseline="0" dirty="0">
                          <a:effectLst/>
                        </a:rPr>
                        <a:t> found in stratum corneum (slow degradation)</a:t>
                      </a:r>
                      <a:endParaRPr lang="en-US" sz="2200" b="0" dirty="0">
                        <a:effectLst/>
                      </a:endParaRPr>
                    </a:p>
                  </a:txBody>
                  <a:tcPr marL="19050" marR="19050" marT="19050" marB="19050">
                    <a:lnL>
                      <a:noFill/>
                    </a:lnL>
                    <a:lnR>
                      <a:noFill/>
                    </a:lnR>
                    <a:lnT>
                      <a:noFill/>
                    </a:lnT>
                    <a:lnB>
                      <a:noFill/>
                    </a:lnB>
                  </a:tcPr>
                </a:tc>
                <a:extLst>
                  <a:ext uri="{0D108BD9-81ED-4DB2-BD59-A6C34878D82A}">
                    <a16:rowId xmlns:a16="http://schemas.microsoft.com/office/drawing/2014/main" val="244771842"/>
                  </a:ext>
                </a:extLst>
              </a:tr>
            </a:tbl>
          </a:graphicData>
        </a:graphic>
      </p:graphicFrame>
      <p:sp>
        <p:nvSpPr>
          <p:cNvPr id="5" name="AutoShape 1" descr="mk:@MSITStore:C:\Users\user\Desktop\DERMO\DERMA%20TEXTBOOKS\Bolognia%20Dermatology%20e-dition,%202nd%20Edition.chm::/HTML/4-u1.0-b978-1-4160-2999-1..50069-2..fx1.jpg"/>
          <p:cNvSpPr>
            <a:spLocks noChangeAspect="1" noChangeArrowheads="1"/>
          </p:cNvSpPr>
          <p:nvPr/>
        </p:nvSpPr>
        <p:spPr bwMode="auto">
          <a:xfrm>
            <a:off x="838200" y="18700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2" descr="mk:@MSITStore:C:\Users\user\Desktop\DERMO\DERMA%20TEXTBOOKS\Bolognia%20Dermatology%20e-dition,%202nd%20Edition.chm::/HTML/4-u1.0-b978-1-4160-2999-1..50069-2..fx2.jpg"/>
          <p:cNvSpPr>
            <a:spLocks noChangeAspect="1" noChangeArrowheads="1"/>
          </p:cNvSpPr>
          <p:nvPr/>
        </p:nvSpPr>
        <p:spPr bwMode="auto">
          <a:xfrm>
            <a:off x="838200" y="187003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4562475" y="5351675"/>
            <a:ext cx="1533525" cy="1167765"/>
          </a:xfrm>
          <a:prstGeom prst="rect">
            <a:avLst/>
          </a:prstGeom>
        </p:spPr>
      </p:pic>
      <p:pic>
        <p:nvPicPr>
          <p:cNvPr id="8" name="Picture 7"/>
          <p:cNvPicPr>
            <a:picLocks noChangeAspect="1"/>
          </p:cNvPicPr>
          <p:nvPr/>
        </p:nvPicPr>
        <p:blipFill>
          <a:blip r:embed="rId3"/>
          <a:stretch>
            <a:fillRect/>
          </a:stretch>
        </p:blipFill>
        <p:spPr>
          <a:xfrm>
            <a:off x="7491684" y="5351675"/>
            <a:ext cx="1571625" cy="1101090"/>
          </a:xfrm>
          <a:prstGeom prst="rect">
            <a:avLst/>
          </a:prstGeom>
        </p:spPr>
      </p:pic>
    </p:spTree>
    <p:extLst>
      <p:ext uri="{BB962C8B-B14F-4D97-AF65-F5344CB8AC3E}">
        <p14:creationId xmlns:p14="http://schemas.microsoft.com/office/powerpoint/2010/main" val="2296473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Exposure to UVR</a:t>
            </a:r>
            <a:endParaRPr lang="en-US" dirty="0"/>
          </a:p>
        </p:txBody>
      </p:sp>
      <p:sp>
        <p:nvSpPr>
          <p:cNvPr id="3" name="Content Placeholder 2"/>
          <p:cNvSpPr>
            <a:spLocks noGrp="1"/>
          </p:cNvSpPr>
          <p:nvPr>
            <p:ph idx="1"/>
          </p:nvPr>
        </p:nvSpPr>
        <p:spPr/>
        <p:txBody>
          <a:bodyPr/>
          <a:lstStyle/>
          <a:p>
            <a:r>
              <a:rPr lang="en-US" sz="2600" dirty="0"/>
              <a:t>Single exposure: increase in the size of melanocytes</a:t>
            </a:r>
          </a:p>
          <a:p>
            <a:pPr lvl="5"/>
            <a:r>
              <a:rPr lang="en-US" sz="2600" dirty="0"/>
              <a:t>Increase in tyrosinase activity</a:t>
            </a:r>
            <a:endParaRPr lang="en-US" sz="2600" baseline="30000" dirty="0"/>
          </a:p>
          <a:p>
            <a:r>
              <a:rPr lang="en-US" sz="2600" dirty="0"/>
              <a:t>Repeated exposures: increase in the number of active melanocytes. </a:t>
            </a:r>
          </a:p>
          <a:p>
            <a:pPr lvl="5"/>
            <a:r>
              <a:rPr lang="en-US" sz="2600" dirty="0"/>
              <a:t>Increase in the number of stage IV melanosomes transferred to keratinocytes </a:t>
            </a:r>
          </a:p>
          <a:p>
            <a:r>
              <a:rPr lang="en-US" sz="2600" dirty="0"/>
              <a:t>Chronic exposure: Increase in the density of melanocytes</a:t>
            </a:r>
          </a:p>
          <a:p>
            <a:pPr lvl="5"/>
            <a:r>
              <a:rPr lang="en-US" sz="2600" dirty="0"/>
              <a:t>Chronically sun-exposed sites (e.g. the upper outer arm) are compared with non-sun-exposed sites (e.g. the upper inner arm), the density of melanocytes is up to two times greater in sun-exposed sites</a:t>
            </a:r>
          </a:p>
          <a:p>
            <a:endParaRPr lang="en-US" dirty="0"/>
          </a:p>
        </p:txBody>
      </p:sp>
    </p:spTree>
    <p:extLst>
      <p:ext uri="{BB962C8B-B14F-4D97-AF65-F5344CB8AC3E}">
        <p14:creationId xmlns:p14="http://schemas.microsoft.com/office/powerpoint/2010/main" val="3030998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Disorders of pigmentation</a:t>
            </a:r>
          </a:p>
        </p:txBody>
      </p:sp>
      <p:sp>
        <p:nvSpPr>
          <p:cNvPr id="3" name="Content Placeholder 2"/>
          <p:cNvSpPr>
            <a:spLocks noGrp="1"/>
          </p:cNvSpPr>
          <p:nvPr>
            <p:ph idx="1"/>
          </p:nvPr>
        </p:nvSpPr>
        <p:spPr>
          <a:xfrm>
            <a:off x="4810259" y="649480"/>
            <a:ext cx="6555347" cy="5546047"/>
          </a:xfrm>
        </p:spPr>
        <p:txBody>
          <a:bodyPr anchor="ctr">
            <a:normAutofit/>
          </a:bodyPr>
          <a:lstStyle/>
          <a:p>
            <a:r>
              <a:rPr lang="en-US" sz="2000"/>
              <a:t>This typically indicates an increased amount of melanin, leading to a darker skin colour (hyperpigmentation), or reduced/absent melanin leading to lighter skin colour (hypopigmentation/depigmentation)</a:t>
            </a:r>
          </a:p>
          <a:p>
            <a:r>
              <a:rPr lang="en-US" sz="2000"/>
              <a:t>Abnormal skin pigmentation is one of the most common reasons for dermatology consultation.</a:t>
            </a:r>
          </a:p>
          <a:p>
            <a:r>
              <a:rPr lang="en-US" sz="2000"/>
              <a:t>It presents as abnormally white or dark areas of the skin with or without clear borders</a:t>
            </a:r>
          </a:p>
          <a:p>
            <a:r>
              <a:rPr lang="en-US" sz="2000"/>
              <a:t>This may be unsightly in individuals with darker skin types </a:t>
            </a:r>
          </a:p>
          <a:p>
            <a:r>
              <a:rPr lang="en-US" sz="2000"/>
              <a:t>It is associated with significant psychosocial disturbances and may lead to anxiety or depression.</a:t>
            </a:r>
          </a:p>
        </p:txBody>
      </p:sp>
    </p:spTree>
    <p:extLst>
      <p:ext uri="{BB962C8B-B14F-4D97-AF65-F5344CB8AC3E}">
        <p14:creationId xmlns:p14="http://schemas.microsoft.com/office/powerpoint/2010/main" val="167352715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Types of pigmentary disorders</a:t>
            </a:r>
          </a:p>
        </p:txBody>
      </p:sp>
      <p:sp>
        <p:nvSpPr>
          <p:cNvPr id="3" name="Content Placeholder 2"/>
          <p:cNvSpPr>
            <a:spLocks noGrp="1"/>
          </p:cNvSpPr>
          <p:nvPr>
            <p:ph idx="1"/>
          </p:nvPr>
        </p:nvSpPr>
        <p:spPr>
          <a:xfrm>
            <a:off x="4810259" y="649480"/>
            <a:ext cx="6555347" cy="5546047"/>
          </a:xfrm>
        </p:spPr>
        <p:txBody>
          <a:bodyPr anchor="ctr">
            <a:normAutofit/>
          </a:bodyPr>
          <a:lstStyle/>
          <a:p>
            <a:r>
              <a:rPr lang="en-US" dirty="0" err="1"/>
              <a:t>Hyperpigmentary</a:t>
            </a:r>
            <a:r>
              <a:rPr lang="en-US" dirty="0"/>
              <a:t> disorders </a:t>
            </a:r>
          </a:p>
          <a:p>
            <a:r>
              <a:rPr lang="en-US" dirty="0" err="1"/>
              <a:t>Hypopigmentary</a:t>
            </a:r>
            <a:r>
              <a:rPr lang="en-US" dirty="0"/>
              <a:t> or </a:t>
            </a:r>
            <a:r>
              <a:rPr lang="en-US" dirty="0" err="1"/>
              <a:t>depigmentary</a:t>
            </a:r>
            <a:r>
              <a:rPr lang="en-US" dirty="0"/>
              <a:t> disorders </a:t>
            </a:r>
          </a:p>
          <a:p>
            <a:r>
              <a:rPr lang="en-US" dirty="0"/>
              <a:t>Other excess body pigments </a:t>
            </a:r>
          </a:p>
          <a:p>
            <a:pPr lvl="1"/>
            <a:r>
              <a:rPr lang="en-US" sz="2800" dirty="0"/>
              <a:t>Carotenoids </a:t>
            </a:r>
          </a:p>
          <a:p>
            <a:pPr lvl="1"/>
            <a:r>
              <a:rPr lang="en-US" sz="2800" dirty="0"/>
              <a:t>Bilirubinemia </a:t>
            </a:r>
          </a:p>
          <a:p>
            <a:pPr lvl="1"/>
            <a:r>
              <a:rPr lang="en-US" sz="2800" dirty="0" err="1"/>
              <a:t>Haemachromatosis</a:t>
            </a:r>
            <a:r>
              <a:rPr lang="en-US" sz="2800" dirty="0"/>
              <a:t> </a:t>
            </a:r>
          </a:p>
          <a:p>
            <a:pPr lvl="1"/>
            <a:r>
              <a:rPr lang="en-US" sz="2800" dirty="0" err="1"/>
              <a:t>Haemosiderosis</a:t>
            </a:r>
            <a:r>
              <a:rPr lang="en-US" sz="2800" dirty="0"/>
              <a:t> </a:t>
            </a:r>
          </a:p>
          <a:p>
            <a:pPr lvl="1"/>
            <a:r>
              <a:rPr lang="en-US" sz="2800" dirty="0" err="1"/>
              <a:t>Argyrosis</a:t>
            </a:r>
            <a:r>
              <a:rPr lang="en-US" sz="2800" dirty="0"/>
              <a:t> silver dust</a:t>
            </a:r>
          </a:p>
        </p:txBody>
      </p:sp>
    </p:spTree>
    <p:extLst>
      <p:ext uri="{BB962C8B-B14F-4D97-AF65-F5344CB8AC3E}">
        <p14:creationId xmlns:p14="http://schemas.microsoft.com/office/powerpoint/2010/main" val="26227662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a:extLst>
              <a:ext uri="{FF2B5EF4-FFF2-40B4-BE49-F238E27FC236}">
                <a16:creationId xmlns:a16="http://schemas.microsoft.com/office/drawing/2014/main" id="{AD3B456E-F2F5-DD8E-51B2-FE72B1417A77}"/>
              </a:ext>
            </a:extLst>
          </p:cNvPr>
          <p:cNvSpPr>
            <a:spLocks noGrp="1"/>
          </p:cNvSpPr>
          <p:nvPr>
            <p:ph type="sldNum" sz="quarter" idx="12"/>
          </p:nvPr>
        </p:nvSpPr>
        <p:spPr bwMode="auto">
          <a:ln>
            <a:miter lim="800000"/>
            <a:headEnd/>
            <a:tailEnd/>
          </a:ln>
        </p:spPr>
        <p:txBody>
          <a:bodyPr vert="horz" lIns="91440" tIns="45720" rIns="91440" bIns="45720" rtlCol="0"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A7BB1CD-1100-4F18-911F-2F92409F2A56}" type="slidenum">
              <a:rPr lang="en-US" altLang="en-US">
                <a:solidFill>
                  <a:srgbClr val="045C75"/>
                </a:solidFill>
              </a:rPr>
              <a:pPr eaLnBrk="1" hangingPunct="1"/>
              <a:t>80</a:t>
            </a:fld>
            <a:endParaRPr lang="en-US" altLang="en-US">
              <a:solidFill>
                <a:srgbClr val="045C75"/>
              </a:solidFill>
            </a:endParaRPr>
          </a:p>
        </p:txBody>
      </p:sp>
      <p:pic>
        <p:nvPicPr>
          <p:cNvPr id="15363" name="Content Placeholder 3" descr="http://www.nsc.gov.sg/content/445/a3t2.jpg">
            <a:extLst>
              <a:ext uri="{FF2B5EF4-FFF2-40B4-BE49-F238E27FC236}">
                <a16:creationId xmlns:a16="http://schemas.microsoft.com/office/drawing/2014/main" id="{A2619556-8312-D682-AFD8-534380EE11E0}"/>
              </a:ext>
            </a:extLst>
          </p:cNvPr>
          <p:cNvPicPr>
            <a:picLocks noGrp="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1295400" y="0"/>
            <a:ext cx="9372600" cy="6858000"/>
          </a:xfr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066C2-38F6-3105-9204-ADB932717FDD}"/>
              </a:ext>
            </a:extLst>
          </p:cNvPr>
          <p:cNvSpPr>
            <a:spLocks noGrp="1"/>
          </p:cNvSpPr>
          <p:nvPr>
            <p:ph type="title"/>
          </p:nvPr>
        </p:nvSpPr>
        <p:spPr/>
        <p:txBody>
          <a:bodyPr/>
          <a:lstStyle/>
          <a:p>
            <a:endParaRPr lang="en-GB"/>
          </a:p>
        </p:txBody>
      </p:sp>
      <p:pic>
        <p:nvPicPr>
          <p:cNvPr id="4" name="Content Placeholder 3" descr="Differential diagnosis and management of hyperpigmentation - Yoo ...">
            <a:extLst>
              <a:ext uri="{FF2B5EF4-FFF2-40B4-BE49-F238E27FC236}">
                <a16:creationId xmlns:a16="http://schemas.microsoft.com/office/drawing/2014/main" id="{59F4115D-01C7-4771-EFF0-5CFBA4A3ACD3}"/>
              </a:ext>
            </a:extLst>
          </p:cNvPr>
          <p:cNvPicPr>
            <a:picLocks noGrp="1" noChangeAspect="1"/>
          </p:cNvPicPr>
          <p:nvPr>
            <p:ph idx="1"/>
          </p:nvPr>
        </p:nvPicPr>
        <p:blipFill>
          <a:blip r:embed="rId2"/>
          <a:stretch>
            <a:fillRect/>
          </a:stretch>
        </p:blipFill>
        <p:spPr>
          <a:xfrm>
            <a:off x="2998032" y="365125"/>
            <a:ext cx="4864131" cy="6095404"/>
          </a:xfrm>
          <a:prstGeom prst="rect">
            <a:avLst/>
          </a:prstGeom>
        </p:spPr>
      </p:pic>
    </p:spTree>
    <p:extLst>
      <p:ext uri="{BB962C8B-B14F-4D97-AF65-F5344CB8AC3E}">
        <p14:creationId xmlns:p14="http://schemas.microsoft.com/office/powerpoint/2010/main" val="1417264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57AB4-C02C-8F6D-452B-1CCEC8034609}"/>
              </a:ext>
            </a:extLst>
          </p:cNvPr>
          <p:cNvSpPr>
            <a:spLocks noGrp="1"/>
          </p:cNvSpPr>
          <p:nvPr>
            <p:ph type="title"/>
          </p:nvPr>
        </p:nvSpPr>
        <p:spPr/>
        <p:txBody>
          <a:bodyPr/>
          <a:lstStyle/>
          <a:p>
            <a:endParaRPr lang="en-GB"/>
          </a:p>
        </p:txBody>
      </p:sp>
      <p:pic>
        <p:nvPicPr>
          <p:cNvPr id="4" name="Content Placeholder 3" descr="Disorders of Pigmentation - Fistarol - 2010 - JDDG: Journal der ...">
            <a:extLst>
              <a:ext uri="{FF2B5EF4-FFF2-40B4-BE49-F238E27FC236}">
                <a16:creationId xmlns:a16="http://schemas.microsoft.com/office/drawing/2014/main" id="{FFDC1674-3FE4-90E8-CEC8-55102695F02B}"/>
              </a:ext>
            </a:extLst>
          </p:cNvPr>
          <p:cNvPicPr>
            <a:picLocks noGrp="1" noChangeAspect="1"/>
          </p:cNvPicPr>
          <p:nvPr>
            <p:ph idx="1"/>
          </p:nvPr>
        </p:nvPicPr>
        <p:blipFill>
          <a:blip r:embed="rId2"/>
          <a:stretch>
            <a:fillRect/>
          </a:stretch>
        </p:blipFill>
        <p:spPr>
          <a:xfrm>
            <a:off x="1091255" y="779489"/>
            <a:ext cx="8712312" cy="5608551"/>
          </a:xfrm>
          <a:prstGeom prst="rect">
            <a:avLst/>
          </a:prstGeom>
        </p:spPr>
      </p:pic>
    </p:spTree>
    <p:extLst>
      <p:ext uri="{BB962C8B-B14F-4D97-AF65-F5344CB8AC3E}">
        <p14:creationId xmlns:p14="http://schemas.microsoft.com/office/powerpoint/2010/main" val="37565309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9C69-0A3A-0B0F-203B-3BE56F790C19}"/>
              </a:ext>
            </a:extLst>
          </p:cNvPr>
          <p:cNvSpPr>
            <a:spLocks noGrp="1"/>
          </p:cNvSpPr>
          <p:nvPr>
            <p:ph type="title"/>
          </p:nvPr>
        </p:nvSpPr>
        <p:spPr/>
        <p:txBody>
          <a:bodyPr/>
          <a:lstStyle/>
          <a:p>
            <a:endParaRPr lang="en-GB"/>
          </a:p>
        </p:txBody>
      </p:sp>
      <p:pic>
        <p:nvPicPr>
          <p:cNvPr id="4" name="Content Placeholder 3" descr="Common Hyperpigmentation Disorders in Indian Skin | Dr Naved Hasan ...">
            <a:extLst>
              <a:ext uri="{FF2B5EF4-FFF2-40B4-BE49-F238E27FC236}">
                <a16:creationId xmlns:a16="http://schemas.microsoft.com/office/drawing/2014/main" id="{0BC80E16-322A-3F3F-81F0-840C3DC24C10}"/>
              </a:ext>
            </a:extLst>
          </p:cNvPr>
          <p:cNvPicPr>
            <a:picLocks noGrp="1" noChangeAspect="1"/>
          </p:cNvPicPr>
          <p:nvPr>
            <p:ph idx="1"/>
          </p:nvPr>
        </p:nvPicPr>
        <p:blipFill>
          <a:blip r:embed="rId2"/>
          <a:stretch>
            <a:fillRect/>
          </a:stretch>
        </p:blipFill>
        <p:spPr>
          <a:xfrm>
            <a:off x="568045" y="489882"/>
            <a:ext cx="10785755" cy="5878236"/>
          </a:xfrm>
          <a:prstGeom prst="rect">
            <a:avLst/>
          </a:prstGeom>
        </p:spPr>
      </p:pic>
    </p:spTree>
    <p:extLst>
      <p:ext uri="{BB962C8B-B14F-4D97-AF65-F5344CB8AC3E}">
        <p14:creationId xmlns:p14="http://schemas.microsoft.com/office/powerpoint/2010/main" val="21936593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F9E20-91ED-74F0-41F3-567E9E82EB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7485C-5893-882D-0F4B-857CDB223AB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64986CE-F73A-A976-BEDD-10CFF01C2033}"/>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DD462B98-D8E0-D290-1D18-1599EF9F7BEF}"/>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42416520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E6C1-5905-85CE-8B78-7A9DB5774D77}"/>
              </a:ext>
            </a:extLst>
          </p:cNvPr>
          <p:cNvSpPr>
            <a:spLocks noGrp="1"/>
          </p:cNvSpPr>
          <p:nvPr>
            <p:ph type="title"/>
          </p:nvPr>
        </p:nvSpPr>
        <p:spPr/>
        <p:txBody>
          <a:bodyPr/>
          <a:lstStyle/>
          <a:p>
            <a:r>
              <a:rPr lang="en-GB" dirty="0"/>
              <a:t>ACNE</a:t>
            </a:r>
          </a:p>
        </p:txBody>
      </p:sp>
      <p:sp>
        <p:nvSpPr>
          <p:cNvPr id="3" name="Content Placeholder 2">
            <a:extLst>
              <a:ext uri="{FF2B5EF4-FFF2-40B4-BE49-F238E27FC236}">
                <a16:creationId xmlns:a16="http://schemas.microsoft.com/office/drawing/2014/main" id="{8DA1DC8A-7055-16C0-C536-C8EA4FF4D93D}"/>
              </a:ext>
            </a:extLst>
          </p:cNvPr>
          <p:cNvSpPr>
            <a:spLocks noGrp="1"/>
          </p:cNvSpPr>
          <p:nvPr>
            <p:ph idx="1"/>
          </p:nvPr>
        </p:nvSpPr>
        <p:spPr/>
        <p:txBody>
          <a:bodyPr/>
          <a:lstStyle/>
          <a:p>
            <a:r>
              <a:rPr lang="en-GB" dirty="0"/>
              <a:t>Acne types</a:t>
            </a:r>
          </a:p>
        </p:txBody>
      </p:sp>
    </p:spTree>
    <p:extLst>
      <p:ext uri="{BB962C8B-B14F-4D97-AF65-F5344CB8AC3E}">
        <p14:creationId xmlns:p14="http://schemas.microsoft.com/office/powerpoint/2010/main" val="6325381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normAutofit/>
          </a:bodyPr>
          <a:lstStyle/>
          <a:p>
            <a:r>
              <a:rPr lang="en-US" dirty="0"/>
              <a:t>Acne vulgaris is a chronic inflammatory disorder of the </a:t>
            </a:r>
            <a:r>
              <a:rPr lang="en-US" dirty="0" err="1"/>
              <a:t>pilosebaceous</a:t>
            </a:r>
            <a:r>
              <a:rPr lang="en-US" dirty="0"/>
              <a:t> unit</a:t>
            </a:r>
          </a:p>
          <a:p>
            <a:r>
              <a:rPr lang="en-US" dirty="0"/>
              <a:t>It is primarily a disorder of adolescence. However, its many variants can affect all age groups. </a:t>
            </a:r>
          </a:p>
          <a:p>
            <a:endParaRPr lang="en-US" dirty="0"/>
          </a:p>
          <a:p>
            <a:r>
              <a:rPr lang="en-US" dirty="0"/>
              <a:t>It is multifactorial</a:t>
            </a:r>
          </a:p>
          <a:p>
            <a:r>
              <a:rPr lang="en-US" dirty="0"/>
              <a:t>It is clinically characterized by </a:t>
            </a:r>
            <a:r>
              <a:rPr lang="en-US" dirty="0" err="1"/>
              <a:t>comedones</a:t>
            </a:r>
            <a:r>
              <a:rPr lang="en-US" dirty="0"/>
              <a:t>, papules, pustules, cysts and scarring, with the lesions commonly distributed on the sebum-rich areas</a:t>
            </a:r>
          </a:p>
          <a:p>
            <a:endParaRPr lang="en-US" dirty="0"/>
          </a:p>
        </p:txBody>
      </p:sp>
    </p:spTree>
    <p:extLst>
      <p:ext uri="{BB962C8B-B14F-4D97-AF65-F5344CB8AC3E}">
        <p14:creationId xmlns:p14="http://schemas.microsoft.com/office/powerpoint/2010/main" val="28524235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Acne cannot be stopped from occurring or cured , but it can be treated quiet successfully.</a:t>
            </a:r>
          </a:p>
          <a:p>
            <a:pPr marL="0" indent="0">
              <a:buNone/>
            </a:pPr>
            <a:endParaRPr lang="en-US" dirty="0"/>
          </a:p>
          <a:p>
            <a:r>
              <a:rPr lang="en-US" dirty="0"/>
              <a:t>Acne can profoundly affect the self-esteem of the affected individuals </a:t>
            </a:r>
          </a:p>
          <a:p>
            <a:endParaRPr lang="en-US" dirty="0"/>
          </a:p>
        </p:txBody>
      </p:sp>
    </p:spTree>
    <p:extLst>
      <p:ext uri="{BB962C8B-B14F-4D97-AF65-F5344CB8AC3E}">
        <p14:creationId xmlns:p14="http://schemas.microsoft.com/office/powerpoint/2010/main" val="26847106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1784"/>
          </a:xfrm>
        </p:spPr>
        <p:txBody>
          <a:bodyPr/>
          <a:lstStyle/>
          <a:p>
            <a:r>
              <a:rPr lang="en-US"/>
              <a:t>Risk factors</a:t>
            </a:r>
            <a:endParaRPr lang="en-US" dirty="0"/>
          </a:p>
        </p:txBody>
      </p:sp>
      <p:graphicFrame>
        <p:nvGraphicFramePr>
          <p:cNvPr id="10" name="Content Placeholder 2">
            <a:extLst>
              <a:ext uri="{FF2B5EF4-FFF2-40B4-BE49-F238E27FC236}">
                <a16:creationId xmlns:a16="http://schemas.microsoft.com/office/drawing/2014/main" id="{A390A259-3035-25CE-C2DF-1F68D1F5349E}"/>
              </a:ext>
            </a:extLst>
          </p:cNvPr>
          <p:cNvGraphicFramePr>
            <a:graphicFrameLocks noGrp="1"/>
          </p:cNvGraphicFramePr>
          <p:nvPr>
            <p:ph sz="half" idx="1"/>
          </p:nvPr>
        </p:nvGraphicFramePr>
        <p:xfrm>
          <a:off x="401782" y="1246910"/>
          <a:ext cx="5618018" cy="5195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p:cNvSpPr>
            <a:spLocks noGrp="1"/>
          </p:cNvSpPr>
          <p:nvPr>
            <p:ph sz="half" idx="2"/>
          </p:nvPr>
        </p:nvSpPr>
        <p:spPr>
          <a:xfrm>
            <a:off x="6172200" y="1246910"/>
            <a:ext cx="5618018" cy="5098472"/>
          </a:xfrm>
        </p:spPr>
        <p:txBody>
          <a:bodyPr>
            <a:normAutofit lnSpcReduction="10000"/>
          </a:bodyPr>
          <a:lstStyle/>
          <a:p>
            <a:r>
              <a:rPr lang="en-US"/>
              <a:t>Diet  ; high glycemic load and milk </a:t>
            </a:r>
          </a:p>
          <a:p>
            <a:r>
              <a:rPr lang="en-US"/>
              <a:t>Acnegenic mineral oil e.g rarely dioxin, </a:t>
            </a:r>
          </a:p>
          <a:p>
            <a:r>
              <a:rPr lang="en-US"/>
              <a:t>Drugs e.g Lithium, hydantoin, isoniazid, glucocorticoids, oral contraceptives, iodides, bromides and androgens, and danazol Others. </a:t>
            </a:r>
          </a:p>
          <a:p>
            <a:r>
              <a:rPr lang="en-US"/>
              <a:t>Emotional stress (exacerbation). </a:t>
            </a:r>
          </a:p>
          <a:p>
            <a:r>
              <a:rPr lang="en-US"/>
              <a:t>Occlusion and pressure on the skin e.g leaning the face on the hands (acne mechanica). </a:t>
            </a:r>
          </a:p>
          <a:p>
            <a:endParaRPr lang="en-US" dirty="0"/>
          </a:p>
        </p:txBody>
      </p:sp>
    </p:spTree>
    <p:extLst>
      <p:ext uri="{BB962C8B-B14F-4D97-AF65-F5344CB8AC3E}">
        <p14:creationId xmlns:p14="http://schemas.microsoft.com/office/powerpoint/2010/main" val="15219395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Pathogenesis</a:t>
            </a:r>
          </a:p>
        </p:txBody>
      </p:sp>
      <p:sp>
        <p:nvSpPr>
          <p:cNvPr id="3" name="Content Placeholder 2"/>
          <p:cNvSpPr>
            <a:spLocks noGrp="1"/>
          </p:cNvSpPr>
          <p:nvPr>
            <p:ph idx="1"/>
          </p:nvPr>
        </p:nvSpPr>
        <p:spPr/>
        <p:txBody>
          <a:bodyPr>
            <a:normAutofit lnSpcReduction="10000"/>
          </a:bodyPr>
          <a:lstStyle/>
          <a:p>
            <a:pPr marL="0" indent="0">
              <a:buNone/>
            </a:pPr>
            <a:r>
              <a:rPr lang="en-US"/>
              <a:t>The </a:t>
            </a:r>
            <a:r>
              <a:rPr lang="en-US" dirty="0"/>
              <a:t>key </a:t>
            </a:r>
            <a:r>
              <a:rPr lang="en-US" dirty="0" err="1"/>
              <a:t>pathogenetic</a:t>
            </a:r>
            <a:r>
              <a:rPr lang="en-US" dirty="0"/>
              <a:t> mechanisms are</a:t>
            </a:r>
          </a:p>
          <a:p>
            <a:pPr marL="514350" indent="-514350">
              <a:buFont typeface="+mj-lt"/>
              <a:buAutoNum type="arabicPeriod"/>
            </a:pPr>
            <a:r>
              <a:rPr lang="en-US" dirty="0"/>
              <a:t>Abnormal keratinization: Follicular plugging with prevention of sebum drainage (</a:t>
            </a:r>
            <a:r>
              <a:rPr lang="en-US" dirty="0" err="1"/>
              <a:t>comedones</a:t>
            </a:r>
            <a:r>
              <a:rPr lang="en-US" dirty="0"/>
              <a:t>)</a:t>
            </a:r>
          </a:p>
          <a:p>
            <a:pPr marL="514350" indent="-514350">
              <a:buFont typeface="+mj-lt"/>
              <a:buAutoNum type="arabicPeriod"/>
            </a:pPr>
            <a:r>
              <a:rPr lang="en-US" dirty="0"/>
              <a:t>Sebum overproduction: due to increased androgen receptor sensitivity at the </a:t>
            </a:r>
            <a:r>
              <a:rPr lang="en-US" dirty="0" err="1"/>
              <a:t>sebocyte</a:t>
            </a:r>
            <a:r>
              <a:rPr lang="en-US" dirty="0"/>
              <a:t> levels (the serum androgen levels remain normal quantitatively and qualitatively)</a:t>
            </a:r>
          </a:p>
          <a:p>
            <a:pPr marL="514350" indent="-514350">
              <a:buFont typeface="+mj-lt"/>
              <a:buAutoNum type="arabicPeriod"/>
            </a:pPr>
            <a:r>
              <a:rPr lang="en-US" dirty="0"/>
              <a:t>Microbial colonization: P. acnes produces lipase (converts lipids to free fatty acids) and other </a:t>
            </a:r>
            <a:r>
              <a:rPr lang="en-US" dirty="0" err="1"/>
              <a:t>proinflammatory</a:t>
            </a:r>
            <a:r>
              <a:rPr lang="en-US" dirty="0"/>
              <a:t> mediators (IL-1, TNF-a)</a:t>
            </a:r>
          </a:p>
          <a:p>
            <a:pPr marL="514350" indent="-514350">
              <a:buFont typeface="+mj-lt"/>
              <a:buAutoNum type="arabicPeriod"/>
            </a:pPr>
            <a:r>
              <a:rPr lang="en-US" dirty="0"/>
              <a:t>Inflammation</a:t>
            </a:r>
          </a:p>
          <a:p>
            <a:pPr marL="514350" indent="-514350">
              <a:buFont typeface="+mj-lt"/>
              <a:buAutoNum type="arabicPeriod"/>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14769512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Distended follicle walls break </a:t>
            </a:r>
          </a:p>
          <a:p>
            <a:endParaRPr lang="en-US" dirty="0"/>
          </a:p>
          <a:p>
            <a:r>
              <a:rPr lang="en-US" dirty="0"/>
              <a:t>Sebum, lipid, fatty acids, keratin, and bacteria enter the dermis, provoking an inflammatory and foreign-body response. </a:t>
            </a:r>
          </a:p>
          <a:p>
            <a:endParaRPr lang="en-US" dirty="0"/>
          </a:p>
          <a:p>
            <a:r>
              <a:rPr lang="en-US" dirty="0"/>
              <a:t>Intense inflammation leads to scarring</a:t>
            </a:r>
          </a:p>
        </p:txBody>
      </p:sp>
    </p:spTree>
    <p:extLst>
      <p:ext uri="{BB962C8B-B14F-4D97-AF65-F5344CB8AC3E}">
        <p14:creationId xmlns:p14="http://schemas.microsoft.com/office/powerpoint/2010/main" val="30840848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5577" y="757645"/>
            <a:ext cx="10711543" cy="5656217"/>
          </a:xfrm>
          <a:prstGeom prst="rect">
            <a:avLst/>
          </a:prstGeom>
        </p:spPr>
      </p:pic>
    </p:spTree>
    <p:extLst>
      <p:ext uri="{BB962C8B-B14F-4D97-AF65-F5344CB8AC3E}">
        <p14:creationId xmlns:p14="http://schemas.microsoft.com/office/powerpoint/2010/main" val="3848652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a:t>
            </a:r>
          </a:p>
        </p:txBody>
      </p:sp>
      <p:sp>
        <p:nvSpPr>
          <p:cNvPr id="3" name="Content Placeholder 2"/>
          <p:cNvSpPr>
            <a:spLocks noGrp="1"/>
          </p:cNvSpPr>
          <p:nvPr>
            <p:ph idx="1"/>
          </p:nvPr>
        </p:nvSpPr>
        <p:spPr/>
        <p:txBody>
          <a:bodyPr/>
          <a:lstStyle/>
          <a:p>
            <a:r>
              <a:rPr lang="en-US" dirty="0"/>
              <a:t>Primary lesions (Non-inflammatory)</a:t>
            </a:r>
          </a:p>
          <a:p>
            <a:endParaRPr lang="en-US" dirty="0"/>
          </a:p>
          <a:p>
            <a:r>
              <a:rPr lang="en-US" dirty="0"/>
              <a:t>Inflammatory lesions</a:t>
            </a:r>
          </a:p>
        </p:txBody>
      </p:sp>
    </p:spTree>
    <p:extLst>
      <p:ext uri="{BB962C8B-B14F-4D97-AF65-F5344CB8AC3E}">
        <p14:creationId xmlns:p14="http://schemas.microsoft.com/office/powerpoint/2010/main" val="34875316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features</a:t>
            </a:r>
          </a:p>
        </p:txBody>
      </p:sp>
      <p:sp>
        <p:nvSpPr>
          <p:cNvPr id="3" name="Content Placeholder 2"/>
          <p:cNvSpPr>
            <a:spLocks noGrp="1"/>
          </p:cNvSpPr>
          <p:nvPr>
            <p:ph idx="1"/>
          </p:nvPr>
        </p:nvSpPr>
        <p:spPr/>
        <p:txBody>
          <a:bodyPr>
            <a:normAutofit lnSpcReduction="10000"/>
          </a:bodyPr>
          <a:lstStyle/>
          <a:p>
            <a:r>
              <a:rPr lang="en-US" dirty="0"/>
              <a:t>The clinical presentation varies significantly from mild </a:t>
            </a:r>
            <a:r>
              <a:rPr lang="en-US" dirty="0" err="1"/>
              <a:t>comedonal</a:t>
            </a:r>
            <a:r>
              <a:rPr lang="en-US" dirty="0"/>
              <a:t> acne to fulminant systemic disease. </a:t>
            </a:r>
          </a:p>
          <a:p>
            <a:pPr marL="0" indent="0">
              <a:buNone/>
            </a:pPr>
            <a:endParaRPr lang="en-US" dirty="0"/>
          </a:p>
          <a:p>
            <a:pPr marL="0" indent="0">
              <a:buNone/>
            </a:pPr>
            <a:r>
              <a:rPr lang="en-US" dirty="0"/>
              <a:t>Primary lesions:</a:t>
            </a:r>
          </a:p>
          <a:p>
            <a:r>
              <a:rPr lang="en-US" dirty="0" err="1"/>
              <a:t>Comedonal</a:t>
            </a:r>
            <a:r>
              <a:rPr lang="en-US" dirty="0"/>
              <a:t> acne: open (blackheads) and closed (whiteheads) </a:t>
            </a:r>
            <a:r>
              <a:rPr lang="en-US" dirty="0" err="1"/>
              <a:t>comedones</a:t>
            </a:r>
            <a:r>
              <a:rPr lang="en-US" dirty="0"/>
              <a:t> </a:t>
            </a:r>
          </a:p>
          <a:p>
            <a:pPr lvl="1"/>
            <a:endParaRPr lang="en-US" sz="2800" dirty="0"/>
          </a:p>
          <a:p>
            <a:pPr lvl="1"/>
            <a:r>
              <a:rPr lang="en-US" sz="2800" dirty="0" err="1"/>
              <a:t>Comedones</a:t>
            </a:r>
            <a:r>
              <a:rPr lang="en-US" sz="2800" dirty="0"/>
              <a:t>: are keratin plugs formed within follicular ostia (frequently associated with surrounding erythema and pustule formation). </a:t>
            </a:r>
          </a:p>
          <a:p>
            <a:endParaRPr lang="en-US" dirty="0"/>
          </a:p>
        </p:txBody>
      </p:sp>
    </p:spTree>
    <p:extLst>
      <p:ext uri="{BB962C8B-B14F-4D97-AF65-F5344CB8AC3E}">
        <p14:creationId xmlns:p14="http://schemas.microsoft.com/office/powerpoint/2010/main" val="6745814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r>
              <a:rPr lang="en-US" dirty="0"/>
              <a:t>Closed </a:t>
            </a:r>
            <a:r>
              <a:rPr lang="en-US" dirty="0" err="1"/>
              <a:t>comedones</a:t>
            </a:r>
            <a:r>
              <a:rPr lang="en-US" dirty="0"/>
              <a:t> (white heads): associated with small ostia</a:t>
            </a:r>
          </a:p>
          <a:p>
            <a:endParaRPr lang="en-US" dirty="0"/>
          </a:p>
          <a:p>
            <a:endParaRPr lang="en-US" dirty="0"/>
          </a:p>
          <a:p>
            <a:r>
              <a:rPr lang="en-US" dirty="0"/>
              <a:t>Open </a:t>
            </a:r>
            <a:r>
              <a:rPr lang="en-US" dirty="0" err="1"/>
              <a:t>comedones</a:t>
            </a:r>
            <a:r>
              <a:rPr lang="en-US" dirty="0"/>
              <a:t> (black heads): associated with large ostia</a:t>
            </a:r>
          </a:p>
        </p:txBody>
      </p:sp>
      <p:pic>
        <p:nvPicPr>
          <p:cNvPr id="5" name="Content Placeholder 4"/>
          <p:cNvPicPr>
            <a:picLocks noGrp="1" noChangeAspect="1"/>
          </p:cNvPicPr>
          <p:nvPr>
            <p:ph sz="half" idx="2"/>
          </p:nvPr>
        </p:nvPicPr>
        <p:blipFill>
          <a:blip r:embed="rId2"/>
          <a:stretch>
            <a:fillRect/>
          </a:stretch>
        </p:blipFill>
        <p:spPr>
          <a:xfrm>
            <a:off x="6019800" y="1690688"/>
            <a:ext cx="4357255" cy="2368208"/>
          </a:xfrm>
          <a:prstGeom prst="rect">
            <a:avLst/>
          </a:prstGeom>
        </p:spPr>
      </p:pic>
      <p:pic>
        <p:nvPicPr>
          <p:cNvPr id="6" name="Picture 5"/>
          <p:cNvPicPr>
            <a:picLocks noChangeAspect="1"/>
          </p:cNvPicPr>
          <p:nvPr/>
        </p:nvPicPr>
        <p:blipFill>
          <a:blip r:embed="rId3"/>
          <a:stretch>
            <a:fillRect/>
          </a:stretch>
        </p:blipFill>
        <p:spPr>
          <a:xfrm>
            <a:off x="6019800" y="4058897"/>
            <a:ext cx="4357255" cy="2253004"/>
          </a:xfrm>
          <a:prstGeom prst="rect">
            <a:avLst/>
          </a:prstGeom>
        </p:spPr>
      </p:pic>
      <p:cxnSp>
        <p:nvCxnSpPr>
          <p:cNvPr id="9" name="Straight Arrow Connector 8"/>
          <p:cNvCxnSpPr/>
          <p:nvPr/>
        </p:nvCxnSpPr>
        <p:spPr>
          <a:xfrm>
            <a:off x="8298873" y="4875571"/>
            <a:ext cx="512618" cy="5088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7329055" y="4293749"/>
            <a:ext cx="595745" cy="1397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32316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pPr marL="0" indent="0">
              <a:buNone/>
            </a:pPr>
            <a:r>
              <a:rPr lang="en-US" dirty="0"/>
              <a:t>Inflammatory lesions:</a:t>
            </a:r>
          </a:p>
          <a:p>
            <a:r>
              <a:rPr lang="en-US" dirty="0" err="1"/>
              <a:t>Papulopustular</a:t>
            </a:r>
            <a:r>
              <a:rPr lang="en-US" dirty="0"/>
              <a:t> acne: Papules and </a:t>
            </a:r>
            <a:r>
              <a:rPr lang="en-US" dirty="0" err="1"/>
              <a:t>papulopustules</a:t>
            </a:r>
            <a:r>
              <a:rPr lang="en-US" dirty="0"/>
              <a:t> (papule topped by a pustule)</a:t>
            </a:r>
          </a:p>
          <a:p>
            <a:endParaRPr lang="en-US" dirty="0"/>
          </a:p>
          <a:p>
            <a:endParaRPr lang="en-US" dirty="0"/>
          </a:p>
        </p:txBody>
      </p:sp>
      <p:pic>
        <p:nvPicPr>
          <p:cNvPr id="7" name="Content Placeholder 6"/>
          <p:cNvPicPr>
            <a:picLocks noGrp="1" noChangeAspect="1"/>
          </p:cNvPicPr>
          <p:nvPr>
            <p:ph sz="half" idx="2"/>
          </p:nvPr>
        </p:nvPicPr>
        <p:blipFill>
          <a:blip r:embed="rId2"/>
          <a:stretch>
            <a:fillRect/>
          </a:stretch>
        </p:blipFill>
        <p:spPr>
          <a:xfrm>
            <a:off x="6636327" y="1825625"/>
            <a:ext cx="3961728" cy="4144847"/>
          </a:xfrm>
          <a:prstGeom prst="rect">
            <a:avLst/>
          </a:prstGeom>
          <a:ln>
            <a:solidFill>
              <a:schemeClr val="tx1"/>
            </a:solidFill>
          </a:ln>
        </p:spPr>
      </p:pic>
      <p:sp>
        <p:nvSpPr>
          <p:cNvPr id="10" name="Rectangle 9"/>
          <p:cNvSpPr/>
          <p:nvPr/>
        </p:nvSpPr>
        <p:spPr>
          <a:xfrm>
            <a:off x="7606145" y="3241964"/>
            <a:ext cx="1011046" cy="49876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195922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1057"/>
          </a:xfrm>
        </p:spPr>
        <p:txBody>
          <a:bodyPr/>
          <a:lstStyle/>
          <a:p>
            <a:endParaRPr lang="en-US" dirty="0"/>
          </a:p>
        </p:txBody>
      </p:sp>
      <p:sp>
        <p:nvSpPr>
          <p:cNvPr id="3" name="Content Placeholder 2"/>
          <p:cNvSpPr>
            <a:spLocks noGrp="1"/>
          </p:cNvSpPr>
          <p:nvPr>
            <p:ph sz="half" idx="1"/>
          </p:nvPr>
        </p:nvSpPr>
        <p:spPr>
          <a:xfrm>
            <a:off x="838199" y="1482436"/>
            <a:ext cx="6754092" cy="4821382"/>
          </a:xfrm>
        </p:spPr>
        <p:txBody>
          <a:bodyPr>
            <a:normAutofit lnSpcReduction="10000"/>
          </a:bodyPr>
          <a:lstStyle/>
          <a:p>
            <a:r>
              <a:rPr lang="en-US" dirty="0" err="1"/>
              <a:t>Nodulocystic</a:t>
            </a:r>
            <a:r>
              <a:rPr lang="en-US" dirty="0"/>
              <a:t>: nodules and cysts</a:t>
            </a:r>
          </a:p>
          <a:p>
            <a:pPr lvl="1"/>
            <a:r>
              <a:rPr lang="en-US" sz="2800" dirty="0"/>
              <a:t>Soft nodules: result from repeated follicular ruptures and re-encapsulation with inflammation, postulation/abscess formation (cysts), crusting, foreign-body reaction, and scarring. </a:t>
            </a:r>
          </a:p>
          <a:p>
            <a:pPr lvl="1"/>
            <a:endParaRPr lang="en-US" sz="2800" dirty="0"/>
          </a:p>
          <a:p>
            <a:pPr lvl="1"/>
            <a:r>
              <a:rPr lang="en-US" sz="2800" dirty="0"/>
              <a:t>Linear mounds: formed from a coalition of round, isolated single nodules, and cysts with interconnecting channels (sinus tracts)</a:t>
            </a:r>
          </a:p>
          <a:p>
            <a:endParaRPr lang="en-US" dirty="0"/>
          </a:p>
        </p:txBody>
      </p:sp>
      <p:pic>
        <p:nvPicPr>
          <p:cNvPr id="7" name="Content Placeholder 6"/>
          <p:cNvPicPr>
            <a:picLocks noGrp="1" noChangeAspect="1"/>
          </p:cNvPicPr>
          <p:nvPr>
            <p:ph sz="half" idx="2"/>
          </p:nvPr>
        </p:nvPicPr>
        <p:blipFill>
          <a:blip r:embed="rId3"/>
          <a:stretch>
            <a:fillRect/>
          </a:stretch>
        </p:blipFill>
        <p:spPr>
          <a:xfrm>
            <a:off x="7592291" y="1825625"/>
            <a:ext cx="3761509" cy="4351337"/>
          </a:xfrm>
          <a:prstGeom prst="rect">
            <a:avLst/>
          </a:prstGeom>
        </p:spPr>
      </p:pic>
    </p:spTree>
    <p:extLst>
      <p:ext uri="{BB962C8B-B14F-4D97-AF65-F5344CB8AC3E}">
        <p14:creationId xmlns:p14="http://schemas.microsoft.com/office/powerpoint/2010/main" val="426004317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Sinuses: draining epithelial-lined tracts (seen in nodular acne). </a:t>
            </a:r>
          </a:p>
          <a:p>
            <a:r>
              <a:rPr lang="en-US" dirty="0"/>
              <a:t>Scars: depressed atrophic (often pitted) or hypertrophic (sometimes </a:t>
            </a:r>
            <a:r>
              <a:rPr lang="en-US" dirty="0" err="1"/>
              <a:t>keloidal</a:t>
            </a:r>
            <a:r>
              <a:rPr lang="en-US" dirty="0"/>
              <a:t>).</a:t>
            </a:r>
          </a:p>
          <a:p>
            <a:endParaRPr lang="en-US" dirty="0"/>
          </a:p>
          <a:p>
            <a:r>
              <a:rPr lang="en-US" dirty="0"/>
              <a:t>Seborrhea involving the face and scalp are often present and may be severe </a:t>
            </a:r>
          </a:p>
          <a:p>
            <a:endParaRPr lang="en-US" dirty="0"/>
          </a:p>
          <a:p>
            <a:r>
              <a:rPr lang="en-US" dirty="0"/>
              <a:t>Pain: present in inflammatory lesions</a:t>
            </a:r>
          </a:p>
          <a:p>
            <a:endParaRPr lang="en-US" dirty="0"/>
          </a:p>
        </p:txBody>
      </p:sp>
    </p:spTree>
    <p:extLst>
      <p:ext uri="{BB962C8B-B14F-4D97-AF65-F5344CB8AC3E}">
        <p14:creationId xmlns:p14="http://schemas.microsoft.com/office/powerpoint/2010/main" val="322210568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forms of acne</a:t>
            </a:r>
          </a:p>
        </p:txBody>
      </p:sp>
      <p:sp>
        <p:nvSpPr>
          <p:cNvPr id="3" name="Content Placeholder 2"/>
          <p:cNvSpPr>
            <a:spLocks noGrp="1"/>
          </p:cNvSpPr>
          <p:nvPr>
            <p:ph idx="1"/>
          </p:nvPr>
        </p:nvSpPr>
        <p:spPr/>
        <p:txBody>
          <a:bodyPr/>
          <a:lstStyle/>
          <a:p>
            <a:r>
              <a:rPr lang="en-US" dirty="0"/>
              <a:t>Neonatal acne: affect the nose and cheeks of newborns and infants.</a:t>
            </a:r>
          </a:p>
          <a:p>
            <a:pPr lvl="1"/>
            <a:r>
              <a:rPr lang="en-US" sz="2800" dirty="0"/>
              <a:t>Related to glandular development</a:t>
            </a:r>
          </a:p>
          <a:p>
            <a:pPr lvl="1"/>
            <a:r>
              <a:rPr lang="en-US" sz="2800" dirty="0"/>
              <a:t>Transient and self-healing (self limiting). </a:t>
            </a:r>
          </a:p>
          <a:p>
            <a:endParaRPr lang="en-US" dirty="0"/>
          </a:p>
          <a:p>
            <a:r>
              <a:rPr lang="en-US" dirty="0"/>
              <a:t>Acne </a:t>
            </a:r>
            <a:r>
              <a:rPr lang="en-US" dirty="0" err="1"/>
              <a:t>excoriee</a:t>
            </a:r>
            <a:r>
              <a:rPr lang="en-US" dirty="0"/>
              <a:t>: young women</a:t>
            </a:r>
          </a:p>
          <a:p>
            <a:pPr lvl="1"/>
            <a:r>
              <a:rPr lang="en-US" sz="2800" dirty="0"/>
              <a:t>Associated with extensive excoriations and scarring </a:t>
            </a:r>
          </a:p>
          <a:p>
            <a:pPr lvl="1"/>
            <a:r>
              <a:rPr lang="en-US" sz="2800" dirty="0"/>
              <a:t>Results from emotional and psychological problems (obsessive compulsive disorder)</a:t>
            </a:r>
          </a:p>
        </p:txBody>
      </p:sp>
    </p:spTree>
    <p:extLst>
      <p:ext uri="{BB962C8B-B14F-4D97-AF65-F5344CB8AC3E}">
        <p14:creationId xmlns:p14="http://schemas.microsoft.com/office/powerpoint/2010/main" val="11273932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1893"/>
          </a:xfrm>
        </p:spPr>
        <p:txBody>
          <a:bodyPr/>
          <a:lstStyle/>
          <a:p>
            <a:endParaRPr lang="en-US" dirty="0"/>
          </a:p>
        </p:txBody>
      </p:sp>
      <p:sp>
        <p:nvSpPr>
          <p:cNvPr id="3" name="Content Placeholder 2"/>
          <p:cNvSpPr>
            <a:spLocks noGrp="1"/>
          </p:cNvSpPr>
          <p:nvPr>
            <p:ph idx="1"/>
          </p:nvPr>
        </p:nvSpPr>
        <p:spPr>
          <a:xfrm>
            <a:off x="838200" y="1524000"/>
            <a:ext cx="10515600" cy="4652963"/>
          </a:xfrm>
        </p:spPr>
        <p:txBody>
          <a:bodyPr>
            <a:normAutofit fontScale="92500"/>
          </a:bodyPr>
          <a:lstStyle/>
          <a:p>
            <a:r>
              <a:rPr lang="en-US" dirty="0"/>
              <a:t>Acne </a:t>
            </a:r>
            <a:r>
              <a:rPr lang="en-US" dirty="0" err="1"/>
              <a:t>mechanica</a:t>
            </a:r>
            <a:r>
              <a:rPr lang="en-US" dirty="0"/>
              <a:t>: acne flares occur on the cheeks, chin, and forehead. </a:t>
            </a:r>
          </a:p>
          <a:p>
            <a:pPr lvl="1"/>
            <a:r>
              <a:rPr lang="en-US" sz="2800" dirty="0"/>
              <a:t>Due to leaning the face or forehead on the hands. </a:t>
            </a:r>
          </a:p>
          <a:p>
            <a:pPr lvl="1"/>
            <a:r>
              <a:rPr lang="en-US" sz="2800" dirty="0"/>
              <a:t>Also from the pressure of sports gear such as helmets. </a:t>
            </a:r>
          </a:p>
          <a:p>
            <a:endParaRPr lang="en-US" dirty="0"/>
          </a:p>
          <a:p>
            <a:r>
              <a:rPr lang="en-US" dirty="0"/>
              <a:t>Acne conglobate: severe </a:t>
            </a:r>
            <a:r>
              <a:rPr lang="en-US" dirty="0" err="1"/>
              <a:t>nodulocystic</a:t>
            </a:r>
            <a:r>
              <a:rPr lang="en-US" dirty="0"/>
              <a:t> acne</a:t>
            </a:r>
          </a:p>
          <a:p>
            <a:pPr lvl="1"/>
            <a:r>
              <a:rPr lang="en-US" sz="2800" dirty="0"/>
              <a:t>Coalescing nodules and cysts, abscesses, and ulceration</a:t>
            </a:r>
          </a:p>
          <a:p>
            <a:pPr lvl="1"/>
            <a:r>
              <a:rPr lang="en-US" sz="2800" dirty="0"/>
              <a:t>More involvement of the trunk than the face (also on the buttocks)</a:t>
            </a:r>
          </a:p>
          <a:p>
            <a:pPr lvl="1"/>
            <a:r>
              <a:rPr lang="en-US" sz="2800" dirty="0"/>
              <a:t>Rarely seen in XYY genotype or polycystic ovary syndrome (PCOS)</a:t>
            </a:r>
          </a:p>
          <a:p>
            <a:pPr lvl="1"/>
            <a:r>
              <a:rPr lang="en-US" sz="2800" dirty="0"/>
              <a:t>Spontaneous remission rare.</a:t>
            </a:r>
          </a:p>
        </p:txBody>
      </p:sp>
    </p:spTree>
    <p:extLst>
      <p:ext uri="{BB962C8B-B14F-4D97-AF65-F5344CB8AC3E}">
        <p14:creationId xmlns:p14="http://schemas.microsoft.com/office/powerpoint/2010/main" val="41545164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7819"/>
          </a:xfrm>
        </p:spPr>
        <p:txBody>
          <a:bodyPr>
            <a:normAutofit fontScale="90000"/>
          </a:bodyPr>
          <a:lstStyle/>
          <a:p>
            <a:endParaRPr lang="en-US" dirty="0"/>
          </a:p>
        </p:txBody>
      </p:sp>
      <p:sp>
        <p:nvSpPr>
          <p:cNvPr id="3" name="Content Placeholder 2"/>
          <p:cNvSpPr>
            <a:spLocks noGrp="1"/>
          </p:cNvSpPr>
          <p:nvPr>
            <p:ph idx="1"/>
          </p:nvPr>
        </p:nvSpPr>
        <p:spPr>
          <a:xfrm>
            <a:off x="838200" y="1163782"/>
            <a:ext cx="10515600" cy="5181600"/>
          </a:xfrm>
        </p:spPr>
        <p:txBody>
          <a:bodyPr>
            <a:normAutofit fontScale="92500"/>
          </a:bodyPr>
          <a:lstStyle/>
          <a:p>
            <a:r>
              <a:rPr lang="en-US" dirty="0"/>
              <a:t>Acne </a:t>
            </a:r>
            <a:r>
              <a:rPr lang="en-US" dirty="0" err="1"/>
              <a:t>fulminans</a:t>
            </a:r>
            <a:r>
              <a:rPr lang="en-US" dirty="0"/>
              <a:t>: occurs primarily in teenage boys. </a:t>
            </a:r>
          </a:p>
          <a:p>
            <a:pPr lvl="1"/>
            <a:r>
              <a:rPr lang="en-US" sz="2800" dirty="0"/>
              <a:t>Acute onset of severe </a:t>
            </a:r>
            <a:r>
              <a:rPr lang="en-US" sz="2800" dirty="0" err="1"/>
              <a:t>nodulocystic</a:t>
            </a:r>
            <a:r>
              <a:rPr lang="en-US" sz="2800" dirty="0"/>
              <a:t> acne with suppuration, friable plaques, hemorrhagic crusts, ulcerations, and significant scarring.</a:t>
            </a:r>
          </a:p>
          <a:p>
            <a:pPr lvl="1"/>
            <a:r>
              <a:rPr lang="en-US" sz="2800" dirty="0"/>
              <a:t>Affects the face, neck, chest, back and arms</a:t>
            </a:r>
          </a:p>
          <a:p>
            <a:pPr lvl="1"/>
            <a:r>
              <a:rPr lang="en-US" sz="2800" dirty="0"/>
              <a:t>Systemic features: malaise, fatigue, fever, generalized </a:t>
            </a:r>
            <a:r>
              <a:rPr lang="en-US" sz="2800" dirty="0" err="1"/>
              <a:t>arthralgias</a:t>
            </a:r>
            <a:r>
              <a:rPr lang="en-US" sz="2800" dirty="0"/>
              <a:t>, </a:t>
            </a:r>
          </a:p>
          <a:p>
            <a:pPr lvl="1"/>
            <a:r>
              <a:rPr lang="en-US" sz="2800" dirty="0"/>
              <a:t>Leukocytosis, and elevated ESR.</a:t>
            </a:r>
          </a:p>
          <a:p>
            <a:endParaRPr lang="en-US" dirty="0"/>
          </a:p>
          <a:p>
            <a:r>
              <a:rPr lang="en-US" dirty="0"/>
              <a:t>Tropical acne: present with severe folliculitis, inflammatory nodules, and draining cysts </a:t>
            </a:r>
          </a:p>
          <a:p>
            <a:pPr lvl="1"/>
            <a:r>
              <a:rPr lang="en-US" sz="2800" dirty="0"/>
              <a:t>Seen in tropical climates</a:t>
            </a:r>
          </a:p>
          <a:p>
            <a:pPr lvl="1"/>
            <a:r>
              <a:rPr lang="en-US" sz="2800" dirty="0"/>
              <a:t>Affect the trunk and buttocks</a:t>
            </a:r>
          </a:p>
          <a:p>
            <a:pPr lvl="1"/>
            <a:r>
              <a:rPr lang="en-US" sz="2800" dirty="0"/>
              <a:t>Secondary infection with Staphylococcus aureus.</a:t>
            </a:r>
          </a:p>
        </p:txBody>
      </p:sp>
    </p:spTree>
    <p:extLst>
      <p:ext uri="{BB962C8B-B14F-4D97-AF65-F5344CB8AC3E}">
        <p14:creationId xmlns:p14="http://schemas.microsoft.com/office/powerpoint/2010/main" val="314716758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Occupational acne: caused by exposure to tar derivatives, cutting oils, chlorinated hydrocarbons </a:t>
            </a:r>
          </a:p>
          <a:p>
            <a:pPr lvl="1"/>
            <a:r>
              <a:rPr lang="en-US" sz="2800" dirty="0"/>
              <a:t>Not restricted to predilection sites, and can appear on other (covered) body sites like arms, legs, or buttocks</a:t>
            </a:r>
          </a:p>
          <a:p>
            <a:r>
              <a:rPr lang="en-US" dirty="0" err="1"/>
              <a:t>Chloracne</a:t>
            </a:r>
            <a:r>
              <a:rPr lang="en-US" dirty="0"/>
              <a:t>: exposure to chlorinated aromatic hydrocarbons in electrical conductors, insecticides, and herbicides. </a:t>
            </a:r>
          </a:p>
          <a:p>
            <a:pPr lvl="1"/>
            <a:r>
              <a:rPr lang="en-US" sz="2800" dirty="0"/>
              <a:t>It can be very severe following industrial accidents or intended poisoning (e.g., dioxin).</a:t>
            </a:r>
          </a:p>
          <a:p>
            <a:r>
              <a:rPr lang="en-US" dirty="0"/>
              <a:t>Acne cosmetic: Caused by </a:t>
            </a:r>
            <a:r>
              <a:rPr lang="en-US" dirty="0" err="1"/>
              <a:t>comedogenic</a:t>
            </a:r>
            <a:r>
              <a:rPr lang="en-US" dirty="0"/>
              <a:t> cosmetics. </a:t>
            </a:r>
          </a:p>
          <a:p>
            <a:pPr lvl="1"/>
            <a:r>
              <a:rPr lang="en-US" sz="2600" dirty="0"/>
              <a:t>Pomade acne: from application of pomade to hair, usually in Africans.</a:t>
            </a:r>
          </a:p>
          <a:p>
            <a:pPr lvl="1"/>
            <a:r>
              <a:rPr lang="en-US" sz="2600" dirty="0"/>
              <a:t>Occurs on the forehead</a:t>
            </a:r>
          </a:p>
        </p:txBody>
      </p:sp>
    </p:spTree>
    <p:extLst>
      <p:ext uri="{BB962C8B-B14F-4D97-AF65-F5344CB8AC3E}">
        <p14:creationId xmlns:p14="http://schemas.microsoft.com/office/powerpoint/2010/main" val="25871890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0C4CA-6654-3571-503D-D244A92F3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4C0D4-E50D-4C8A-5F6A-4D73FAA3407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DDA67D4-B450-AEFD-7BBE-6976C84A92BB}"/>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A052C6B9-AA00-4EC7-9CB2-12BBD611ACAA}"/>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419283930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539FE4F-7269-BEBA-9FAF-95570DC9F913}"/>
              </a:ext>
            </a:extLst>
          </p:cNvPr>
          <p:cNvSpPr>
            <a:spLocks noGrp="1"/>
          </p:cNvSpPr>
          <p:nvPr>
            <p:ph type="title"/>
          </p:nvPr>
        </p:nvSpPr>
        <p:spPr>
          <a:xfrm>
            <a:off x="838200" y="365125"/>
            <a:ext cx="10515600" cy="1325563"/>
          </a:xfrm>
        </p:spPr>
        <p:txBody>
          <a:bodyPr>
            <a:normAutofit/>
          </a:bodyPr>
          <a:lstStyle/>
          <a:p>
            <a:endParaRPr lang="en-GB"/>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2B94729-FFDB-3FDD-045F-1A00E6FAF5A5}"/>
              </a:ext>
            </a:extLst>
          </p:cNvPr>
          <p:cNvSpPr>
            <a:spLocks noGrp="1"/>
          </p:cNvSpPr>
          <p:nvPr>
            <p:ph idx="1"/>
          </p:nvPr>
        </p:nvSpPr>
        <p:spPr>
          <a:xfrm>
            <a:off x="838200" y="1825625"/>
            <a:ext cx="10515600" cy="4351338"/>
          </a:xfrm>
        </p:spPr>
        <p:txBody>
          <a:bodyPr>
            <a:normAutofit/>
          </a:bodyPr>
          <a:lstStyle/>
          <a:p>
            <a:r>
              <a:rPr lang="en-GB" sz="5400" dirty="0"/>
              <a:t>WOUND HEALING </a:t>
            </a:r>
          </a:p>
        </p:txBody>
      </p:sp>
    </p:spTree>
    <p:extLst>
      <p:ext uri="{BB962C8B-B14F-4D97-AF65-F5344CB8AC3E}">
        <p14:creationId xmlns:p14="http://schemas.microsoft.com/office/powerpoint/2010/main" val="24193615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198FEF6-C057-2197-A74E-37D1FF764774}"/>
              </a:ext>
            </a:extLst>
          </p:cNvPr>
          <p:cNvSpPr>
            <a:spLocks noGrp="1"/>
          </p:cNvSpPr>
          <p:nvPr>
            <p:ph type="title"/>
          </p:nvPr>
        </p:nvSpPr>
        <p:spPr>
          <a:xfrm>
            <a:off x="838200" y="365125"/>
            <a:ext cx="10515600" cy="1325563"/>
          </a:xfrm>
        </p:spPr>
        <p:txBody>
          <a:bodyPr>
            <a:normAutofit/>
          </a:bodyPr>
          <a:lstStyle/>
          <a:p>
            <a:endParaRPr lang="en-GB"/>
          </a:p>
        </p:txBody>
      </p:sp>
      <p:sp>
        <p:nvSpPr>
          <p:cNvPr id="28" name="Arc 2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Content Placeholder 2">
            <a:extLst>
              <a:ext uri="{FF2B5EF4-FFF2-40B4-BE49-F238E27FC236}">
                <a16:creationId xmlns:a16="http://schemas.microsoft.com/office/drawing/2014/main" id="{683B1987-0B19-9EB6-4AF7-E40C46088DED}"/>
              </a:ext>
            </a:extLst>
          </p:cNvPr>
          <p:cNvSpPr>
            <a:spLocks noGrp="1"/>
          </p:cNvSpPr>
          <p:nvPr>
            <p:ph idx="1"/>
          </p:nvPr>
        </p:nvSpPr>
        <p:spPr>
          <a:xfrm>
            <a:off x="838200" y="1825625"/>
            <a:ext cx="10515600" cy="4351338"/>
          </a:xfrm>
        </p:spPr>
        <p:txBody>
          <a:bodyPr>
            <a:normAutofit/>
          </a:bodyPr>
          <a:lstStyle/>
          <a:p>
            <a:r>
              <a:rPr lang="en-GB"/>
              <a:t>Wound healing is a complex biological process where the body restores the integrity of damaged skin or tissues. </a:t>
            </a:r>
          </a:p>
          <a:p>
            <a:endParaRPr lang="en-GB"/>
          </a:p>
          <a:p>
            <a:r>
              <a:rPr lang="en-GB"/>
              <a:t>It involves a precise sequence of cellular, molecular, and chemical events to stop bleeding, clear away damaged tissue, and generate new skin or scar tissue</a:t>
            </a:r>
          </a:p>
        </p:txBody>
      </p:sp>
    </p:spTree>
    <p:extLst>
      <p:ext uri="{BB962C8B-B14F-4D97-AF65-F5344CB8AC3E}">
        <p14:creationId xmlns:p14="http://schemas.microsoft.com/office/powerpoint/2010/main" val="782011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5B8C650-5234-1E8E-69F2-C0B913E063CD}"/>
              </a:ext>
            </a:extLst>
          </p:cNvPr>
          <p:cNvSpPr>
            <a:spLocks noGrp="1"/>
          </p:cNvSpPr>
          <p:nvPr>
            <p:ph type="title"/>
          </p:nvPr>
        </p:nvSpPr>
        <p:spPr>
          <a:xfrm>
            <a:off x="838200" y="365125"/>
            <a:ext cx="10515600" cy="1325563"/>
          </a:xfrm>
        </p:spPr>
        <p:txBody>
          <a:bodyPr>
            <a:normAutofit/>
          </a:bodyPr>
          <a:lstStyle/>
          <a:p>
            <a:endParaRPr lang="en-GB"/>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76572BE-0AF6-D54E-53BF-EF39977A8465}"/>
              </a:ext>
            </a:extLst>
          </p:cNvPr>
          <p:cNvSpPr>
            <a:spLocks noGrp="1"/>
          </p:cNvSpPr>
          <p:nvPr>
            <p:ph idx="1"/>
          </p:nvPr>
        </p:nvSpPr>
        <p:spPr>
          <a:xfrm>
            <a:off x="838200" y="1825625"/>
            <a:ext cx="10515600" cy="4351338"/>
          </a:xfrm>
        </p:spPr>
        <p:txBody>
          <a:bodyPr>
            <a:normAutofit/>
          </a:bodyPr>
          <a:lstStyle/>
          <a:p>
            <a:endParaRPr lang="en-GB" dirty="0"/>
          </a:p>
          <a:p>
            <a:r>
              <a:rPr lang="en-GB" dirty="0"/>
              <a:t>Wound healing serves as the biological bedrock for both medical repair and aesthetic enhancements.</a:t>
            </a:r>
          </a:p>
          <a:p>
            <a:endParaRPr lang="en-GB" dirty="0"/>
          </a:p>
          <a:p>
            <a:r>
              <a:rPr lang="en-GB" dirty="0"/>
              <a:t> Aesthetic procedures utilise controlled, localised injury to harness the body's natural healing cascades, specifically collagen production and tissue remodelling, to reduce signs of ageing and improve overall skin quality</a:t>
            </a:r>
          </a:p>
        </p:txBody>
      </p:sp>
    </p:spTree>
    <p:extLst>
      <p:ext uri="{BB962C8B-B14F-4D97-AF65-F5344CB8AC3E}">
        <p14:creationId xmlns:p14="http://schemas.microsoft.com/office/powerpoint/2010/main" val="4956227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60B0EFB-53ED-4F35-B05D-F658EA021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4" name="Picture 13" descr="Microscopic view of a suspended bubble-like material with water in it">
            <a:extLst>
              <a:ext uri="{FF2B5EF4-FFF2-40B4-BE49-F238E27FC236}">
                <a16:creationId xmlns:a16="http://schemas.microsoft.com/office/drawing/2014/main" id="{42F9CD72-473D-8E41-3E3F-D8F3E1F71368}"/>
              </a:ext>
            </a:extLst>
          </p:cNvPr>
          <p:cNvPicPr>
            <a:picLocks noChangeAspect="1"/>
          </p:cNvPicPr>
          <p:nvPr/>
        </p:nvPicPr>
        <p:blipFill>
          <a:blip r:embed="rId2"/>
          <a:srcRect l="47895" r="4844" b="-1"/>
          <a:stretch>
            <a:fillRect/>
          </a:stretch>
        </p:blipFill>
        <p:spPr>
          <a:xfrm>
            <a:off x="-7366" y="10"/>
            <a:ext cx="2987899"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15" name="!!Arc">
            <a:extLst>
              <a:ext uri="{FF2B5EF4-FFF2-40B4-BE49-F238E27FC236}">
                <a16:creationId xmlns:a16="http://schemas.microsoft.com/office/drawing/2014/main" id="{835EF3DD-7D43-4A27-8967-A92FD8CC9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3531" y="407987"/>
            <a:ext cx="2987899" cy="2987899"/>
          </a:xfrm>
          <a:prstGeom prst="arc">
            <a:avLst>
              <a:gd name="adj1" fmla="val 16200000"/>
              <a:gd name="adj2" fmla="val 256372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46C2FD-E4ED-C370-464A-4A83CA99A482}"/>
              </a:ext>
            </a:extLst>
          </p:cNvPr>
          <p:cNvSpPr>
            <a:spLocks noGrp="1"/>
          </p:cNvSpPr>
          <p:nvPr>
            <p:ph type="title"/>
          </p:nvPr>
        </p:nvSpPr>
        <p:spPr>
          <a:xfrm>
            <a:off x="5827048" y="407987"/>
            <a:ext cx="5721484" cy="1325563"/>
          </a:xfrm>
        </p:spPr>
        <p:txBody>
          <a:bodyPr>
            <a:normAutofit/>
          </a:bodyPr>
          <a:lstStyle/>
          <a:p>
            <a:endParaRPr lang="en-GB"/>
          </a:p>
        </p:txBody>
      </p:sp>
      <p:sp>
        <p:nvSpPr>
          <p:cNvPr id="16" name="Content Placeholder 2">
            <a:extLst>
              <a:ext uri="{FF2B5EF4-FFF2-40B4-BE49-F238E27FC236}">
                <a16:creationId xmlns:a16="http://schemas.microsoft.com/office/drawing/2014/main" id="{F4612540-AA73-BF8E-F684-1607EF6FFA10}"/>
              </a:ext>
            </a:extLst>
          </p:cNvPr>
          <p:cNvSpPr>
            <a:spLocks noGrp="1"/>
          </p:cNvSpPr>
          <p:nvPr>
            <p:ph idx="1"/>
          </p:nvPr>
        </p:nvSpPr>
        <p:spPr>
          <a:xfrm>
            <a:off x="3670663" y="2011679"/>
            <a:ext cx="7877869" cy="4208145"/>
          </a:xfrm>
        </p:spPr>
        <p:txBody>
          <a:bodyPr>
            <a:noAutofit/>
          </a:bodyPr>
          <a:lstStyle/>
          <a:p>
            <a:r>
              <a:rPr lang="en-GB" sz="2400" dirty="0"/>
              <a:t>Wound healing is a dynamic, tightly regulated process characterised by four overlapping phases</a:t>
            </a:r>
          </a:p>
          <a:p>
            <a:endParaRPr lang="en-GB" sz="2400" dirty="0"/>
          </a:p>
          <a:p>
            <a:r>
              <a:rPr lang="en-GB" sz="2400" b="1" dirty="0" err="1"/>
              <a:t>Hemostasis</a:t>
            </a:r>
            <a:r>
              <a:rPr lang="en-GB" sz="2400" b="1" dirty="0"/>
              <a:t>:</a:t>
            </a:r>
            <a:r>
              <a:rPr lang="en-GB" sz="2400" dirty="0"/>
              <a:t> Immediately following an injury, platelets aggregate at the site to form a clot, releasing growth factors (e.g. TGF-beta, PDGF) to jumpstart the repair process</a:t>
            </a:r>
          </a:p>
          <a:p>
            <a:r>
              <a:rPr lang="en-GB" sz="2400" b="1" dirty="0"/>
              <a:t>Inflammation:</a:t>
            </a:r>
            <a:r>
              <a:rPr lang="en-GB" sz="2400" dirty="0"/>
              <a:t> Immune cells (neutrophils and macrophages) clear the wound of debris and bacteria.</a:t>
            </a:r>
          </a:p>
          <a:p>
            <a:r>
              <a:rPr lang="en-GB" sz="2400" dirty="0"/>
              <a:t>NOTE: While crucial, prolonged inflammation can lead to delayed healing and undesirable scarring</a:t>
            </a:r>
          </a:p>
        </p:txBody>
      </p:sp>
    </p:spTree>
    <p:extLst>
      <p:ext uri="{BB962C8B-B14F-4D97-AF65-F5344CB8AC3E}">
        <p14:creationId xmlns:p14="http://schemas.microsoft.com/office/powerpoint/2010/main" val="168878473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68D3B01-B7D6-0314-1911-5BAC96EC7CB0}"/>
              </a:ext>
            </a:extLst>
          </p:cNvPr>
          <p:cNvSpPr>
            <a:spLocks noGrp="1"/>
          </p:cNvSpPr>
          <p:nvPr>
            <p:ph type="title"/>
          </p:nvPr>
        </p:nvSpPr>
        <p:spPr>
          <a:xfrm>
            <a:off x="838200" y="365125"/>
            <a:ext cx="10515600" cy="1325563"/>
          </a:xfrm>
        </p:spPr>
        <p:txBody>
          <a:bodyPr>
            <a:normAutofit/>
          </a:bodyPr>
          <a:lstStyle/>
          <a:p>
            <a:endParaRPr lang="en-GB"/>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4E2409A-5C79-2F16-61A0-D1D3C64D227C}"/>
              </a:ext>
            </a:extLst>
          </p:cNvPr>
          <p:cNvSpPr>
            <a:spLocks noGrp="1"/>
          </p:cNvSpPr>
          <p:nvPr>
            <p:ph idx="1"/>
          </p:nvPr>
        </p:nvSpPr>
        <p:spPr>
          <a:xfrm>
            <a:off x="838200" y="1825625"/>
            <a:ext cx="10515600" cy="4351338"/>
          </a:xfrm>
        </p:spPr>
        <p:txBody>
          <a:bodyPr>
            <a:normAutofit/>
          </a:bodyPr>
          <a:lstStyle/>
          <a:p>
            <a:r>
              <a:rPr lang="en-GB" b="1"/>
              <a:t>Proliferation:</a:t>
            </a:r>
            <a:r>
              <a:rPr lang="en-GB"/>
              <a:t> Fibroblasts migrate to the wound bed to synthesize new extracellular matrix (ECM) and collagen. Simultaneously, new blood vessels (angiogenesis) form to supply oxygen, and the skin's surface re-epithelializes.</a:t>
            </a:r>
          </a:p>
          <a:p>
            <a:endParaRPr lang="en-GB"/>
          </a:p>
          <a:p>
            <a:r>
              <a:rPr lang="en-GB" b="1"/>
              <a:t>Tissue Remodelling:</a:t>
            </a:r>
            <a:r>
              <a:rPr lang="en-GB"/>
              <a:t> This final phase can last from months to years. The fragile Type III collagen initially deposited is degraded and replaced by stronger, highly organized Type I collagen</a:t>
            </a:r>
          </a:p>
        </p:txBody>
      </p:sp>
    </p:spTree>
    <p:extLst>
      <p:ext uri="{BB962C8B-B14F-4D97-AF65-F5344CB8AC3E}">
        <p14:creationId xmlns:p14="http://schemas.microsoft.com/office/powerpoint/2010/main" val="221286528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Current concepts in the physiology of adult wound healing">
            <a:extLst>
              <a:ext uri="{FF2B5EF4-FFF2-40B4-BE49-F238E27FC236}">
                <a16:creationId xmlns:a16="http://schemas.microsoft.com/office/drawing/2014/main" id="{1BD77B89-B113-9EAE-7A5C-5C8D35018759}"/>
              </a:ext>
            </a:extLst>
          </p:cNvPr>
          <p:cNvPicPr>
            <a:picLocks noGrp="1" noChangeAspect="1"/>
          </p:cNvPicPr>
          <p:nvPr>
            <p:ph idx="1"/>
          </p:nvPr>
        </p:nvPicPr>
        <p:blipFill>
          <a:blip r:embed="rId2"/>
          <a:srcRect t="6123" b="14386"/>
          <a:stretch>
            <a:fillRect/>
          </a:stretch>
        </p:blipFill>
        <p:spPr>
          <a:xfrm>
            <a:off x="20" y="-28698"/>
            <a:ext cx="12191980" cy="6856718"/>
          </a:xfrm>
          <a:prstGeom prst="rect">
            <a:avLst/>
          </a:prstGeom>
        </p:spPr>
      </p:pic>
    </p:spTree>
    <p:extLst>
      <p:ext uri="{BB962C8B-B14F-4D97-AF65-F5344CB8AC3E}">
        <p14:creationId xmlns:p14="http://schemas.microsoft.com/office/powerpoint/2010/main" val="40391499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5654A2C-B4C0-E628-C4E4-8B18C8A19196}"/>
              </a:ext>
            </a:extLst>
          </p:cNvPr>
          <p:cNvSpPr>
            <a:spLocks noGrp="1"/>
          </p:cNvSpPr>
          <p:nvPr>
            <p:ph type="title"/>
          </p:nvPr>
        </p:nvSpPr>
        <p:spPr>
          <a:xfrm>
            <a:off x="838200" y="365125"/>
            <a:ext cx="10515600" cy="1325563"/>
          </a:xfrm>
        </p:spPr>
        <p:txBody>
          <a:bodyPr>
            <a:normAutofit/>
          </a:bodyPr>
          <a:lstStyle/>
          <a:p>
            <a:r>
              <a:rPr lang="en-GB" dirty="0"/>
              <a:t>RELEVANCE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A31D95F-09BF-0A3D-86B8-C861C6406F7C}"/>
              </a:ext>
            </a:extLst>
          </p:cNvPr>
          <p:cNvSpPr>
            <a:spLocks noGrp="1"/>
          </p:cNvSpPr>
          <p:nvPr>
            <p:ph idx="1"/>
          </p:nvPr>
        </p:nvSpPr>
        <p:spPr>
          <a:xfrm>
            <a:off x="838200" y="1825625"/>
            <a:ext cx="10515600" cy="4351338"/>
          </a:xfrm>
        </p:spPr>
        <p:txBody>
          <a:bodyPr>
            <a:normAutofit/>
          </a:bodyPr>
          <a:lstStyle/>
          <a:p>
            <a:pPr marL="0" indent="0">
              <a:buNone/>
            </a:pPr>
            <a:endParaRPr lang="en-GB" b="1" dirty="0"/>
          </a:p>
          <a:p>
            <a:r>
              <a:rPr lang="en-GB" dirty="0"/>
              <a:t>In aesthetic dermatology we turn the principles of wound healing into a therapeutic tool.</a:t>
            </a:r>
          </a:p>
          <a:p>
            <a:endParaRPr lang="en-GB" dirty="0"/>
          </a:p>
          <a:p>
            <a:r>
              <a:rPr lang="en-GB" dirty="0"/>
              <a:t>Because the ultimate goal of healing is to fill tissue defects and stimulate support structures, aesthetic procedures intentionally trigger the healing cascade. </a:t>
            </a:r>
          </a:p>
          <a:p>
            <a:endParaRPr lang="en-GB" dirty="0"/>
          </a:p>
        </p:txBody>
      </p:sp>
    </p:spTree>
    <p:extLst>
      <p:ext uri="{BB962C8B-B14F-4D97-AF65-F5344CB8AC3E}">
        <p14:creationId xmlns:p14="http://schemas.microsoft.com/office/powerpoint/2010/main" val="32363054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B8D8D2E-FCA0-DE48-E2B0-5A4E110D221F}"/>
              </a:ext>
            </a:extLst>
          </p:cNvPr>
          <p:cNvSpPr>
            <a:spLocks noGrp="1"/>
          </p:cNvSpPr>
          <p:nvPr>
            <p:ph type="title"/>
          </p:nvPr>
        </p:nvSpPr>
        <p:spPr>
          <a:xfrm>
            <a:off x="838200" y="365125"/>
            <a:ext cx="10515600" cy="1325563"/>
          </a:xfrm>
        </p:spPr>
        <p:txBody>
          <a:bodyPr>
            <a:normAutofit/>
          </a:bodyPr>
          <a:lstStyle/>
          <a:p>
            <a:endParaRPr lang="en-GB"/>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808F849-8233-D404-3D76-21091984FBC0}"/>
              </a:ext>
            </a:extLst>
          </p:cNvPr>
          <p:cNvSpPr>
            <a:spLocks noGrp="1"/>
          </p:cNvSpPr>
          <p:nvPr>
            <p:ph idx="1"/>
          </p:nvPr>
        </p:nvSpPr>
        <p:spPr>
          <a:xfrm>
            <a:off x="838200" y="1825625"/>
            <a:ext cx="10515600" cy="4351338"/>
          </a:xfrm>
        </p:spPr>
        <p:txBody>
          <a:bodyPr>
            <a:normAutofit/>
          </a:bodyPr>
          <a:lstStyle/>
          <a:p>
            <a:r>
              <a:rPr lang="en-GB" b="1" dirty="0"/>
              <a:t>Collagen Induction Therapy (Microneedling &amp; RF Microneedling):</a:t>
            </a:r>
            <a:r>
              <a:rPr lang="en-GB" dirty="0"/>
              <a:t> </a:t>
            </a:r>
          </a:p>
          <a:p>
            <a:r>
              <a:rPr lang="en-GB" dirty="0"/>
              <a:t>Needles create controlled micro-injuries in the dermis. This deliberately triggers the proliferative and remodelling phases, forcing the skin to produce fresh, youthful collagen which minimizes wrinkles and acne scars.</a:t>
            </a:r>
          </a:p>
          <a:p>
            <a:endParaRPr lang="en-GB" dirty="0"/>
          </a:p>
        </p:txBody>
      </p:sp>
    </p:spTree>
    <p:extLst>
      <p:ext uri="{BB962C8B-B14F-4D97-AF65-F5344CB8AC3E}">
        <p14:creationId xmlns:p14="http://schemas.microsoft.com/office/powerpoint/2010/main" val="41739105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D694F97-2C6E-5492-CB30-2438FD35D97D}"/>
              </a:ext>
            </a:extLst>
          </p:cNvPr>
          <p:cNvSpPr>
            <a:spLocks noGrp="1"/>
          </p:cNvSpPr>
          <p:nvPr>
            <p:ph type="title"/>
          </p:nvPr>
        </p:nvSpPr>
        <p:spPr>
          <a:xfrm>
            <a:off x="838200" y="365125"/>
            <a:ext cx="10515600" cy="1325563"/>
          </a:xfrm>
        </p:spPr>
        <p:txBody>
          <a:bodyPr>
            <a:normAutofit/>
          </a:bodyPr>
          <a:lstStyle/>
          <a:p>
            <a:endParaRPr lang="en-GB"/>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681B8B2-D0FF-55FA-D044-FF34F640BDEC}"/>
              </a:ext>
            </a:extLst>
          </p:cNvPr>
          <p:cNvSpPr>
            <a:spLocks noGrp="1"/>
          </p:cNvSpPr>
          <p:nvPr>
            <p:ph idx="1"/>
          </p:nvPr>
        </p:nvSpPr>
        <p:spPr>
          <a:xfrm>
            <a:off x="838200" y="1825625"/>
            <a:ext cx="10515600" cy="4351338"/>
          </a:xfrm>
        </p:spPr>
        <p:txBody>
          <a:bodyPr>
            <a:normAutofit/>
          </a:bodyPr>
          <a:lstStyle/>
          <a:p>
            <a:r>
              <a:rPr lang="en-GB" b="1" dirty="0"/>
              <a:t>Energy-Based Devices (Lasers &amp; IPL):</a:t>
            </a:r>
            <a:r>
              <a:rPr lang="en-GB" dirty="0"/>
              <a:t> </a:t>
            </a:r>
          </a:p>
          <a:p>
            <a:r>
              <a:rPr lang="en-GB" dirty="0"/>
              <a:t>Fractional lasers (e.g., fractional C02 cause microscopic thermal injuries. The body responds by removing damaged cells and laying down tightened, rejuvenated skin tissue during the remodelling phase. </a:t>
            </a:r>
          </a:p>
          <a:p>
            <a:endParaRPr lang="en-GB" dirty="0"/>
          </a:p>
        </p:txBody>
      </p:sp>
    </p:spTree>
    <p:extLst>
      <p:ext uri="{BB962C8B-B14F-4D97-AF65-F5344CB8AC3E}">
        <p14:creationId xmlns:p14="http://schemas.microsoft.com/office/powerpoint/2010/main" val="22802271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1F0D65-32BC-BF2C-4148-D7016CE0D2CF}"/>
              </a:ext>
            </a:extLst>
          </p:cNvPr>
          <p:cNvSpPr>
            <a:spLocks noGrp="1"/>
          </p:cNvSpPr>
          <p:nvPr>
            <p:ph type="title"/>
          </p:nvPr>
        </p:nvSpPr>
        <p:spPr>
          <a:xfrm>
            <a:off x="838200" y="365125"/>
            <a:ext cx="10515600" cy="1325563"/>
          </a:xfrm>
        </p:spPr>
        <p:txBody>
          <a:bodyPr>
            <a:normAutofit/>
          </a:bodyPr>
          <a:lstStyle/>
          <a:p>
            <a:endParaRPr lang="en-GB"/>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C536FDB-25F6-8E46-32DF-4A46D612CDF0}"/>
              </a:ext>
            </a:extLst>
          </p:cNvPr>
          <p:cNvSpPr>
            <a:spLocks noGrp="1"/>
          </p:cNvSpPr>
          <p:nvPr>
            <p:ph idx="1"/>
          </p:nvPr>
        </p:nvSpPr>
        <p:spPr>
          <a:xfrm>
            <a:off x="838200" y="1825625"/>
            <a:ext cx="10515600" cy="4351338"/>
          </a:xfrm>
        </p:spPr>
        <p:txBody>
          <a:bodyPr>
            <a:normAutofit/>
          </a:bodyPr>
          <a:lstStyle/>
          <a:p>
            <a:r>
              <a:rPr lang="en-GB" b="1" dirty="0" err="1"/>
              <a:t>Biostimulatory</a:t>
            </a:r>
            <a:r>
              <a:rPr lang="en-GB" b="1" dirty="0"/>
              <a:t> Injectables (e.g., PLLA, CaHA):</a:t>
            </a:r>
            <a:r>
              <a:rPr lang="en-GB" dirty="0"/>
              <a:t> Injectables like poly-L-lactic acid act by instigating a low-grade, subclinical inflammatory response. This tricks the body's fibroblasts into generating new collagen, adding volume and structural support. </a:t>
            </a:r>
          </a:p>
          <a:p>
            <a:endParaRPr lang="en-GB" dirty="0"/>
          </a:p>
        </p:txBody>
      </p:sp>
    </p:spTree>
    <p:extLst>
      <p:ext uri="{BB962C8B-B14F-4D97-AF65-F5344CB8AC3E}">
        <p14:creationId xmlns:p14="http://schemas.microsoft.com/office/powerpoint/2010/main" val="254711553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26F5E7-3E78-1A5F-3FAC-291B2E051C3B}"/>
              </a:ext>
            </a:extLst>
          </p:cNvPr>
          <p:cNvSpPr>
            <a:spLocks noGrp="1"/>
          </p:cNvSpPr>
          <p:nvPr>
            <p:ph type="title"/>
          </p:nvPr>
        </p:nvSpPr>
        <p:spPr>
          <a:xfrm>
            <a:off x="838200" y="365125"/>
            <a:ext cx="10515600" cy="1325563"/>
          </a:xfrm>
        </p:spPr>
        <p:txBody>
          <a:bodyPr>
            <a:normAutofit/>
          </a:bodyPr>
          <a:lstStyle/>
          <a:p>
            <a:r>
              <a:rPr lang="en-GB" b="1" dirty="0"/>
              <a:t>Modulating Healing for Optimal Cosmetic Outcomes</a:t>
            </a:r>
            <a:endParaRPr lang="en-GB" dirty="0"/>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5F127CE-A93B-ED3F-8F5F-07484C203B69}"/>
              </a:ext>
            </a:extLst>
          </p:cNvPr>
          <p:cNvSpPr>
            <a:spLocks noGrp="1"/>
          </p:cNvSpPr>
          <p:nvPr>
            <p:ph idx="1"/>
          </p:nvPr>
        </p:nvSpPr>
        <p:spPr>
          <a:xfrm>
            <a:off x="838200" y="1825625"/>
            <a:ext cx="10515600" cy="4351338"/>
          </a:xfrm>
        </p:spPr>
        <p:txBody>
          <a:bodyPr>
            <a:normAutofit/>
          </a:bodyPr>
          <a:lstStyle/>
          <a:p>
            <a:pPr marL="0" indent="0">
              <a:buNone/>
            </a:pPr>
            <a:r>
              <a:rPr lang="en-GB" b="1" dirty="0"/>
              <a:t> </a:t>
            </a:r>
          </a:p>
          <a:p>
            <a:r>
              <a:rPr lang="en-GB" dirty="0"/>
              <a:t>Aesthetic dermatologists constantly balance inducing an injury and ensuring the healing process results in minimal visible scarring or downtime. </a:t>
            </a:r>
          </a:p>
          <a:p>
            <a:r>
              <a:rPr lang="en-GB" b="1" dirty="0"/>
              <a:t>Platelet-Rich Plasma (PRP):</a:t>
            </a:r>
            <a:r>
              <a:rPr lang="en-GB" dirty="0"/>
              <a:t> Topically applied or injected, PRP utilizes the high concentration of growth factors from a patient's own platelets to accelerate the proliferative and remodelling phases, thereby reducing downtime and improving overall skin rejuvenation</a:t>
            </a:r>
          </a:p>
          <a:p>
            <a:endParaRPr lang="en-GB" dirty="0"/>
          </a:p>
        </p:txBody>
      </p:sp>
    </p:spTree>
    <p:extLst>
      <p:ext uri="{BB962C8B-B14F-4D97-AF65-F5344CB8AC3E}">
        <p14:creationId xmlns:p14="http://schemas.microsoft.com/office/powerpoint/2010/main" val="399572366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9A920C3-10EA-5161-6AB5-07ECF0E03B8A}"/>
              </a:ext>
            </a:extLst>
          </p:cNvPr>
          <p:cNvSpPr>
            <a:spLocks noGrp="1"/>
          </p:cNvSpPr>
          <p:nvPr>
            <p:ph type="title"/>
          </p:nvPr>
        </p:nvSpPr>
        <p:spPr>
          <a:xfrm>
            <a:off x="838200" y="365125"/>
            <a:ext cx="10515600" cy="1325563"/>
          </a:xfrm>
        </p:spPr>
        <p:txBody>
          <a:bodyPr>
            <a:normAutofit/>
          </a:bodyPr>
          <a:lstStyle/>
          <a:p>
            <a:endParaRPr lang="en-GB"/>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772415A-5255-994E-55D5-57A37112EE3D}"/>
              </a:ext>
            </a:extLst>
          </p:cNvPr>
          <p:cNvSpPr>
            <a:spLocks noGrp="1"/>
          </p:cNvSpPr>
          <p:nvPr>
            <p:ph idx="1"/>
          </p:nvPr>
        </p:nvSpPr>
        <p:spPr>
          <a:xfrm>
            <a:off x="838200" y="1825625"/>
            <a:ext cx="10515600" cy="4351338"/>
          </a:xfrm>
        </p:spPr>
        <p:txBody>
          <a:bodyPr>
            <a:normAutofit/>
          </a:bodyPr>
          <a:lstStyle/>
          <a:p>
            <a:r>
              <a:rPr lang="en-GB" b="1" dirty="0"/>
              <a:t>Optimized Wound Bed Preparation (TIME Framework):</a:t>
            </a:r>
            <a:r>
              <a:rPr lang="en-GB" dirty="0"/>
              <a:t> To ensure optimal tissue regeneration, dermatologists focus on Tissue management, Infection control, Moisture imbalance, and Epithelial advancement. </a:t>
            </a:r>
          </a:p>
          <a:p>
            <a:endParaRPr lang="en-GB" dirty="0"/>
          </a:p>
          <a:p>
            <a:r>
              <a:rPr lang="en-GB" b="1" dirty="0"/>
              <a:t>Topical Support:</a:t>
            </a:r>
            <a:r>
              <a:rPr lang="en-GB" dirty="0"/>
              <a:t> Targeted post-procedure skincare (e.g., utilizing peptides, growth factors, or hyaluronic acid complexes) is critical to support the skin barrier, manage inflammation, and accelerate re-epithelialization. </a:t>
            </a:r>
          </a:p>
          <a:p>
            <a:endParaRPr lang="en-GB" dirty="0"/>
          </a:p>
        </p:txBody>
      </p:sp>
    </p:spTree>
    <p:extLst>
      <p:ext uri="{BB962C8B-B14F-4D97-AF65-F5344CB8AC3E}">
        <p14:creationId xmlns:p14="http://schemas.microsoft.com/office/powerpoint/2010/main" val="405987134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010CBB6-DAA7-BA9B-3ABE-810BC7D9A0F5}"/>
              </a:ext>
            </a:extLst>
          </p:cNvPr>
          <p:cNvSpPr>
            <a:spLocks noGrp="1"/>
          </p:cNvSpPr>
          <p:nvPr>
            <p:ph type="title"/>
          </p:nvPr>
        </p:nvSpPr>
        <p:spPr>
          <a:xfrm>
            <a:off x="838200" y="365125"/>
            <a:ext cx="10515600" cy="1325563"/>
          </a:xfrm>
        </p:spPr>
        <p:txBody>
          <a:bodyPr>
            <a:normAutofit/>
          </a:bodyPr>
          <a:lstStyle/>
          <a:p>
            <a:endParaRPr lang="en-GB"/>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D422D76-0954-0452-46FD-B9BCA15D1E7F}"/>
              </a:ext>
            </a:extLst>
          </p:cNvPr>
          <p:cNvSpPr>
            <a:spLocks noGrp="1"/>
          </p:cNvSpPr>
          <p:nvPr>
            <p:ph idx="1"/>
          </p:nvPr>
        </p:nvSpPr>
        <p:spPr>
          <a:xfrm>
            <a:off x="838200" y="1825625"/>
            <a:ext cx="10515600" cy="4351338"/>
          </a:xfrm>
        </p:spPr>
        <p:txBody>
          <a:bodyPr>
            <a:normAutofit/>
          </a:bodyPr>
          <a:lstStyle/>
          <a:p>
            <a:r>
              <a:rPr lang="en-GB" dirty="0"/>
              <a:t>Mastering wound healing allows dermatologists and medical aestheticians to trigger regeneration while actively mitigating the risks of scarring, hyperpigmentation, or delayed healing, ultimately leading to safer, more effective cosmetic outcomes</a:t>
            </a:r>
          </a:p>
          <a:p>
            <a:endParaRPr lang="en-GB" dirty="0"/>
          </a:p>
        </p:txBody>
      </p:sp>
    </p:spTree>
    <p:extLst>
      <p:ext uri="{BB962C8B-B14F-4D97-AF65-F5344CB8AC3E}">
        <p14:creationId xmlns:p14="http://schemas.microsoft.com/office/powerpoint/2010/main" val="21069964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B4312-B62B-CD4E-B424-803D09111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FD30EC-1B73-4A2F-943D-CD0D2E030CB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2832C41-78FE-73F3-77A2-99FFC156ACF0}"/>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562D3D49-A3A3-1DDB-75B0-CA23EC06583A}"/>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20468711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E4579-75ED-649A-B7F6-2ECBA8093CDB}"/>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EA4B0132-E5C9-A3EA-8F19-351EECC32FDF}"/>
              </a:ext>
            </a:extLst>
          </p:cNvPr>
          <p:cNvSpPr>
            <a:spLocks noGrp="1"/>
          </p:cNvSpPr>
          <p:nvPr>
            <p:ph idx="1"/>
          </p:nvPr>
        </p:nvSpPr>
        <p:spPr/>
        <p:txBody>
          <a:bodyPr>
            <a:normAutofit/>
          </a:bodyPr>
          <a:lstStyle/>
          <a:p>
            <a:r>
              <a:rPr lang="en-GB" sz="5400" dirty="0"/>
              <a:t>CONTRAINDICATIONS</a:t>
            </a:r>
          </a:p>
        </p:txBody>
      </p:sp>
    </p:spTree>
    <p:extLst>
      <p:ext uri="{BB962C8B-B14F-4D97-AF65-F5344CB8AC3E}">
        <p14:creationId xmlns:p14="http://schemas.microsoft.com/office/powerpoint/2010/main" val="374940256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741DA3-8FAA-10AE-BA72-C3A4BEF55752}"/>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C3BE10B-BE17-11C8-4754-E339FFDB6E53}"/>
              </a:ext>
            </a:extLst>
          </p:cNvPr>
          <p:cNvSpPr>
            <a:spLocks noGrp="1"/>
          </p:cNvSpPr>
          <p:nvPr>
            <p:ph idx="1"/>
          </p:nvPr>
        </p:nvSpPr>
        <p:spPr>
          <a:xfrm>
            <a:off x="4447308" y="591344"/>
            <a:ext cx="6906491" cy="5585619"/>
          </a:xfrm>
        </p:spPr>
        <p:txBody>
          <a:bodyPr anchor="ctr">
            <a:normAutofit/>
          </a:bodyPr>
          <a:lstStyle/>
          <a:p>
            <a:r>
              <a:rPr lang="en-GB" dirty="0"/>
              <a:t>In aesthetic medicine, a "contraindication" is any condition, circumstance, or factor that makes a particular treatment inadvisable or potentially dangerous</a:t>
            </a:r>
          </a:p>
        </p:txBody>
      </p:sp>
    </p:spTree>
    <p:extLst>
      <p:ext uri="{BB962C8B-B14F-4D97-AF65-F5344CB8AC3E}">
        <p14:creationId xmlns:p14="http://schemas.microsoft.com/office/powerpoint/2010/main" val="414728580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539F14-8B3E-A288-53C6-0E71B5AE8BE3}"/>
              </a:ext>
            </a:extLst>
          </p:cNvPr>
          <p:cNvSpPr>
            <a:spLocks noGrp="1"/>
          </p:cNvSpPr>
          <p:nvPr>
            <p:ph type="title"/>
          </p:nvPr>
        </p:nvSpPr>
        <p:spPr>
          <a:xfrm>
            <a:off x="686834" y="591344"/>
            <a:ext cx="3200400" cy="5585619"/>
          </a:xfrm>
        </p:spPr>
        <p:txBody>
          <a:bodyPr>
            <a:normAutofit/>
          </a:bodyPr>
          <a:lstStyle/>
          <a:p>
            <a:r>
              <a:rPr lang="en-GB" sz="3100">
                <a:solidFill>
                  <a:srgbClr val="FFFFFF"/>
                </a:solidFill>
              </a:rPr>
              <a:t>Why Contraindications Matter.</a:t>
            </a:r>
            <a:br>
              <a:rPr lang="en-GB" sz="3100">
                <a:solidFill>
                  <a:srgbClr val="FFFFFF"/>
                </a:solidFill>
              </a:rPr>
            </a:br>
            <a:endParaRPr lang="en-GB" sz="3100">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B0A4FB3-1214-469E-3916-BE7DC7CD7087}"/>
              </a:ext>
            </a:extLst>
          </p:cNvPr>
          <p:cNvSpPr>
            <a:spLocks noGrp="1"/>
          </p:cNvSpPr>
          <p:nvPr>
            <p:ph idx="1"/>
          </p:nvPr>
        </p:nvSpPr>
        <p:spPr>
          <a:xfrm>
            <a:off x="4447308" y="591344"/>
            <a:ext cx="6906491" cy="5585619"/>
          </a:xfrm>
        </p:spPr>
        <p:txBody>
          <a:bodyPr anchor="ctr">
            <a:normAutofit/>
          </a:bodyPr>
          <a:lstStyle/>
          <a:p>
            <a:r>
              <a:rPr lang="en-GB" dirty="0"/>
              <a:t>Aesthetic treatments, while generally very safe, involve real medical interventions utilising needles, energy devices, and pharmaceutical products which interact with the body’s biological systems. </a:t>
            </a:r>
          </a:p>
          <a:p>
            <a:r>
              <a:rPr lang="en-GB" dirty="0"/>
              <a:t>When certain medical conditions, medications, or circumstances are present, these interactions can produce adverse outcomes ranging from suboptimal results to serious complications.</a:t>
            </a:r>
          </a:p>
          <a:p>
            <a:endParaRPr lang="en-GB" dirty="0"/>
          </a:p>
        </p:txBody>
      </p:sp>
    </p:spTree>
    <p:extLst>
      <p:ext uri="{BB962C8B-B14F-4D97-AF65-F5344CB8AC3E}">
        <p14:creationId xmlns:p14="http://schemas.microsoft.com/office/powerpoint/2010/main" val="131315956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95C806-9B1D-BFBA-819C-B1FEF9A3B57D}"/>
              </a:ext>
            </a:extLst>
          </p:cNvPr>
          <p:cNvSpPr>
            <a:spLocks noGrp="1"/>
          </p:cNvSpPr>
          <p:nvPr>
            <p:ph type="title"/>
          </p:nvPr>
        </p:nvSpPr>
        <p:spPr>
          <a:xfrm>
            <a:off x="686834" y="1153572"/>
            <a:ext cx="3200400" cy="4461163"/>
          </a:xfrm>
        </p:spPr>
        <p:txBody>
          <a:bodyPr>
            <a:normAutofit/>
          </a:bodyPr>
          <a:lstStyle/>
          <a:p>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CB5290B-47C2-9973-FA19-15C48CC64ABA}"/>
              </a:ext>
            </a:extLst>
          </p:cNvPr>
          <p:cNvSpPr>
            <a:spLocks noGrp="1"/>
          </p:cNvSpPr>
          <p:nvPr>
            <p:ph idx="1"/>
          </p:nvPr>
        </p:nvSpPr>
        <p:spPr>
          <a:xfrm>
            <a:off x="4447308" y="591344"/>
            <a:ext cx="6906491" cy="5585619"/>
          </a:xfrm>
        </p:spPr>
        <p:txBody>
          <a:bodyPr anchor="ctr">
            <a:normAutofit/>
          </a:bodyPr>
          <a:lstStyle/>
          <a:p>
            <a:r>
              <a:rPr lang="en-GB" dirty="0"/>
              <a:t>Responsible practitioners screen for contraindications not to refuse treatment unnecessarily but to ensure that every treatment delivered is as safe and effective as possible. </a:t>
            </a:r>
          </a:p>
          <a:p>
            <a:r>
              <a:rPr lang="en-GB" dirty="0"/>
              <a:t>On occasion, this means delaying treatment until a temporary contraindication resolves. Other times, it means selecting an alternative treatment that is safe for the individual patient.</a:t>
            </a:r>
          </a:p>
          <a:p>
            <a:endParaRPr lang="en-GB" dirty="0"/>
          </a:p>
        </p:txBody>
      </p:sp>
    </p:spTree>
    <p:extLst>
      <p:ext uri="{BB962C8B-B14F-4D97-AF65-F5344CB8AC3E}">
        <p14:creationId xmlns:p14="http://schemas.microsoft.com/office/powerpoint/2010/main" val="24372631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77214-3220-2241-BE2C-6E0CCE862894}"/>
              </a:ext>
            </a:extLst>
          </p:cNvPr>
          <p:cNvSpPr>
            <a:spLocks noGrp="1"/>
          </p:cNvSpPr>
          <p:nvPr>
            <p:ph type="title"/>
          </p:nvPr>
        </p:nvSpPr>
        <p:spPr/>
        <p:txBody>
          <a:bodyPr/>
          <a:lstStyle/>
          <a:p>
            <a:r>
              <a:rPr lang="en-GB" dirty="0"/>
              <a:t>Absolute vs Relative Contraindications</a:t>
            </a:r>
            <a:br>
              <a:rPr lang="en-GB" dirty="0"/>
            </a:br>
            <a:endParaRPr lang="en-GB" dirty="0"/>
          </a:p>
        </p:txBody>
      </p:sp>
      <p:sp>
        <p:nvSpPr>
          <p:cNvPr id="3" name="Text Placeholder 2">
            <a:extLst>
              <a:ext uri="{FF2B5EF4-FFF2-40B4-BE49-F238E27FC236}">
                <a16:creationId xmlns:a16="http://schemas.microsoft.com/office/drawing/2014/main" id="{EDA08E84-ECA6-5908-B0E9-95CCBCCCF3FE}"/>
              </a:ext>
            </a:extLst>
          </p:cNvPr>
          <p:cNvSpPr>
            <a:spLocks noGrp="1"/>
          </p:cNvSpPr>
          <p:nvPr>
            <p:ph type="body" idx="1"/>
          </p:nvPr>
        </p:nvSpPr>
        <p:spPr/>
        <p:txBody>
          <a:bodyPr>
            <a:normAutofit/>
          </a:bodyPr>
          <a:lstStyle/>
          <a:p>
            <a:r>
              <a:rPr lang="en-GB" dirty="0"/>
              <a:t>Absolute Contraindications</a:t>
            </a:r>
          </a:p>
        </p:txBody>
      </p:sp>
      <p:graphicFrame>
        <p:nvGraphicFramePr>
          <p:cNvPr id="8" name="Content Placeholder 3">
            <a:extLst>
              <a:ext uri="{FF2B5EF4-FFF2-40B4-BE49-F238E27FC236}">
                <a16:creationId xmlns:a16="http://schemas.microsoft.com/office/drawing/2014/main" id="{58B9AB3D-C9C5-2CB5-E38B-FB07ABBAE103}"/>
              </a:ext>
            </a:extLst>
          </p:cNvPr>
          <p:cNvGraphicFramePr>
            <a:graphicFrameLocks noGrp="1"/>
          </p:cNvGraphicFramePr>
          <p:nvPr>
            <p:ph sz="half" idx="2"/>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E026C24C-0820-E8AF-E98C-2EFA50830086}"/>
              </a:ext>
            </a:extLst>
          </p:cNvPr>
          <p:cNvSpPr>
            <a:spLocks noGrp="1"/>
          </p:cNvSpPr>
          <p:nvPr>
            <p:ph type="body" sz="quarter" idx="3"/>
          </p:nvPr>
        </p:nvSpPr>
        <p:spPr/>
        <p:txBody>
          <a:bodyPr>
            <a:normAutofit/>
          </a:bodyPr>
          <a:lstStyle/>
          <a:p>
            <a:r>
              <a:rPr lang="en-GB" dirty="0"/>
              <a:t>Relative Contraindications</a:t>
            </a:r>
          </a:p>
        </p:txBody>
      </p:sp>
      <p:sp>
        <p:nvSpPr>
          <p:cNvPr id="6" name="Content Placeholder 5">
            <a:extLst>
              <a:ext uri="{FF2B5EF4-FFF2-40B4-BE49-F238E27FC236}">
                <a16:creationId xmlns:a16="http://schemas.microsoft.com/office/drawing/2014/main" id="{17B062C0-1FB7-B52B-E68E-5463801F901A}"/>
              </a:ext>
            </a:extLst>
          </p:cNvPr>
          <p:cNvSpPr>
            <a:spLocks noGrp="1"/>
          </p:cNvSpPr>
          <p:nvPr>
            <p:ph sz="quarter" idx="4"/>
          </p:nvPr>
        </p:nvSpPr>
        <p:spPr/>
        <p:txBody>
          <a:bodyPr>
            <a:normAutofit fontScale="77500" lnSpcReduction="20000"/>
          </a:bodyPr>
          <a:lstStyle/>
          <a:p>
            <a:pPr marL="0" indent="0">
              <a:buNone/>
            </a:pPr>
            <a:endParaRPr lang="en-GB" dirty="0"/>
          </a:p>
          <a:p>
            <a:r>
              <a:rPr lang="en-GB" dirty="0"/>
              <a:t>These are conditions where treatment may still be possible but requires:</a:t>
            </a:r>
          </a:p>
          <a:p>
            <a:r>
              <a:rPr lang="en-GB" dirty="0"/>
              <a:t>Modified technique, dosage, or parameters</a:t>
            </a:r>
          </a:p>
          <a:p>
            <a:r>
              <a:rPr lang="en-GB" dirty="0"/>
              <a:t>Additional precautions or monitoring</a:t>
            </a:r>
          </a:p>
          <a:p>
            <a:r>
              <a:rPr lang="en-GB" dirty="0"/>
              <a:t>Informed consent with specific risk discussion</a:t>
            </a:r>
          </a:p>
          <a:p>
            <a:r>
              <a:rPr lang="en-GB" dirty="0"/>
              <a:t>Medical clearance from the patient’s GP or specialist</a:t>
            </a:r>
          </a:p>
          <a:p>
            <a:r>
              <a:rPr lang="en-GB" dirty="0"/>
              <a:t>Careful risk-benefit assessment on a case-by-case basis</a:t>
            </a:r>
          </a:p>
          <a:p>
            <a:endParaRPr lang="en-GB" dirty="0"/>
          </a:p>
        </p:txBody>
      </p:sp>
    </p:spTree>
    <p:extLst>
      <p:ext uri="{BB962C8B-B14F-4D97-AF65-F5344CB8AC3E}">
        <p14:creationId xmlns:p14="http://schemas.microsoft.com/office/powerpoint/2010/main" val="113564116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37A5-654C-BEDA-E901-3D739B82D522}"/>
              </a:ext>
            </a:extLst>
          </p:cNvPr>
          <p:cNvSpPr>
            <a:spLocks noGrp="1"/>
          </p:cNvSpPr>
          <p:nvPr>
            <p:ph type="title"/>
          </p:nvPr>
        </p:nvSpPr>
        <p:spPr/>
        <p:txBody>
          <a:bodyPr>
            <a:normAutofit fontScale="90000"/>
          </a:bodyPr>
          <a:lstStyle/>
          <a:p>
            <a:r>
              <a:rPr lang="en-GB" dirty="0"/>
              <a:t>Common Contraindications by Treatment Category</a:t>
            </a:r>
            <a:br>
              <a:rPr lang="en-GB" dirty="0"/>
            </a:br>
            <a:endParaRPr lang="en-GB" dirty="0"/>
          </a:p>
        </p:txBody>
      </p:sp>
      <p:sp>
        <p:nvSpPr>
          <p:cNvPr id="3" name="Content Placeholder 2">
            <a:extLst>
              <a:ext uri="{FF2B5EF4-FFF2-40B4-BE49-F238E27FC236}">
                <a16:creationId xmlns:a16="http://schemas.microsoft.com/office/drawing/2014/main" id="{660C5365-15AF-48DB-F1A2-CE4EBCF18DF7}"/>
              </a:ext>
            </a:extLst>
          </p:cNvPr>
          <p:cNvSpPr>
            <a:spLocks noGrp="1"/>
          </p:cNvSpPr>
          <p:nvPr>
            <p:ph idx="1"/>
          </p:nvPr>
        </p:nvSpPr>
        <p:spPr/>
        <p:txBody>
          <a:bodyPr/>
          <a:lstStyle/>
          <a:p>
            <a:endParaRPr lang="en-GB" dirty="0"/>
          </a:p>
        </p:txBody>
      </p:sp>
    </p:spTree>
    <p:extLst>
      <p:ext uri="{BB962C8B-B14F-4D97-AF65-F5344CB8AC3E}">
        <p14:creationId xmlns:p14="http://schemas.microsoft.com/office/powerpoint/2010/main" val="7662092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Rectangle 15">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909E32-D554-98E6-74F0-6B2E2A9DD622}"/>
              </a:ext>
            </a:extLst>
          </p:cNvPr>
          <p:cNvSpPr>
            <a:spLocks noGrp="1"/>
          </p:cNvSpPr>
          <p:nvPr>
            <p:ph type="title"/>
          </p:nvPr>
        </p:nvSpPr>
        <p:spPr>
          <a:xfrm>
            <a:off x="504967" y="675564"/>
            <a:ext cx="3609833" cy="5204085"/>
          </a:xfrm>
        </p:spPr>
        <p:txBody>
          <a:bodyPr>
            <a:normAutofit/>
          </a:bodyPr>
          <a:lstStyle/>
          <a:p>
            <a:r>
              <a:rPr lang="en-GB"/>
              <a:t>Chemical Peels</a:t>
            </a:r>
            <a:endParaRPr lang="en-GB" dirty="0"/>
          </a:p>
        </p:txBody>
      </p:sp>
      <p:cxnSp>
        <p:nvCxnSpPr>
          <p:cNvPr id="17" name="Straight Connector 16">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18" name="Content Placeholder 2">
            <a:extLst>
              <a:ext uri="{FF2B5EF4-FFF2-40B4-BE49-F238E27FC236}">
                <a16:creationId xmlns:a16="http://schemas.microsoft.com/office/drawing/2014/main" id="{CF8C47F8-C915-9776-62FD-D59BC8C61157}"/>
              </a:ext>
            </a:extLst>
          </p:cNvPr>
          <p:cNvGraphicFramePr>
            <a:graphicFrameLocks noGrp="1"/>
          </p:cNvGraphicFramePr>
          <p:nvPr>
            <p:ph idx="1"/>
            <p:extLst>
              <p:ext uri="{D42A27DB-BD31-4B8C-83A1-F6EECF244321}">
                <p14:modId xmlns:p14="http://schemas.microsoft.com/office/powerpoint/2010/main" val="2199223079"/>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612873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805485-10E6-CCA2-FBF7-4D127B8B6E62}"/>
              </a:ext>
            </a:extLst>
          </p:cNvPr>
          <p:cNvSpPr>
            <a:spLocks noGrp="1"/>
          </p:cNvSpPr>
          <p:nvPr>
            <p:ph type="title"/>
          </p:nvPr>
        </p:nvSpPr>
        <p:spPr>
          <a:xfrm>
            <a:off x="838200" y="365125"/>
            <a:ext cx="10515600" cy="1325563"/>
          </a:xfrm>
        </p:spPr>
        <p:txBody>
          <a:bodyPr>
            <a:normAutofit/>
          </a:bodyPr>
          <a:lstStyle/>
          <a:p>
            <a:r>
              <a:rPr lang="en-GB"/>
              <a:t>Chemical peels</a:t>
            </a:r>
            <a:endParaRPr lang="en-GB" dirty="0"/>
          </a:p>
        </p:txBody>
      </p:sp>
      <p:graphicFrame>
        <p:nvGraphicFramePr>
          <p:cNvPr id="5" name="Content Placeholder 2">
            <a:extLst>
              <a:ext uri="{FF2B5EF4-FFF2-40B4-BE49-F238E27FC236}">
                <a16:creationId xmlns:a16="http://schemas.microsoft.com/office/drawing/2014/main" id="{1218AA1D-0388-0758-20A0-39030054A8F3}"/>
              </a:ext>
            </a:extLst>
          </p:cNvPr>
          <p:cNvGraphicFramePr>
            <a:graphicFrameLocks noGrp="1"/>
          </p:cNvGraphicFramePr>
          <p:nvPr>
            <p:ph idx="1"/>
            <p:extLst>
              <p:ext uri="{D42A27DB-BD31-4B8C-83A1-F6EECF244321}">
                <p14:modId xmlns:p14="http://schemas.microsoft.com/office/powerpoint/2010/main" val="1283650992"/>
              </p:ext>
            </p:extLst>
          </p:nvPr>
        </p:nvGraphicFramePr>
        <p:xfrm>
          <a:off x="838200" y="1274164"/>
          <a:ext cx="10515600" cy="49027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508396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18098BC7-6666-B1ED-AEEC-D795492CB01D}"/>
              </a:ext>
            </a:extLst>
          </p:cNvPr>
          <p:cNvSpPr>
            <a:spLocks noGrp="1"/>
          </p:cNvSpPr>
          <p:nvPr>
            <p:ph type="title"/>
          </p:nvPr>
        </p:nvSpPr>
        <p:spPr>
          <a:xfrm>
            <a:off x="838200" y="643467"/>
            <a:ext cx="2951205" cy="5571066"/>
          </a:xfrm>
        </p:spPr>
        <p:txBody>
          <a:bodyPr>
            <a:normAutofit/>
          </a:bodyPr>
          <a:lstStyle/>
          <a:p>
            <a:r>
              <a:rPr lang="en-GB" sz="3700">
                <a:solidFill>
                  <a:srgbClr val="FFFFFF"/>
                </a:solidFill>
              </a:rPr>
              <a:t>Microneedling</a:t>
            </a:r>
            <a:br>
              <a:rPr lang="en-GB" sz="3700">
                <a:solidFill>
                  <a:srgbClr val="FFFFFF"/>
                </a:solidFill>
              </a:rPr>
            </a:br>
            <a:endParaRPr lang="en-GB" sz="3700">
              <a:solidFill>
                <a:srgbClr val="FFFFFF"/>
              </a:solidFill>
            </a:endParaRPr>
          </a:p>
        </p:txBody>
      </p:sp>
      <p:graphicFrame>
        <p:nvGraphicFramePr>
          <p:cNvPr id="28" name="Content Placeholder 2">
            <a:extLst>
              <a:ext uri="{FF2B5EF4-FFF2-40B4-BE49-F238E27FC236}">
                <a16:creationId xmlns:a16="http://schemas.microsoft.com/office/drawing/2014/main" id="{8AB18C57-DEF9-0ADF-66AB-7D106BF72939}"/>
              </a:ext>
            </a:extLst>
          </p:cNvPr>
          <p:cNvGraphicFramePr>
            <a:graphicFrameLocks noGrp="1"/>
          </p:cNvGraphicFramePr>
          <p:nvPr>
            <p:ph idx="1"/>
            <p:extLst>
              <p:ext uri="{D42A27DB-BD31-4B8C-83A1-F6EECF244321}">
                <p14:modId xmlns:p14="http://schemas.microsoft.com/office/powerpoint/2010/main" val="2321466108"/>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199816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34167E-9220-F3A2-1E7A-68E23C60528E}"/>
              </a:ext>
            </a:extLst>
          </p:cNvPr>
          <p:cNvPicPr>
            <a:picLocks noChangeAspect="1"/>
          </p:cNvPicPr>
          <p:nvPr/>
        </p:nvPicPr>
        <p:blipFill>
          <a:blip r:embed="rId2">
            <a:duotone>
              <a:schemeClr val="bg2">
                <a:shade val="45000"/>
                <a:satMod val="135000"/>
              </a:schemeClr>
              <a:prstClr val="white"/>
            </a:duotone>
          </a:blip>
          <a:srcRect b="15730"/>
          <a:stretch>
            <a:fillRect/>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3287E8-1A84-D018-CB77-E2A879936493}"/>
              </a:ext>
            </a:extLst>
          </p:cNvPr>
          <p:cNvSpPr>
            <a:spLocks noGrp="1"/>
          </p:cNvSpPr>
          <p:nvPr>
            <p:ph type="title"/>
          </p:nvPr>
        </p:nvSpPr>
        <p:spPr>
          <a:xfrm>
            <a:off x="838200" y="365125"/>
            <a:ext cx="10515600" cy="1325563"/>
          </a:xfrm>
        </p:spPr>
        <p:txBody>
          <a:bodyPr>
            <a:normAutofit/>
          </a:bodyPr>
          <a:lstStyle/>
          <a:p>
            <a:r>
              <a:rPr lang="en-GB"/>
              <a:t>Laser and IPL Treatments</a:t>
            </a:r>
            <a:br>
              <a:rPr lang="en-GB"/>
            </a:br>
            <a:endParaRPr lang="en-GB" dirty="0"/>
          </a:p>
        </p:txBody>
      </p:sp>
      <p:graphicFrame>
        <p:nvGraphicFramePr>
          <p:cNvPr id="5" name="Content Placeholder 2">
            <a:extLst>
              <a:ext uri="{FF2B5EF4-FFF2-40B4-BE49-F238E27FC236}">
                <a16:creationId xmlns:a16="http://schemas.microsoft.com/office/drawing/2014/main" id="{E2E3FBD7-3AB6-5964-0109-E4620795D8AC}"/>
              </a:ext>
            </a:extLst>
          </p:cNvPr>
          <p:cNvGraphicFramePr>
            <a:graphicFrameLocks noGrp="1"/>
          </p:cNvGraphicFramePr>
          <p:nvPr>
            <p:ph idx="1"/>
            <p:extLst>
              <p:ext uri="{D42A27DB-BD31-4B8C-83A1-F6EECF244321}">
                <p14:modId xmlns:p14="http://schemas.microsoft.com/office/powerpoint/2010/main" val="93211291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513096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BF78B7-DC9B-5575-4D40-9AE9B2F32BC2}"/>
              </a:ext>
            </a:extLst>
          </p:cNvPr>
          <p:cNvSpPr>
            <a:spLocks noGrp="1"/>
          </p:cNvSpPr>
          <p:nvPr>
            <p:ph type="title"/>
          </p:nvPr>
        </p:nvSpPr>
        <p:spPr>
          <a:xfrm>
            <a:off x="838200" y="365125"/>
            <a:ext cx="10515600" cy="1325563"/>
          </a:xfrm>
        </p:spPr>
        <p:txBody>
          <a:bodyPr>
            <a:normAutofit/>
          </a:bodyPr>
          <a:lstStyle/>
          <a:p>
            <a:endParaRPr lang="en-GB"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0002045-A522-345B-B0F8-D39623B93AD2}"/>
              </a:ext>
            </a:extLst>
          </p:cNvPr>
          <p:cNvSpPr>
            <a:spLocks noGrp="1"/>
          </p:cNvSpPr>
          <p:nvPr>
            <p:ph idx="1"/>
          </p:nvPr>
        </p:nvSpPr>
        <p:spPr>
          <a:xfrm>
            <a:off x="838200" y="1929384"/>
            <a:ext cx="10515600" cy="4251960"/>
          </a:xfrm>
        </p:spPr>
        <p:txBody>
          <a:bodyPr>
            <a:normAutofit/>
          </a:bodyPr>
          <a:lstStyle/>
          <a:p>
            <a:r>
              <a:rPr lang="en-GB" sz="2000" b="1"/>
              <a:t>Relative Contraindications</a:t>
            </a:r>
          </a:p>
          <a:p>
            <a:r>
              <a:rPr lang="en-GB" sz="2000" b="1"/>
              <a:t>Darker skin types (Fitzpatrick IV-VI):</a:t>
            </a:r>
            <a:r>
              <a:rPr lang="en-GB" sz="2000"/>
              <a:t> Some laser and IPL devices carry higher risks for darker skin. Specific wavelengths (Nd: YAG) and adapted parameters can often be used safely</a:t>
            </a:r>
          </a:p>
          <a:p>
            <a:r>
              <a:rPr lang="en-GB" sz="2000" b="1"/>
              <a:t>History of keloid or hypertrophic scarring:</a:t>
            </a:r>
            <a:r>
              <a:rPr lang="en-GB" sz="2000"/>
              <a:t> Ablative laser treatments may trigger abnormal scarring. Non-ablative treatments may be possible with careful parameters</a:t>
            </a:r>
          </a:p>
          <a:p>
            <a:r>
              <a:rPr lang="en-GB" sz="2000" b="1"/>
              <a:t>History of herpes simplex:</a:t>
            </a:r>
            <a:r>
              <a:rPr lang="en-GB" sz="2000"/>
              <a:t> Laser treatment can reactivate cold sores. Prophylactic antiviral medication is indicated</a:t>
            </a:r>
          </a:p>
          <a:p>
            <a:r>
              <a:rPr lang="en-GB" sz="2000" b="1"/>
              <a:t>Epilepsy:</a:t>
            </a:r>
            <a:r>
              <a:rPr lang="en-GB" sz="2000"/>
              <a:t> Pulsed light can theoretically trigger seizures in photosensitive epilepsy (very rare but documented)</a:t>
            </a:r>
          </a:p>
          <a:p>
            <a:r>
              <a:rPr lang="en-GB" sz="2000" b="1"/>
              <a:t>Active dermatological conditions:</a:t>
            </a:r>
            <a:r>
              <a:rPr lang="en-GB" sz="2000"/>
              <a:t> Eczema, psoriasis, and rosacea in active flare may be worsened by laser treatment</a:t>
            </a:r>
          </a:p>
          <a:p>
            <a:endParaRPr lang="en-GB" sz="2000"/>
          </a:p>
        </p:txBody>
      </p:sp>
    </p:spTree>
    <p:extLst>
      <p:ext uri="{BB962C8B-B14F-4D97-AF65-F5344CB8AC3E}">
        <p14:creationId xmlns:p14="http://schemas.microsoft.com/office/powerpoint/2010/main" val="342743956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81BB45-C031-8E6C-6C75-C818E594C648}"/>
              </a:ext>
            </a:extLst>
          </p:cNvPr>
          <p:cNvSpPr>
            <a:spLocks noGrp="1"/>
          </p:cNvSpPr>
          <p:nvPr>
            <p:ph type="title"/>
          </p:nvPr>
        </p:nvSpPr>
        <p:spPr>
          <a:xfrm>
            <a:off x="686834" y="1153572"/>
            <a:ext cx="3200400" cy="4461163"/>
          </a:xfrm>
        </p:spPr>
        <p:txBody>
          <a:bodyPr>
            <a:normAutofit/>
          </a:bodyPr>
          <a:lstStyle/>
          <a:p>
            <a:br>
              <a:rPr lang="en-GB" sz="3700">
                <a:solidFill>
                  <a:srgbClr val="FFFFFF"/>
                </a:solidFill>
              </a:rPr>
            </a:br>
            <a:r>
              <a:rPr lang="en-GB" sz="3700">
                <a:solidFill>
                  <a:srgbClr val="FFFFFF"/>
                </a:solidFill>
              </a:rPr>
              <a:t>Injectable Treatments (Fillers, Anti-Wrinkle Injections, Biostimulators</a:t>
            </a:r>
            <a:br>
              <a:rPr lang="en-GB" sz="3700">
                <a:solidFill>
                  <a:srgbClr val="FFFFFF"/>
                </a:solidFill>
              </a:rPr>
            </a:br>
            <a:endParaRPr lang="en-GB" sz="3700">
              <a:solidFill>
                <a:srgbClr val="FFFFFF"/>
              </a:solidFill>
            </a:endParaRPr>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9" name="Content Placeholder 2">
            <a:extLst>
              <a:ext uri="{FF2B5EF4-FFF2-40B4-BE49-F238E27FC236}">
                <a16:creationId xmlns:a16="http://schemas.microsoft.com/office/drawing/2014/main" id="{6396B21B-448D-386E-83F6-901A9C57E0CB}"/>
              </a:ext>
            </a:extLst>
          </p:cNvPr>
          <p:cNvSpPr>
            <a:spLocks noGrp="1"/>
          </p:cNvSpPr>
          <p:nvPr>
            <p:ph idx="1"/>
          </p:nvPr>
        </p:nvSpPr>
        <p:spPr>
          <a:xfrm>
            <a:off x="4447308" y="591344"/>
            <a:ext cx="6906491" cy="5585619"/>
          </a:xfrm>
        </p:spPr>
        <p:txBody>
          <a:bodyPr anchor="ctr">
            <a:normAutofit/>
          </a:bodyPr>
          <a:lstStyle/>
          <a:p>
            <a:r>
              <a:rPr lang="en-GB" sz="1800" b="1"/>
              <a:t>Absolute Contraindications</a:t>
            </a:r>
          </a:p>
          <a:p>
            <a:r>
              <a:rPr lang="en-GB" sz="1800" b="1"/>
              <a:t>Pregnancy and breastfeeding:</a:t>
            </a:r>
            <a:r>
              <a:rPr lang="en-GB" sz="1800"/>
              <a:t> Injectable products have not been tested for safety during pregnancy. While harm is not proven, the absence of safety data makes treatment inadvisable</a:t>
            </a:r>
          </a:p>
          <a:p>
            <a:r>
              <a:rPr lang="en-GB" sz="1800" b="1"/>
              <a:t>Known allergy to product components:</a:t>
            </a:r>
            <a:r>
              <a:rPr lang="en-GB" sz="1800"/>
              <a:t> True allergy to hyaluronic acid (extremely rare), botulinum toxin, or product excipients</a:t>
            </a:r>
          </a:p>
          <a:p>
            <a:r>
              <a:rPr lang="en-GB" sz="1800" b="1"/>
              <a:t>Active infection at treatment site:</a:t>
            </a:r>
            <a:r>
              <a:rPr lang="en-GB" sz="1800"/>
              <a:t> Injecting through infected tissue can spread the infection and create serious complications including abscess formation</a:t>
            </a:r>
          </a:p>
          <a:p>
            <a:r>
              <a:rPr lang="en-GB" sz="1800" b="1"/>
              <a:t>Active autoimmune disease affecting treatment area:</a:t>
            </a:r>
            <a:r>
              <a:rPr lang="en-GB" sz="1800"/>
              <a:t> Conditions like scleroderma or dermatomyositis in active flare can cause unpredictable healing responses</a:t>
            </a:r>
          </a:p>
          <a:p>
            <a:r>
              <a:rPr lang="en-GB" sz="1800" b="1"/>
              <a:t>Neuromuscular disorders (for botulinum toxin):</a:t>
            </a:r>
            <a:r>
              <a:rPr lang="en-GB" sz="1800"/>
              <a:t> Conditions like myasthenia gravis, Lambert-Eaton syndrome, or motor neurone disease — botulinum toxin can worsen neuromuscular transmission</a:t>
            </a:r>
          </a:p>
          <a:p>
            <a:endParaRPr lang="en-GB" sz="1800"/>
          </a:p>
        </p:txBody>
      </p:sp>
    </p:spTree>
    <p:extLst>
      <p:ext uri="{BB962C8B-B14F-4D97-AF65-F5344CB8AC3E}">
        <p14:creationId xmlns:p14="http://schemas.microsoft.com/office/powerpoint/2010/main" val="182132626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B834FE96-609A-0938-70CE-22E787096CA2}"/>
              </a:ext>
            </a:extLst>
          </p:cNvPr>
          <p:cNvSpPr>
            <a:spLocks noGrp="1"/>
          </p:cNvSpPr>
          <p:nvPr>
            <p:ph type="title"/>
          </p:nvPr>
        </p:nvSpPr>
        <p:spPr>
          <a:xfrm>
            <a:off x="838200" y="365125"/>
            <a:ext cx="5393361" cy="1325563"/>
          </a:xfrm>
        </p:spPr>
        <p:txBody>
          <a:bodyPr>
            <a:normAutofit/>
          </a:bodyPr>
          <a:lstStyle/>
          <a:p>
            <a:endParaRPr lang="en-GB"/>
          </a:p>
        </p:txBody>
      </p:sp>
      <p:pic>
        <p:nvPicPr>
          <p:cNvPr id="6" name="Picture 5">
            <a:extLst>
              <a:ext uri="{FF2B5EF4-FFF2-40B4-BE49-F238E27FC236}">
                <a16:creationId xmlns:a16="http://schemas.microsoft.com/office/drawing/2014/main" id="{528F9071-53FE-A1B2-4625-56E44B0DE0B3}"/>
              </a:ext>
            </a:extLst>
          </p:cNvPr>
          <p:cNvPicPr>
            <a:picLocks noChangeAspect="1"/>
          </p:cNvPicPr>
          <p:nvPr/>
        </p:nvPicPr>
        <p:blipFill>
          <a:blip r:embed="rId2"/>
          <a:srcRect r="3" b="3"/>
          <a:stretch>
            <a:fillRect/>
          </a:stretch>
        </p:blipFill>
        <p:spPr>
          <a:xfrm>
            <a:off x="8149744" y="2533338"/>
            <a:ext cx="3347414" cy="3347414"/>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2"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4117D3C7-E12C-FCF1-7DA3-1FE7FB69E6AA}"/>
              </a:ext>
            </a:extLst>
          </p:cNvPr>
          <p:cNvGraphicFramePr>
            <a:graphicFrameLocks noGrp="1"/>
          </p:cNvGraphicFramePr>
          <p:nvPr>
            <p:ph idx="1"/>
            <p:extLst>
              <p:ext uri="{D42A27DB-BD31-4B8C-83A1-F6EECF244321}">
                <p14:modId xmlns:p14="http://schemas.microsoft.com/office/powerpoint/2010/main" val="1907983647"/>
              </p:ext>
            </p:extLst>
          </p:nvPr>
        </p:nvGraphicFramePr>
        <p:xfrm>
          <a:off x="404733" y="584616"/>
          <a:ext cx="9039069" cy="6262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102173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E2B0C17-A687-9EE8-0836-D3D936D61592}"/>
              </a:ext>
            </a:extLst>
          </p:cNvPr>
          <p:cNvPicPr>
            <a:picLocks noChangeAspect="1"/>
          </p:cNvPicPr>
          <p:nvPr/>
        </p:nvPicPr>
        <p:blipFill>
          <a:blip r:embed="rId2">
            <a:duotone>
              <a:schemeClr val="bg2">
                <a:shade val="45000"/>
                <a:satMod val="135000"/>
              </a:schemeClr>
              <a:prstClr val="white"/>
            </a:duotone>
          </a:blip>
          <a:srcRect t="1573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7E1B18-4923-96BE-B108-8331FCFC46D1}"/>
              </a:ext>
            </a:extLst>
          </p:cNvPr>
          <p:cNvSpPr>
            <a:spLocks noGrp="1"/>
          </p:cNvSpPr>
          <p:nvPr>
            <p:ph type="title"/>
          </p:nvPr>
        </p:nvSpPr>
        <p:spPr>
          <a:xfrm>
            <a:off x="838200" y="365125"/>
            <a:ext cx="10515600" cy="1325563"/>
          </a:xfrm>
        </p:spPr>
        <p:txBody>
          <a:bodyPr>
            <a:normAutofit/>
          </a:bodyPr>
          <a:lstStyle/>
          <a:p>
            <a:r>
              <a:rPr lang="en-GB" dirty="0"/>
              <a:t>Medication Interactions</a:t>
            </a:r>
            <a:br>
              <a:rPr lang="en-GB" dirty="0"/>
            </a:br>
            <a:endParaRPr lang="en-GB" dirty="0"/>
          </a:p>
        </p:txBody>
      </p:sp>
      <p:graphicFrame>
        <p:nvGraphicFramePr>
          <p:cNvPr id="5" name="Content Placeholder 2">
            <a:extLst>
              <a:ext uri="{FF2B5EF4-FFF2-40B4-BE49-F238E27FC236}">
                <a16:creationId xmlns:a16="http://schemas.microsoft.com/office/drawing/2014/main" id="{3E05268B-A63F-42B7-C8A5-0ED4D5E61E2B}"/>
              </a:ext>
            </a:extLst>
          </p:cNvPr>
          <p:cNvGraphicFramePr>
            <a:graphicFrameLocks noGrp="1"/>
          </p:cNvGraphicFramePr>
          <p:nvPr>
            <p:ph idx="1"/>
            <p:extLst>
              <p:ext uri="{D42A27DB-BD31-4B8C-83A1-F6EECF244321}">
                <p14:modId xmlns:p14="http://schemas.microsoft.com/office/powerpoint/2010/main" val="2367186117"/>
              </p:ext>
            </p:extLst>
          </p:nvPr>
        </p:nvGraphicFramePr>
        <p:xfrm>
          <a:off x="838200" y="1139252"/>
          <a:ext cx="10515600" cy="50377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542500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DA0B6-BAC4-7AB3-80C6-36AF37AD8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8F549-26FE-205E-8B44-9D02989058CD}"/>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25982442-20CD-C4CC-72AD-C59C31C9D6CD}"/>
              </a:ext>
            </a:extLst>
          </p:cNvPr>
          <p:cNvSpPr>
            <a:spLocks noGrp="1"/>
          </p:cNvSpPr>
          <p:nvPr>
            <p:ph idx="1"/>
          </p:nvPr>
        </p:nvSpPr>
        <p:spPr/>
        <p:txBody>
          <a:bodyPr>
            <a:normAutofit/>
          </a:bodyPr>
          <a:lstStyle/>
          <a:p>
            <a:endParaRPr lang="en-GB" sz="6000" dirty="0"/>
          </a:p>
        </p:txBody>
      </p:sp>
      <p:pic>
        <p:nvPicPr>
          <p:cNvPr id="4" name="Picture 3" descr="Contact us today if you have any questions.We are happy to help ...">
            <a:extLst>
              <a:ext uri="{FF2B5EF4-FFF2-40B4-BE49-F238E27FC236}">
                <a16:creationId xmlns:a16="http://schemas.microsoft.com/office/drawing/2014/main" id="{3E86930E-871C-E1DA-E2E3-43F585912558}"/>
              </a:ext>
            </a:extLst>
          </p:cNvPr>
          <p:cNvPicPr>
            <a:picLocks noChangeAspect="1"/>
          </p:cNvPicPr>
          <p:nvPr/>
        </p:nvPicPr>
        <p:blipFill>
          <a:blip r:embed="rId2"/>
          <a:stretch>
            <a:fillRect/>
          </a:stretch>
        </p:blipFill>
        <p:spPr>
          <a:xfrm>
            <a:off x="838200" y="277697"/>
            <a:ext cx="9464913" cy="6215177"/>
          </a:xfrm>
          <a:prstGeom prst="rect">
            <a:avLst/>
          </a:prstGeom>
        </p:spPr>
      </p:pic>
    </p:spTree>
    <p:extLst>
      <p:ext uri="{BB962C8B-B14F-4D97-AF65-F5344CB8AC3E}">
        <p14:creationId xmlns:p14="http://schemas.microsoft.com/office/powerpoint/2010/main" val="207772910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5D9A4-1A97-3D0D-B614-E609675749E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2904C8B-49B9-1E8D-9E13-D91D94F1D066}"/>
              </a:ext>
            </a:extLst>
          </p:cNvPr>
          <p:cNvSpPr>
            <a:spLocks noGrp="1"/>
          </p:cNvSpPr>
          <p:nvPr>
            <p:ph idx="1"/>
          </p:nvPr>
        </p:nvSpPr>
        <p:spPr/>
        <p:txBody>
          <a:bodyPr>
            <a:normAutofit/>
          </a:bodyPr>
          <a:lstStyle/>
          <a:p>
            <a:r>
              <a:rPr lang="en-GB" sz="6000" dirty="0"/>
              <a:t>QUESTIONS </a:t>
            </a:r>
          </a:p>
        </p:txBody>
      </p:sp>
    </p:spTree>
    <p:extLst>
      <p:ext uri="{BB962C8B-B14F-4D97-AF65-F5344CB8AC3E}">
        <p14:creationId xmlns:p14="http://schemas.microsoft.com/office/powerpoint/2010/main" val="16016211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877CE-A27B-F7CA-60EE-54428523BD0C}"/>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E15E2275-DFBC-00B1-3FC3-96DA6B718BB0}"/>
              </a:ext>
            </a:extLst>
          </p:cNvPr>
          <p:cNvSpPr>
            <a:spLocks noGrp="1"/>
          </p:cNvSpPr>
          <p:nvPr>
            <p:ph idx="1"/>
          </p:nvPr>
        </p:nvSpPr>
        <p:spPr/>
        <p:txBody>
          <a:bodyPr>
            <a:normAutofit/>
          </a:bodyPr>
          <a:lstStyle/>
          <a:p>
            <a:r>
              <a:rPr lang="en-US" dirty="0"/>
              <a:t>Fitzpatrick’s Dermatology in General Medicine, 7</a:t>
            </a:r>
            <a:r>
              <a:rPr lang="en-US" baseline="30000" dirty="0"/>
              <a:t>th</a:t>
            </a:r>
            <a:r>
              <a:rPr lang="en-US" dirty="0"/>
              <a:t> edition</a:t>
            </a:r>
          </a:p>
          <a:p>
            <a:r>
              <a:rPr lang="en-US" dirty="0"/>
              <a:t> UpToDate dermatology</a:t>
            </a:r>
          </a:p>
          <a:p>
            <a:r>
              <a:rPr lang="en-US" dirty="0"/>
              <a:t>Clinical dermatology 4</a:t>
            </a:r>
            <a:r>
              <a:rPr lang="en-US" baseline="30000" dirty="0"/>
              <a:t>th</a:t>
            </a:r>
            <a:r>
              <a:rPr lang="en-US" dirty="0"/>
              <a:t> edition</a:t>
            </a:r>
            <a:endParaRPr lang="it-IT" dirty="0"/>
          </a:p>
          <a:p>
            <a:r>
              <a:rPr lang="en-US" dirty="0"/>
              <a:t>Rook's Textbook of Dermatology 8th Edition 4 Volume Set</a:t>
            </a:r>
          </a:p>
          <a:p>
            <a:r>
              <a:rPr lang="en-GB" dirty="0"/>
              <a:t>Axiom Aesthetics. Understanding contraindications in aesthetic medicine [Internet]. 2026 Feb 12 [cited 2026 May 31]. Available from: </a:t>
            </a:r>
            <a:r>
              <a:rPr lang="en-GB" dirty="0">
                <a:hlinkClick r:id="rId2"/>
              </a:rPr>
              <a:t>https://axiomaesthetics.co.uk/understanding-contraindications-in-aesthetic-medicine/#toc-h3-8</a:t>
            </a:r>
            <a:endParaRPr lang="en-GB" dirty="0"/>
          </a:p>
          <a:p>
            <a:r>
              <a:rPr lang="en-GB" dirty="0"/>
              <a:t>Images from Google Images and references above</a:t>
            </a:r>
          </a:p>
        </p:txBody>
      </p:sp>
    </p:spTree>
    <p:extLst>
      <p:ext uri="{BB962C8B-B14F-4D97-AF65-F5344CB8AC3E}">
        <p14:creationId xmlns:p14="http://schemas.microsoft.com/office/powerpoint/2010/main" val="23891391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9159</TotalTime>
  <Words>5518</Words>
  <Application>Microsoft Office PowerPoint</Application>
  <PresentationFormat>Widescreen</PresentationFormat>
  <Paragraphs>583</Paragraphs>
  <Slides>133</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133</vt:i4>
      </vt:variant>
    </vt:vector>
  </HeadingPairs>
  <TitlesOfParts>
    <vt:vector size="139" baseType="lpstr">
      <vt:lpstr>Aptos</vt:lpstr>
      <vt:lpstr>Aptos Display</vt:lpstr>
      <vt:lpstr>Arial</vt:lpstr>
      <vt:lpstr>Calibri</vt:lpstr>
      <vt:lpstr>Wingdings 2</vt:lpstr>
      <vt:lpstr>Office Theme</vt:lpstr>
      <vt:lpstr>HELLO PERFECT BEGINNERS TRAINING SESSION </vt:lpstr>
      <vt:lpstr>SKIN SCIENCE AND CLINICAL FOUNDATION</vt:lpstr>
      <vt:lpstr>OUTLINED TOPICS</vt:lpstr>
      <vt:lpstr>ANATOMY AND PHYSIOLOGY OF THE SKIN:BASIC OVERVIEW</vt:lpstr>
      <vt:lpstr>INTRODUCTION</vt:lpstr>
      <vt:lpstr>PowerPoint Presentation</vt:lpstr>
      <vt:lpstr>LAYERS OF THE SKIN</vt:lpstr>
      <vt:lpstr>EPIDERMAL LAYERS</vt:lpstr>
      <vt:lpstr>PowerPoint Presentation</vt:lpstr>
      <vt:lpstr>SPECIALIZED CELLS OF THE EPIDERMIS</vt:lpstr>
      <vt:lpstr>DERMAL LAYERS</vt:lpstr>
      <vt:lpstr>SPECIALIZED CELLS OF THE DERMIS</vt:lpstr>
      <vt:lpstr>SUBCUTANEOUS LAYER/HYPODERMIS</vt:lpstr>
      <vt:lpstr>SKIN APPENDAGES</vt:lpstr>
      <vt:lpstr>PowerPoint Presentation</vt:lpstr>
      <vt:lpstr>PowerPoint Presentation</vt:lpstr>
      <vt:lpstr>PowerPoint Presentation</vt:lpstr>
      <vt:lpstr>PowerPoint Presentation</vt:lpstr>
      <vt:lpstr>THE SKIN BARRIER </vt:lpstr>
      <vt:lpstr>Relevant functional anatomy of the skin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SKIN DIVERSITY AND FITZPATRICK SCALE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Inflammatory Response </vt:lpstr>
      <vt:lpstr>PowerPoint Presentation</vt:lpstr>
      <vt:lpstr>Histamine</vt:lpstr>
      <vt:lpstr>Immune Response: Innate vs Adaptive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Components of normal skin colouration </vt:lpstr>
      <vt:lpstr>PowerPoint Presentation</vt:lpstr>
      <vt:lpstr>PowerPoint Presentation</vt:lpstr>
      <vt:lpstr>Structure and function of melanocytes</vt:lpstr>
      <vt:lpstr>PowerPoint Presentation</vt:lpstr>
      <vt:lpstr>Melanocyte in the Stratum Basale of Epidermis</vt:lpstr>
      <vt:lpstr>THE MELANOCYTE AND MASON RAPER PATHWAY OF MELANIN SYNTHESIS</vt:lpstr>
      <vt:lpstr>Melanogenic enzymes</vt:lpstr>
      <vt:lpstr>PowerPoint Presentation</vt:lpstr>
      <vt:lpstr>PowerPoint Presentation</vt:lpstr>
      <vt:lpstr>Function of melanocytes</vt:lpstr>
      <vt:lpstr>PowerPoint Presentation</vt:lpstr>
      <vt:lpstr>4 stages of Eumelanin melanosomes formation (Melanization)</vt:lpstr>
      <vt:lpstr>PowerPoint Presentation</vt:lpstr>
      <vt:lpstr>Exposure to UVR</vt:lpstr>
      <vt:lpstr>Disorders of pigmentation</vt:lpstr>
      <vt:lpstr>Types of pigmentary disorders</vt:lpstr>
      <vt:lpstr>PowerPoint Presentation</vt:lpstr>
      <vt:lpstr>PowerPoint Presentation</vt:lpstr>
      <vt:lpstr>PowerPoint Presentation</vt:lpstr>
      <vt:lpstr>PowerPoint Presentation</vt:lpstr>
      <vt:lpstr>PowerPoint Presentation</vt:lpstr>
      <vt:lpstr>ACNE</vt:lpstr>
      <vt:lpstr>Introduction</vt:lpstr>
      <vt:lpstr>PowerPoint Presentation</vt:lpstr>
      <vt:lpstr>Risk factors</vt:lpstr>
      <vt:lpstr>Pathogenesis</vt:lpstr>
      <vt:lpstr>PowerPoint Presentation</vt:lpstr>
      <vt:lpstr>PowerPoint Presentation</vt:lpstr>
      <vt:lpstr>Classification</vt:lpstr>
      <vt:lpstr>Clinical features</vt:lpstr>
      <vt:lpstr>PowerPoint Presentation</vt:lpstr>
      <vt:lpstr>PowerPoint Presentation</vt:lpstr>
      <vt:lpstr>PowerPoint Presentation</vt:lpstr>
      <vt:lpstr>PowerPoint Presentation</vt:lpstr>
      <vt:lpstr>Special forms of acne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RELEVANCE</vt:lpstr>
      <vt:lpstr>PowerPoint Presentation</vt:lpstr>
      <vt:lpstr>PowerPoint Presentation</vt:lpstr>
      <vt:lpstr>PowerPoint Presentation</vt:lpstr>
      <vt:lpstr>Modulating Healing for Optimal Cosmetic Outcomes</vt:lpstr>
      <vt:lpstr>PowerPoint Presentation</vt:lpstr>
      <vt:lpstr>PowerPoint Presentation</vt:lpstr>
      <vt:lpstr>PowerPoint Presentation</vt:lpstr>
      <vt:lpstr>PowerPoint Presentation</vt:lpstr>
      <vt:lpstr>PowerPoint Presentation</vt:lpstr>
      <vt:lpstr>Why Contraindications Matter. </vt:lpstr>
      <vt:lpstr>PowerPoint Presentation</vt:lpstr>
      <vt:lpstr>Absolute vs Relative Contraindications </vt:lpstr>
      <vt:lpstr>Common Contraindications by Treatment Category </vt:lpstr>
      <vt:lpstr>Chemical Peels</vt:lpstr>
      <vt:lpstr>Chemical peels</vt:lpstr>
      <vt:lpstr>Microneedling </vt:lpstr>
      <vt:lpstr>Laser and IPL Treatments </vt:lpstr>
      <vt:lpstr>PowerPoint Presentation</vt:lpstr>
      <vt:lpstr> Injectable Treatments (Fillers, Anti-Wrinkle Injections, Biostimulators </vt:lpstr>
      <vt:lpstr>PowerPoint Presentation</vt:lpstr>
      <vt:lpstr>Medication Interactions </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Deborah Suleman</dc:creator>
  <cp:lastModifiedBy>Deborah Suleman</cp:lastModifiedBy>
  <cp:revision>2</cp:revision>
  <dcterms:created xsi:type="dcterms:W3CDTF">2026-05-25T14:48:57Z</dcterms:created>
  <dcterms:modified xsi:type="dcterms:W3CDTF">2026-06-01T09:00:40Z</dcterms:modified>
</cp:coreProperties>
</file>